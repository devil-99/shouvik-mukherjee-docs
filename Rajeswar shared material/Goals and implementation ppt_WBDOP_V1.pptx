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vml" ContentType="application/vnd.openxmlformats-officedocument.vmlDrawing"/>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tags/tag1.xml" ContentType="application/vnd.openxmlformats-officedocument.presentationml.tags+xml"/>
  <Override PartName="/ppt/tags/tag9.xml" ContentType="application/vnd.openxmlformats-officedocument.presentationml.tags+xml"/>
  <Override PartName="/docProps/core.xml" ContentType="application/vnd.openxmlformats-package.core-properties+xml"/>
  <Override PartName="/docProps/custom.xml" ContentType="application/vnd.openxmlformats-officedocument.custom-properties+xml"/>
  <Override PartName="/ppt/tags/tag8.xml" ContentType="application/vnd.openxmlformats-officedocument.presentationml.tags+xml"/>
  <Override PartName="/ppt/tags/tag4.xml" ContentType="application/vnd.openxmlformats-officedocument.presentationml.tags+xml"/>
  <Override PartName="/docProps/app.xml" ContentType="application/vnd.openxmlformats-officedocument.extended-properties+xml"/>
  <Override PartName="/ppt/tags/tag6.xml" ContentType="application/vnd.openxmlformats-officedocument.presentationml.tags+xml"/>
  <Override PartName="/ppt/tags/tag7.xml" ContentType="application/vnd.openxmlformats-officedocument.presentationml.tags+xml"/>
  <Override PartName="/ppt/tags/tag5.xml" ContentType="application/vnd.openxmlformats-officedocument.presentationml.tags+xml"/>
  <Override PartName="/ppt/tags/tag3.xml" ContentType="application/vnd.openxmlformats-officedocument.presentationml.tags+xml"/>
  <Override PartName="/ppt/tags/tag2.xml" ContentType="application/vnd.openxmlformats-officedocument.presentationml.tag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143" r:id="rId1"/>
    <p:sldMasterId id="2147484988" r:id="rId2"/>
  </p:sldMasterIdLst>
  <p:notesMasterIdLst>
    <p:notesMasterId r:id="rId29"/>
  </p:notesMasterIdLst>
  <p:sldIdLst>
    <p:sldId id="1625" r:id="rId3"/>
    <p:sldId id="6294" r:id="rId4"/>
    <p:sldId id="6295" r:id="rId5"/>
    <p:sldId id="6296" r:id="rId6"/>
    <p:sldId id="6297" r:id="rId7"/>
    <p:sldId id="2144867482" r:id="rId8"/>
    <p:sldId id="2144867483" r:id="rId9"/>
    <p:sldId id="2144867484" r:id="rId10"/>
    <p:sldId id="2144867485" r:id="rId11"/>
    <p:sldId id="2144867486" r:id="rId12"/>
    <p:sldId id="2144867487" r:id="rId13"/>
    <p:sldId id="2144867488" r:id="rId14"/>
    <p:sldId id="2144867489" r:id="rId15"/>
    <p:sldId id="2144867490" r:id="rId16"/>
    <p:sldId id="2144867491" r:id="rId17"/>
    <p:sldId id="2144867492" r:id="rId18"/>
    <p:sldId id="2144867494" r:id="rId19"/>
    <p:sldId id="2144867500" r:id="rId20"/>
    <p:sldId id="2144867496" r:id="rId21"/>
    <p:sldId id="2144867497" r:id="rId22"/>
    <p:sldId id="2144867498" r:id="rId23"/>
    <p:sldId id="2144867499" r:id="rId24"/>
    <p:sldId id="2144867501" r:id="rId25"/>
    <p:sldId id="2144867502" r:id="rId26"/>
    <p:sldId id="2144867503" r:id="rId27"/>
    <p:sldId id="2144867504" r:id="rId28"/>
  </p:sldIdLst>
  <p:sldSz cx="12192000" cy="6858000"/>
  <p:notesSz cx="6858000" cy="9144000"/>
  <p:custDataLst>
    <p:tags r:id="rId30"/>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atni, Surbhi" initials="PS" lastIdx="2" clrIdx="0">
    <p:extLst>
      <p:ext uri="{19B8F6BF-5375-455C-9EA6-DF929625EA0E}">
        <p15:presenceInfo xmlns:p15="http://schemas.microsoft.com/office/powerpoint/2012/main" userId="S-1-5-21-776561741-1482476501-682003330-780562" providerId="AD"/>
      </p:ext>
    </p:extLst>
  </p:cmAuthor>
  <p:cmAuthor id="2" name="Banerjee, Rajeswar" initials="BR" lastIdx="2" clrIdx="1">
    <p:extLst>
      <p:ext uri="{19B8F6BF-5375-455C-9EA6-DF929625EA0E}">
        <p15:presenceInfo xmlns:p15="http://schemas.microsoft.com/office/powerpoint/2012/main" userId="S::rajbanerjee@deloitte.com::b4ff5a26-7e17-4c5f-975b-d63f3f91df5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2EFDA"/>
    <a:srgbClr val="F6FAF4"/>
    <a:srgbClr val="86BC25"/>
    <a:srgbClr val="005D84"/>
    <a:srgbClr val="FFFFB9"/>
    <a:srgbClr val="0A626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564" autoAdjust="0"/>
    <p:restoredTop sz="94660"/>
  </p:normalViewPr>
  <p:slideViewPr>
    <p:cSldViewPr snapToGrid="0">
      <p:cViewPr>
        <p:scale>
          <a:sx n="59" d="100"/>
          <a:sy n="59" d="100"/>
        </p:scale>
        <p:origin x="796" y="60"/>
      </p:cViewPr>
      <p:guideLst/>
    </p:cSldViewPr>
  </p:slideViewPr>
  <p:notesTextViewPr>
    <p:cViewPr>
      <p:scale>
        <a:sx n="1" d="1"/>
        <a:sy n="1" d="1"/>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38" Type="http://schemas.openxmlformats.org/officeDocument/2006/relationships/customXml" Target="../customXml/item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37" Type="http://schemas.openxmlformats.org/officeDocument/2006/relationships/customXml" Target="../customXml/item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customXml" Target="../customXml/item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commentAuthors" Target="commentAuthor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tags" Target="tags/tag1.xml"/><Relationship Id="rId35"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0.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0.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646169E-EE23-4732-980F-F30C5AE2B0ED}" type="datetimeFigureOut">
              <a:rPr lang="en-US" smtClean="0"/>
              <a:t>10/11/2022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31298-3354-461E-8A08-CECE510DEEBF}" type="slidenum">
              <a:rPr lang="en-US" smtClean="0"/>
              <a:t>‹#›</a:t>
            </a:fld>
            <a:endParaRPr lang="en-US"/>
          </a:p>
        </p:txBody>
      </p:sp>
    </p:spTree>
    <p:extLst>
      <p:ext uri="{BB962C8B-B14F-4D97-AF65-F5344CB8AC3E}">
        <p14:creationId xmlns:p14="http://schemas.microsoft.com/office/powerpoint/2010/main" val="399750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2</a:t>
            </a:fld>
            <a:endParaRPr lang="en-US"/>
          </a:p>
        </p:txBody>
      </p:sp>
    </p:spTree>
    <p:extLst>
      <p:ext uri="{BB962C8B-B14F-4D97-AF65-F5344CB8AC3E}">
        <p14:creationId xmlns:p14="http://schemas.microsoft.com/office/powerpoint/2010/main" val="3316172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7831298-3354-461E-8A08-CECE510DEEBF}" type="slidenum">
              <a:rPr lang="en-US" smtClean="0"/>
              <a:t>3</a:t>
            </a:fld>
            <a:endParaRPr lang="en-US"/>
          </a:p>
        </p:txBody>
      </p:sp>
    </p:spTree>
    <p:extLst>
      <p:ext uri="{BB962C8B-B14F-4D97-AF65-F5344CB8AC3E}">
        <p14:creationId xmlns:p14="http://schemas.microsoft.com/office/powerpoint/2010/main" val="4793060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ags" Target="../tags/tag4.xml"/><Relationship Id="rId1" Type="http://schemas.openxmlformats.org/officeDocument/2006/relationships/vmlDrawing" Target="../drawings/vmlDrawing2.vml"/><Relationship Id="rId6" Type="http://schemas.openxmlformats.org/officeDocument/2006/relationships/image" Target="../media/image6.emf"/><Relationship Id="rId5" Type="http://schemas.openxmlformats.org/officeDocument/2006/relationships/oleObject" Target="../embeddings/oleObject2.bin"/><Relationship Id="rId4"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Master" Target="../slideMasters/slideMaster2.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 Black">
    <p:bg bwMode="gray">
      <p:bgPr>
        <a:solidFill>
          <a:schemeClr val="tx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bg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accent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1" name="Picture Placeholder 8">
            <a:extLst>
              <a:ext uri="{FF2B5EF4-FFF2-40B4-BE49-F238E27FC236}">
                <a16:creationId xmlns:a16="http://schemas.microsoft.com/office/drawing/2014/main" id="{AC175F74-77C8-4969-BBF5-920619ED7628}"/>
              </a:ext>
            </a:extLst>
          </p:cNvPr>
          <p:cNvSpPr>
            <a:spLocks noGrp="1"/>
          </p:cNvSpPr>
          <p:nvPr>
            <p:ph type="pic" sz="quarter" idx="11"/>
          </p:nvPr>
        </p:nvSpPr>
        <p:spPr>
          <a:xfrm>
            <a:off x="3393716" y="727595"/>
            <a:ext cx="5400000" cy="5400000"/>
          </a:xfrm>
          <a:prstGeom prst="rect">
            <a:avLst/>
          </a:prstGeom>
        </p:spPr>
        <p:txBody>
          <a:bodyPr/>
          <a:lstStyle/>
          <a:p>
            <a:r>
              <a:rPr lang="en-US" noProof="0"/>
              <a:t>Click icon to add picture</a:t>
            </a:r>
            <a:endParaRPr lang="en-US" noProof="0" dirty="0"/>
          </a:p>
        </p:txBody>
      </p:sp>
      <p:sp>
        <p:nvSpPr>
          <p:cNvPr id="42" name="Title 1">
            <a:extLst>
              <a:ext uri="{FF2B5EF4-FFF2-40B4-BE49-F238E27FC236}">
                <a16:creationId xmlns:a16="http://schemas.microsoft.com/office/drawing/2014/main" id="{B345DB50-CB94-4421-9E14-33DABF973475}"/>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BB00153-52E8-495A-BA32-E581AC7A8A67}"/>
              </a:ext>
            </a:extLst>
          </p:cNvPr>
          <p:cNvGrpSpPr>
            <a:grpSpLocks noChangeAspect="1"/>
          </p:cNvGrpSpPr>
          <p:nvPr/>
        </p:nvGrpSpPr>
        <p:grpSpPr>
          <a:xfrm>
            <a:off x="469900" y="457761"/>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E44E009-869C-4AA1-972F-BFAD35A46F07}"/>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DC9A9EB1-2077-4DFD-B533-87E250FD463C}"/>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33ACF17B-FD5C-45C9-B731-4D7315B1D9C2}"/>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3D32D184-C4ED-4776-9DCC-E3F18CF55C2F}"/>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090BAC98-B3D7-4E96-B78D-0FE4BD1884B7}"/>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D81C0B16-CEDA-4DD7-AA0E-D7E98149B002}"/>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71424E0-1449-47B0-BF76-7A226D3160CC}"/>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9CF108A-51E0-49A1-80F5-6286DB6FEBCA}"/>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28BEACF0-05E8-46F1-8AE5-8FF2ADC543E9}"/>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661CA16-D87B-4315-804A-3E82AE3F0CF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637216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Title Slide - Black Page Image">
    <p:bg bwMode="gray">
      <p:bgPr>
        <a:solidFill>
          <a:schemeClr val="tx1"/>
        </a:solidFill>
        <a:effectLst/>
      </p:bgPr>
    </p:bg>
    <p:spTree>
      <p:nvGrpSpPr>
        <p:cNvPr id="1" name=""/>
        <p:cNvGrpSpPr/>
        <p:nvPr/>
      </p:nvGrpSpPr>
      <p:grpSpPr>
        <a:xfrm>
          <a:off x="0" y="0"/>
          <a:ext cx="0" cy="0"/>
          <a:chOff x="0" y="0"/>
          <a:chExt cx="0" cy="0"/>
        </a:xfrm>
      </p:grpSpPr>
      <p:sp>
        <p:nvSpPr>
          <p:cNvPr id="17" name="Picture Placeholder 8">
            <a:extLst>
              <a:ext uri="{FF2B5EF4-FFF2-40B4-BE49-F238E27FC236}">
                <a16:creationId xmlns:a16="http://schemas.microsoft.com/office/drawing/2014/main" id="{DEF77F0F-DE6A-48C9-92BD-013174DD643C}"/>
              </a:ext>
            </a:extLst>
          </p:cNvPr>
          <p:cNvSpPr>
            <a:spLocks noGrp="1"/>
          </p:cNvSpPr>
          <p:nvPr>
            <p:ph type="pic" sz="quarter" idx="11"/>
          </p:nvPr>
        </p:nvSpPr>
        <p:spPr>
          <a:xfrm>
            <a:off x="0" y="0"/>
            <a:ext cx="12192000" cy="6858000"/>
          </a:xfrm>
          <a:prstGeom prst="rect">
            <a:avLst/>
          </a:prstGeom>
        </p:spPr>
        <p:txBody>
          <a:bodyPr/>
          <a:lstStyle>
            <a:lvl1pPr>
              <a:defRPr>
                <a:solidFill>
                  <a:schemeClr val="bg1"/>
                </a:solidFill>
              </a:defRPr>
            </a:lvl1pPr>
          </a:lstStyle>
          <a:p>
            <a:r>
              <a:rPr lang="en-US" noProof="0"/>
              <a:t>Click icon to add picture</a:t>
            </a:r>
            <a:endParaRPr lang="en-US" noProof="0" dirty="0"/>
          </a:p>
        </p:txBody>
      </p:sp>
      <p:sp>
        <p:nvSpPr>
          <p:cNvPr id="41" name="Text Placeholder 4">
            <a:extLst>
              <a:ext uri="{FF2B5EF4-FFF2-40B4-BE49-F238E27FC236}">
                <a16:creationId xmlns:a16="http://schemas.microsoft.com/office/drawing/2014/main" id="{EE5D7BA0-7E63-4F55-8707-FB998AF96C8C}"/>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bg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sp>
        <p:nvSpPr>
          <p:cNvPr id="5" name="Title 1">
            <a:extLst>
              <a:ext uri="{FF2B5EF4-FFF2-40B4-BE49-F238E27FC236}">
                <a16:creationId xmlns:a16="http://schemas.microsoft.com/office/drawing/2014/main" id="{37C1D43B-9933-4650-9DD5-73494BECAE5A}"/>
              </a:ext>
            </a:extLst>
          </p:cNvPr>
          <p:cNvSpPr>
            <a:spLocks noGrp="1"/>
          </p:cNvSpPr>
          <p:nvPr>
            <p:ph type="ctrTitle"/>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accent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474588797"/>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 Circle with text">
    <p:bg bwMode="gray">
      <p:bgPr>
        <a:solidFill>
          <a:schemeClr val="bg1"/>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E9ED29CA-6A60-490D-9D54-EA7CC7AF832C}"/>
              </a:ext>
            </a:extLst>
          </p:cNvPr>
          <p:cNvGrpSpPr>
            <a:grpSpLocks noChangeAspect="1"/>
          </p:cNvGrpSpPr>
          <p:nvPr/>
        </p:nvGrpSpPr>
        <p:grpSpPr>
          <a:xfrm>
            <a:off x="475325" y="457200"/>
            <a:ext cx="1998000" cy="374400"/>
            <a:chOff x="398463" y="404813"/>
            <a:chExt cx="1627187" cy="307976"/>
          </a:xfrm>
          <a:solidFill>
            <a:schemeClr val="tx1"/>
          </a:solidFill>
        </p:grpSpPr>
        <p:sp>
          <p:nvSpPr>
            <p:cNvPr id="31" name="Oval 5">
              <a:extLst>
                <a:ext uri="{FF2B5EF4-FFF2-40B4-BE49-F238E27FC236}">
                  <a16:creationId xmlns:a16="http://schemas.microsoft.com/office/drawing/2014/main" id="{119E2360-A688-44DF-A6BB-76D18177CCFF}"/>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6">
              <a:extLst>
                <a:ext uri="{FF2B5EF4-FFF2-40B4-BE49-F238E27FC236}">
                  <a16:creationId xmlns:a16="http://schemas.microsoft.com/office/drawing/2014/main" id="{4265C3C7-34A9-47F1-AB5F-2771E187891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7">
              <a:extLst>
                <a:ext uri="{FF2B5EF4-FFF2-40B4-BE49-F238E27FC236}">
                  <a16:creationId xmlns:a16="http://schemas.microsoft.com/office/drawing/2014/main" id="{A9400861-EDC5-4A80-9569-C20320CE006A}"/>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8">
              <a:extLst>
                <a:ext uri="{FF2B5EF4-FFF2-40B4-BE49-F238E27FC236}">
                  <a16:creationId xmlns:a16="http://schemas.microsoft.com/office/drawing/2014/main" id="{64DC9296-DBBC-4C4E-ACB4-7DA2607D524B}"/>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Rectangle 9">
              <a:extLst>
                <a:ext uri="{FF2B5EF4-FFF2-40B4-BE49-F238E27FC236}">
                  <a16:creationId xmlns:a16="http://schemas.microsoft.com/office/drawing/2014/main" id="{3E26591B-8E9F-4856-8284-BF3F8DB6ABC1}"/>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Rectangle 10">
              <a:extLst>
                <a:ext uri="{FF2B5EF4-FFF2-40B4-BE49-F238E27FC236}">
                  <a16:creationId xmlns:a16="http://schemas.microsoft.com/office/drawing/2014/main" id="{43F42271-5510-4D15-B07B-133237928BB4}"/>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1">
              <a:extLst>
                <a:ext uri="{FF2B5EF4-FFF2-40B4-BE49-F238E27FC236}">
                  <a16:creationId xmlns:a16="http://schemas.microsoft.com/office/drawing/2014/main" id="{00E9FD99-54D9-422B-9717-D0DD3442A0D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8" name="Freeform 12">
              <a:extLst>
                <a:ext uri="{FF2B5EF4-FFF2-40B4-BE49-F238E27FC236}">
                  <a16:creationId xmlns:a16="http://schemas.microsoft.com/office/drawing/2014/main" id="{BAF30821-90D3-436A-8DDF-D130E66447E2}"/>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9" name="Freeform 13">
              <a:extLst>
                <a:ext uri="{FF2B5EF4-FFF2-40B4-BE49-F238E27FC236}">
                  <a16:creationId xmlns:a16="http://schemas.microsoft.com/office/drawing/2014/main" id="{5C1A565D-B22B-4EE2-ACC9-C993D581F00C}"/>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40" name="Freeform 14">
              <a:extLst>
                <a:ext uri="{FF2B5EF4-FFF2-40B4-BE49-F238E27FC236}">
                  <a16:creationId xmlns:a16="http://schemas.microsoft.com/office/drawing/2014/main" id="{666738FD-9737-43F5-8E36-896FD725FE08}"/>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42" name="Title 1">
            <a:extLst>
              <a:ext uri="{FF2B5EF4-FFF2-40B4-BE49-F238E27FC236}">
                <a16:creationId xmlns:a16="http://schemas.microsoft.com/office/drawing/2014/main" id="{B345DB50-CB94-4421-9E14-33DABF973475}"/>
              </a:ext>
            </a:extLst>
          </p:cNvPr>
          <p:cNvSpPr>
            <a:spLocks noGrp="1"/>
          </p:cNvSpPr>
          <p:nvPr>
            <p:ph type="ctrTitle" hasCustomPrompt="1"/>
          </p:nvPr>
        </p:nvSpPr>
        <p:spPr bwMode="gray">
          <a:xfrm>
            <a:off x="501651" y="5186207"/>
            <a:ext cx="4446269" cy="895983"/>
          </a:xfrm>
          <a:prstGeom prst="rect">
            <a:avLst/>
          </a:prstGeom>
        </p:spPr>
        <p:txBody>
          <a:bodyPr anchor="b" anchorCtr="0">
            <a:noAutofit/>
          </a:bodyPr>
          <a:lstStyle>
            <a:lvl1pPr algn="l">
              <a:lnSpc>
                <a:spcPts val="3200"/>
              </a:lnSpc>
              <a:defRPr sz="3200" b="0">
                <a:solidFill>
                  <a:schemeClr val="tx1"/>
                </a:solidFill>
                <a:latin typeface="Calibri Light" panose="020F0302020204030204" pitchFamily="34" charset="0"/>
                <a:ea typeface="Open Sans" panose="020B0606030504020204" pitchFamily="34" charset="0"/>
                <a:cs typeface="Calibri Light" panose="020F0302020204030204" pitchFamily="34" charset="0"/>
              </a:defRPr>
            </a:lvl1pPr>
          </a:lstStyle>
          <a:p>
            <a:r>
              <a:rPr lang="en-US" noProof="0" dirty="0"/>
              <a:t>Click to edit </a:t>
            </a:r>
            <a:br>
              <a:rPr lang="en-US" noProof="0" dirty="0"/>
            </a:br>
            <a:r>
              <a:rPr lang="en-US" noProof="0" dirty="0"/>
              <a:t>Master title style</a:t>
            </a:r>
          </a:p>
        </p:txBody>
      </p:sp>
      <p:sp>
        <p:nvSpPr>
          <p:cNvPr id="43" name="Text Placeholder 4">
            <a:extLst>
              <a:ext uri="{FF2B5EF4-FFF2-40B4-BE49-F238E27FC236}">
                <a16:creationId xmlns:a16="http://schemas.microsoft.com/office/drawing/2014/main" id="{470C5F18-5824-4737-AA04-AA61C1FBBF1A}"/>
              </a:ext>
            </a:extLst>
          </p:cNvPr>
          <p:cNvSpPr>
            <a:spLocks noGrp="1"/>
          </p:cNvSpPr>
          <p:nvPr>
            <p:ph type="body" sz="quarter" idx="10"/>
          </p:nvPr>
        </p:nvSpPr>
        <p:spPr>
          <a:xfrm>
            <a:off x="501651" y="6381750"/>
            <a:ext cx="4446269" cy="273050"/>
          </a:xfrm>
          <a:prstGeom prst="rect">
            <a:avLst/>
          </a:prstGeom>
        </p:spPr>
        <p:txBody>
          <a:bodyPr anchor="b">
            <a:noAutofit/>
          </a:bodyPr>
          <a:lstStyle>
            <a:lvl1pPr>
              <a:spcAft>
                <a:spcPts val="0"/>
              </a:spcAft>
              <a:defRPr sz="1400" b="1">
                <a:solidFill>
                  <a:schemeClr val="tx1"/>
                </a:solidFill>
                <a:latin typeface="Calibri" panose="020F0502020204030204" pitchFamily="34" charset="0"/>
                <a:cs typeface="Calibri" panose="020F0502020204030204"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6" name="Group 15">
            <a:extLst>
              <a:ext uri="{FF2B5EF4-FFF2-40B4-BE49-F238E27FC236}">
                <a16:creationId xmlns:a16="http://schemas.microsoft.com/office/drawing/2014/main" id="{BE53F9A5-D017-41A9-87FD-42B8B6C64282}"/>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70412374-88D8-4076-97A4-28B9D453A9F4}"/>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059052DC-E283-45E3-A11B-EFC0EF64057E}"/>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C8E40EE6-74FE-4B63-ADD7-D8251359CC54}"/>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a:extLst>
                <a:ext uri="{FF2B5EF4-FFF2-40B4-BE49-F238E27FC236}">
                  <a16:creationId xmlns:a16="http://schemas.microsoft.com/office/drawing/2014/main" id="{6D34B50B-2467-467F-BE0D-CA832EE3A76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a:extLst>
                <a:ext uri="{FF2B5EF4-FFF2-40B4-BE49-F238E27FC236}">
                  <a16:creationId xmlns:a16="http://schemas.microsoft.com/office/drawing/2014/main" id="{1004DF0B-038C-4CB4-89B3-42D949ED0B9D}"/>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10">
              <a:extLst>
                <a:ext uri="{FF2B5EF4-FFF2-40B4-BE49-F238E27FC236}">
                  <a16:creationId xmlns:a16="http://schemas.microsoft.com/office/drawing/2014/main" id="{2FB8C6E0-92EE-49AA-95D9-7BE219F64FE7}"/>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11">
              <a:extLst>
                <a:ext uri="{FF2B5EF4-FFF2-40B4-BE49-F238E27FC236}">
                  <a16:creationId xmlns:a16="http://schemas.microsoft.com/office/drawing/2014/main" id="{CEE92EC5-3F38-4286-A2DA-7B5E941BC2B9}"/>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12">
              <a:extLst>
                <a:ext uri="{FF2B5EF4-FFF2-40B4-BE49-F238E27FC236}">
                  <a16:creationId xmlns:a16="http://schemas.microsoft.com/office/drawing/2014/main" id="{3C2CE8EA-279F-441C-99BC-330C664B3281}"/>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Freeform 13">
              <a:extLst>
                <a:ext uri="{FF2B5EF4-FFF2-40B4-BE49-F238E27FC236}">
                  <a16:creationId xmlns:a16="http://schemas.microsoft.com/office/drawing/2014/main" id="{328EA017-C8BA-490A-9F7A-F880FE999A8D}"/>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4">
              <a:extLst>
                <a:ext uri="{FF2B5EF4-FFF2-40B4-BE49-F238E27FC236}">
                  <a16:creationId xmlns:a16="http://schemas.microsoft.com/office/drawing/2014/main" id="{BAE89DBE-19C8-422A-B7E6-D6726124DF54}"/>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28" name="Title 1">
            <a:extLst>
              <a:ext uri="{FF2B5EF4-FFF2-40B4-BE49-F238E27FC236}">
                <a16:creationId xmlns:a16="http://schemas.microsoft.com/office/drawing/2014/main" id="{BF939DF8-C67D-4ED5-9DBC-98F2B43BDAEA}"/>
              </a:ext>
            </a:extLst>
          </p:cNvPr>
          <p:cNvSpPr txBox="1">
            <a:spLocks/>
          </p:cNvSpPr>
          <p:nvPr/>
        </p:nvSpPr>
        <p:spPr bwMode="gray">
          <a:xfrm>
            <a:off x="3417931" y="725455"/>
            <a:ext cx="5356735" cy="5356735"/>
          </a:xfrm>
          <a:prstGeom prst="ellipse">
            <a:avLst/>
          </a:prstGeom>
          <a:ln w="25400">
            <a:solidFill>
              <a:schemeClr val="accent1"/>
            </a:solidFill>
          </a:ln>
        </p:spPr>
        <p:txBody>
          <a:bodyPr vert="horz" lIns="108000" tIns="108000" rIns="108000" bIns="108000" rtlCol="0" anchor="ctr" anchorCtr="0">
            <a:normAutofit/>
          </a:bodyPr>
          <a:lstStyle>
            <a:lvl1pPr algn="ctr" defTabSz="914400" rtl="0" eaLnBrk="1" latinLnBrk="0" hangingPunct="1">
              <a:lnSpc>
                <a:spcPts val="4200"/>
              </a:lnSpc>
              <a:spcBef>
                <a:spcPct val="0"/>
              </a:spcBef>
              <a:buNone/>
              <a:defRPr sz="3600" b="0" kern="1200">
                <a:solidFill>
                  <a:schemeClr val="tx1"/>
                </a:solidFill>
                <a:latin typeface="+mj-lt"/>
                <a:ea typeface="Open Sans" panose="020B0606030504020204" pitchFamily="34" charset="0"/>
                <a:cs typeface="Open Sans" panose="020B0606030504020204" pitchFamily="34" charset="0"/>
              </a:defRPr>
            </a:lvl1pPr>
          </a:lstStyle>
          <a:p>
            <a:r>
              <a:rPr lang="en-US" dirty="0"/>
              <a:t>Click to edit Master title style</a:t>
            </a:r>
          </a:p>
        </p:txBody>
      </p:sp>
    </p:spTree>
    <p:extLst>
      <p:ext uri="{BB962C8B-B14F-4D97-AF65-F5344CB8AC3E}">
        <p14:creationId xmlns:p14="http://schemas.microsoft.com/office/powerpoint/2010/main" val="2834962658"/>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670834"/>
            <a:ext cx="10541000" cy="1592403"/>
          </a:xfrm>
          <a:prstGeom prst="rect">
            <a:avLst/>
          </a:prstGeom>
        </p:spPr>
        <p:txBody>
          <a:bodyPr anchor="b"/>
          <a:lstStyle>
            <a:lvl1pPr>
              <a:lnSpc>
                <a:spcPct val="95000"/>
              </a:lnSpc>
              <a:defRPr sz="3600" b="1">
                <a:solidFill>
                  <a:schemeClr val="tx1"/>
                </a:solidFill>
                <a:latin typeface="+mj-lt"/>
                <a:ea typeface="Open Sans" panose="020B0606030504020204" pitchFamily="34" charset="0"/>
                <a:cs typeface="Calibri" panose="020F050202020403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501651" y="3429000"/>
            <a:ext cx="10541000" cy="1566532"/>
          </a:xfrm>
        </p:spPr>
        <p:txBody>
          <a:bodyPr lIns="0" tIns="0" rIns="0" bIns="0">
            <a:noAutofit/>
          </a:bodyPr>
          <a:lstStyle>
            <a:lvl1pPr marL="0" indent="0">
              <a:lnSpc>
                <a:spcPct val="95000"/>
              </a:lnSpc>
              <a:spcAft>
                <a:spcPts val="0"/>
              </a:spcAft>
              <a:buNone/>
              <a:defRPr sz="3600">
                <a:solidFill>
                  <a:schemeClr val="tx1"/>
                </a:solidFill>
                <a:latin typeface="+mn-lt"/>
                <a:cs typeface="Calibri" panose="020F0502020204030204"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342837381"/>
      </p:ext>
    </p:extLst>
  </p:cSld>
  <p:clrMapOvr>
    <a:masterClrMapping/>
  </p:clrMapOvr>
  <p:transition>
    <p:fade/>
  </p:transition>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Portfolio and program management support to RECPDCL</a:t>
            </a:r>
          </a:p>
          <a:p>
            <a:pPr marL="0" indent="0" algn="r">
              <a:spcBef>
                <a:spcPts val="0"/>
              </a:spcBef>
              <a:buSzPct val="100000"/>
              <a:buFont typeface="Arial"/>
              <a:buNone/>
            </a:pPr>
            <a:endParaRPr lang="en-US" sz="900" noProof="0" dirty="0">
              <a:solidFill>
                <a:schemeClr val="bg1"/>
              </a:solidFill>
              <a:latin typeface="Calibri" panose="020F0502020204030204" pitchFamily="34" charset="0"/>
              <a:cs typeface="Calibri" panose="020F0502020204030204" pitchFamily="34" charset="0"/>
            </a:endParaRPr>
          </a:p>
        </p:txBody>
      </p:sp>
      <p:sp>
        <p:nvSpPr>
          <p:cNvPr id="8"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2" name="TextBox 11">
            <a:extLst>
              <a:ext uri="{FF2B5EF4-FFF2-40B4-BE49-F238E27FC236}">
                <a16:creationId xmlns:a16="http://schemas.microsoft.com/office/drawing/2014/main" id="{94F2D29F-D256-48DF-93EB-3649C0F15C8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054414701"/>
      </p:ext>
    </p:extLst>
  </p:cSld>
  <p:clrMapOvr>
    <a:masterClrMapping/>
  </p:clrMapOvr>
  <p:transition>
    <p:fade/>
  </p:transition>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0" name="CaseCode">
            <a:extLst>
              <a:ext uri="{FF2B5EF4-FFF2-40B4-BE49-F238E27FC236}">
                <a16:creationId xmlns:a16="http://schemas.microsoft.com/office/drawing/2014/main" id="{C15CF50B-B21A-4219-A2F3-42CE64720300}"/>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12" name="TextBox 11">
            <a:extLst>
              <a:ext uri="{FF2B5EF4-FFF2-40B4-BE49-F238E27FC236}">
                <a16:creationId xmlns:a16="http://schemas.microsoft.com/office/drawing/2014/main" id="{D56403AF-FAB8-425F-B7B3-1CED91E5B09F}"/>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4" name="Copyright">
            <a:extLst>
              <a:ext uri="{FF2B5EF4-FFF2-40B4-BE49-F238E27FC236}">
                <a16:creationId xmlns:a16="http://schemas.microsoft.com/office/drawing/2014/main" id="{CA24B28E-5B13-4779-8D72-C52A20B99FE7}"/>
              </a:ext>
            </a:extLst>
          </p:cNvPr>
          <p:cNvSpPr txBox="1"/>
          <p:nvPr/>
        </p:nvSpPr>
        <p:spPr>
          <a:xfrm>
            <a:off x="469900"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11" name="TextBox 10">
            <a:extLst>
              <a:ext uri="{FF2B5EF4-FFF2-40B4-BE49-F238E27FC236}">
                <a16:creationId xmlns:a16="http://schemas.microsoft.com/office/drawing/2014/main" id="{1CB26A2C-1AF0-484A-A53B-19D8461F8871}"/>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a:extLst>
              <a:ext uri="{FF2B5EF4-FFF2-40B4-BE49-F238E27FC236}">
                <a16:creationId xmlns:a16="http://schemas.microsoft.com/office/drawing/2014/main" id="{BD9B918C-7ACC-492B-B7AE-007D7C072FCF}"/>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a:extLst>
              <a:ext uri="{FF2B5EF4-FFF2-40B4-BE49-F238E27FC236}">
                <a16:creationId xmlns:a16="http://schemas.microsoft.com/office/drawing/2014/main" id="{1CB04656-0501-4B97-9912-1D2325A897C2}"/>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3611558708"/>
      </p:ext>
    </p:extLst>
  </p:cSld>
  <p:clrMapOvr>
    <a:masterClrMapping/>
  </p:clrMapOvr>
  <p:transition>
    <p:fade/>
  </p:transition>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1_Divider - Deloitte green accent 4">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452A60FA-C95E-401E-9AF3-D27C8C88BCCB}"/>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6C32543E-E807-47A4-A234-D5C7012187B4}"/>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Tree>
    <p:extLst>
      <p:ext uri="{BB962C8B-B14F-4D97-AF65-F5344CB8AC3E}">
        <p14:creationId xmlns:p14="http://schemas.microsoft.com/office/powerpoint/2010/main" val="3998907323"/>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0" y="1705668"/>
            <a:ext cx="10418233" cy="1592403"/>
          </a:xfrm>
          <a:prstGeom prst="rect">
            <a:avLst/>
          </a:prstGeom>
        </p:spPr>
        <p:txBody>
          <a:bodyPr anchor="b"/>
          <a:lstStyle>
            <a:lvl1pPr>
              <a:lnSpc>
                <a:spcPct val="95000"/>
              </a:lnSpc>
              <a:defRPr sz="360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0" y="3429000"/>
            <a:ext cx="10418233" cy="1566532"/>
          </a:xfrm>
        </p:spPr>
        <p:txBody>
          <a:bodyPr lIns="0" tIns="0" rIns="0" bIns="0">
            <a:noAutofit/>
          </a:bodyPr>
          <a:lstStyle>
            <a:lvl1pPr marL="0" indent="0">
              <a:lnSpc>
                <a:spcPct val="95000"/>
              </a:lnSpc>
              <a:spcAft>
                <a:spcPts val="0"/>
              </a:spcAft>
              <a:buNone/>
              <a:defRPr sz="3600">
                <a:solidFill>
                  <a:schemeClr val="bg1"/>
                </a:solidFill>
              </a:defRPr>
            </a:lvl1pPr>
            <a:lvl2pPr marL="609585" indent="0">
              <a:buNone/>
              <a:defRPr sz="2667">
                <a:solidFill>
                  <a:schemeClr val="tx1">
                    <a:tint val="75000"/>
                  </a:schemeClr>
                </a:solidFill>
              </a:defRPr>
            </a:lvl2pPr>
            <a:lvl3pPr marL="1219170" indent="0">
              <a:buNone/>
              <a:defRPr sz="2400">
                <a:solidFill>
                  <a:schemeClr val="tx1">
                    <a:tint val="75000"/>
                  </a:schemeClr>
                </a:solidFill>
              </a:defRPr>
            </a:lvl3pPr>
            <a:lvl4pPr marL="1828754" indent="0">
              <a:buNone/>
              <a:defRPr sz="2133">
                <a:solidFill>
                  <a:schemeClr val="tx1">
                    <a:tint val="75000"/>
                  </a:schemeClr>
                </a:solidFill>
              </a:defRPr>
            </a:lvl4pPr>
            <a:lvl5pPr marL="2438339" indent="0">
              <a:buNone/>
              <a:defRPr sz="2133">
                <a:solidFill>
                  <a:schemeClr val="tx1">
                    <a:tint val="75000"/>
                  </a:schemeClr>
                </a:solidFill>
              </a:defRPr>
            </a:lvl5pPr>
            <a:lvl6pPr marL="3047924" indent="0">
              <a:buNone/>
              <a:defRPr sz="2133">
                <a:solidFill>
                  <a:schemeClr val="tx1">
                    <a:tint val="75000"/>
                  </a:schemeClr>
                </a:solidFill>
              </a:defRPr>
            </a:lvl6pPr>
            <a:lvl7pPr marL="3657509" indent="0">
              <a:buNone/>
              <a:defRPr sz="2133">
                <a:solidFill>
                  <a:schemeClr val="tx1">
                    <a:tint val="75000"/>
                  </a:schemeClr>
                </a:solidFill>
              </a:defRPr>
            </a:lvl7pPr>
            <a:lvl8pPr marL="4267093" indent="0">
              <a:buNone/>
              <a:defRPr sz="2133">
                <a:solidFill>
                  <a:schemeClr val="tx1">
                    <a:tint val="75000"/>
                  </a:schemeClr>
                </a:solidFill>
              </a:defRPr>
            </a:lvl8pPr>
            <a:lvl9pPr marL="4876678" indent="0">
              <a:buNone/>
              <a:defRPr sz="2133">
                <a:solidFill>
                  <a:schemeClr val="tx1">
                    <a:tint val="75000"/>
                  </a:schemeClr>
                </a:solidFill>
              </a:defRPr>
            </a:lvl9pPr>
          </a:lstStyle>
          <a:p>
            <a:pPr lvl="0"/>
            <a:r>
              <a:rPr lang="en-US" noProof="0"/>
              <a:t>Click to edit Master text styles</a:t>
            </a:r>
          </a:p>
        </p:txBody>
      </p:sp>
      <p:sp>
        <p:nvSpPr>
          <p:cNvPr id="7" name="CaseCode">
            <a:extLst>
              <a:ext uri="{FF2B5EF4-FFF2-40B4-BE49-F238E27FC236}">
                <a16:creationId xmlns:a16="http://schemas.microsoft.com/office/drawing/2014/main" id="{E8E60749-A3E0-4E09-BF50-6D6B361BEF91}"/>
              </a:ext>
            </a:extLst>
          </p:cNvPr>
          <p:cNvSpPr txBox="1"/>
          <p:nvPr/>
        </p:nvSpPr>
        <p:spPr>
          <a:xfrm>
            <a:off x="6335184" y="6477000"/>
            <a:ext cx="4896560" cy="276999"/>
          </a:xfrm>
          <a:prstGeom prst="rect">
            <a:avLst/>
          </a:prstGeom>
          <a:noFill/>
        </p:spPr>
        <p:txBody>
          <a:bodyPr wrap="square" lIns="0" tIns="0" rIns="0" bIns="0" rtlCol="0">
            <a:spAutoFit/>
          </a:bodyPr>
          <a:lstStyle/>
          <a:p>
            <a:pPr marL="0" indent="0" algn="r">
              <a:spcBef>
                <a:spcPts val="0"/>
              </a:spcBef>
              <a:buSzPct val="100000"/>
              <a:buFont typeface="Arial"/>
              <a:buNone/>
            </a:pPr>
            <a:r>
              <a:rPr lang="en-US" sz="900" noProof="0" dirty="0">
                <a:solidFill>
                  <a:schemeClr val="bg1"/>
                </a:solidFill>
                <a:latin typeface="Calibri" panose="020F0502020204030204" pitchFamily="34" charset="0"/>
                <a:cs typeface="Calibri" panose="020F0502020204030204" pitchFamily="34" charset="0"/>
              </a:rPr>
              <a:t>Presentation title</a:t>
            </a:r>
            <a:br>
              <a:rPr lang="en-US" sz="900" noProof="0" dirty="0">
                <a:solidFill>
                  <a:schemeClr val="bg1"/>
                </a:solidFill>
                <a:latin typeface="Calibri" panose="020F0502020204030204" pitchFamily="34" charset="0"/>
                <a:cs typeface="Calibri" panose="020F0502020204030204" pitchFamily="34" charset="0"/>
              </a:rPr>
            </a:br>
            <a:r>
              <a:rPr lang="en-US" sz="900" noProof="0" dirty="0">
                <a:solidFill>
                  <a:schemeClr val="bg1"/>
                </a:solidFill>
                <a:latin typeface="Calibri" panose="020F0502020204030204" pitchFamily="34" charset="0"/>
                <a:cs typeface="Calibri" panose="020F0502020204030204" pitchFamily="34" charset="0"/>
              </a:rPr>
              <a:t>[To edit, click View &gt; Slide Master &gt; Slide Master]</a:t>
            </a:r>
          </a:p>
        </p:txBody>
      </p:sp>
      <p:sp>
        <p:nvSpPr>
          <p:cNvPr id="9" name="TextBox 8">
            <a:extLst>
              <a:ext uri="{FF2B5EF4-FFF2-40B4-BE49-F238E27FC236}">
                <a16:creationId xmlns:a16="http://schemas.microsoft.com/office/drawing/2014/main" id="{8194F347-CBED-4284-9EC5-49E7D0DE163A}"/>
              </a:ext>
            </a:extLst>
          </p:cNvPr>
          <p:cNvSpPr txBox="1"/>
          <p:nvPr/>
        </p:nvSpPr>
        <p:spPr>
          <a:xfrm>
            <a:off x="11382377" y="6477001"/>
            <a:ext cx="307975" cy="138499"/>
          </a:xfrm>
          <a:prstGeom prst="rect">
            <a:avLst/>
          </a:prstGeom>
          <a:noFill/>
        </p:spPr>
        <p:txBody>
          <a:bodyPr wrap="square" lIns="0" tIns="0" rIns="0" bIns="0" rtlCol="0">
            <a:spAutoFit/>
          </a:bodyPr>
          <a:lstStyle/>
          <a:p>
            <a:pPr marL="0" indent="0" algn="r">
              <a:spcBef>
                <a:spcPts val="600"/>
              </a:spcBef>
              <a:buSzPct val="100000"/>
              <a:buFont typeface="Arial"/>
              <a:buNone/>
            </a:pPr>
            <a:fld id="{C58DF478-B544-4ED8-9ED4-6A2648E2D233}" type="slidenum">
              <a:rPr lang="en-US" sz="900" noProof="0" smtClean="0">
                <a:solidFill>
                  <a:schemeClr val="bg1"/>
                </a:solidFill>
                <a:latin typeface="Calibri" panose="020F0502020204030204" pitchFamily="34" charset="0"/>
                <a:cs typeface="Calibri" panose="020F0502020204030204" pitchFamily="34" charset="0"/>
              </a:rPr>
              <a:pPr marL="0" indent="0" algn="r">
                <a:spcBef>
                  <a:spcPts val="600"/>
                </a:spcBef>
                <a:buSzPct val="100000"/>
                <a:buFont typeface="Arial"/>
                <a:buNone/>
              </a:pPr>
              <a:t>‹#›</a:t>
            </a:fld>
            <a:endParaRPr lang="en-US" sz="900" noProof="0" dirty="0">
              <a:solidFill>
                <a:schemeClr val="bg1"/>
              </a:solidFill>
              <a:latin typeface="Calibri" panose="020F0502020204030204" pitchFamily="34" charset="0"/>
              <a:cs typeface="Calibri" panose="020F0502020204030204" pitchFamily="34" charset="0"/>
            </a:endParaRPr>
          </a:p>
        </p:txBody>
      </p:sp>
      <p:sp>
        <p:nvSpPr>
          <p:cNvPr id="11" name="Copyright">
            <a:extLst>
              <a:ext uri="{FF2B5EF4-FFF2-40B4-BE49-F238E27FC236}">
                <a16:creationId xmlns:a16="http://schemas.microsoft.com/office/drawing/2014/main" id="{CA24B28E-5B13-4779-8D72-C52A20B99FE7}"/>
              </a:ext>
            </a:extLst>
          </p:cNvPr>
          <p:cNvSpPr txBox="1"/>
          <p:nvPr/>
        </p:nvSpPr>
        <p:spPr>
          <a:xfrm>
            <a:off x="469899" y="6477001"/>
            <a:ext cx="5355168" cy="138499"/>
          </a:xfrm>
          <a:prstGeom prst="rect">
            <a:avLst/>
          </a:prstGeom>
          <a:noFill/>
        </p:spPr>
        <p:txBody>
          <a:bodyPr wrap="square" lIns="0" tIns="0" rIns="0" bIns="0" rtlCol="0">
            <a:spAutoFit/>
          </a:bodyPr>
          <a:lstStyle/>
          <a:p>
            <a:pPr marL="0" indent="0">
              <a:spcBef>
                <a:spcPts val="600"/>
              </a:spcBef>
              <a:buSzPct val="100000"/>
              <a:buFont typeface="Arial"/>
              <a:buNone/>
            </a:pPr>
            <a:r>
              <a:rPr lang="fr-FR" sz="900" noProof="0" dirty="0">
                <a:solidFill>
                  <a:schemeClr val="bg1"/>
                </a:solidFill>
                <a:latin typeface="Calibri" panose="020F0502020204030204" pitchFamily="34" charset="0"/>
                <a:cs typeface="Calibri" panose="020F0502020204030204" pitchFamily="34" charset="0"/>
              </a:rPr>
              <a:t>© 2020 Deloitte Touche </a:t>
            </a:r>
            <a:r>
              <a:rPr lang="fr-FR" sz="900" noProof="0" dirty="0" err="1">
                <a:solidFill>
                  <a:schemeClr val="bg1"/>
                </a:solidFill>
                <a:latin typeface="Calibri" panose="020F0502020204030204" pitchFamily="34" charset="0"/>
                <a:cs typeface="Calibri" panose="020F0502020204030204" pitchFamily="34" charset="0"/>
              </a:rPr>
              <a:t>Tohmatsu</a:t>
            </a:r>
            <a:r>
              <a:rPr lang="fr-FR" sz="900" noProof="0" dirty="0">
                <a:solidFill>
                  <a:schemeClr val="bg1"/>
                </a:solidFill>
                <a:latin typeface="Calibri" panose="020F0502020204030204" pitchFamily="34" charset="0"/>
                <a:cs typeface="Calibri" panose="020F0502020204030204" pitchFamily="34" charset="0"/>
              </a:rPr>
              <a:t> </a:t>
            </a:r>
            <a:r>
              <a:rPr lang="fr-FR" sz="900" noProof="0" dirty="0" err="1">
                <a:solidFill>
                  <a:schemeClr val="bg1"/>
                </a:solidFill>
                <a:latin typeface="Calibri" panose="020F0502020204030204" pitchFamily="34" charset="0"/>
                <a:cs typeface="Calibri" panose="020F0502020204030204" pitchFamily="34" charset="0"/>
              </a:rPr>
              <a:t>India</a:t>
            </a:r>
            <a:r>
              <a:rPr lang="fr-FR" sz="900" noProof="0" dirty="0">
                <a:solidFill>
                  <a:schemeClr val="bg1"/>
                </a:solidFill>
                <a:latin typeface="Calibri" panose="020F0502020204030204" pitchFamily="34" charset="0"/>
                <a:cs typeface="Calibri" panose="020F0502020204030204" pitchFamily="34" charset="0"/>
              </a:rPr>
              <a:t> LLP. </a:t>
            </a:r>
          </a:p>
        </p:txBody>
      </p:sp>
      <p:sp>
        <p:nvSpPr>
          <p:cNvPr id="8" name="TextBox 7">
            <a:extLst>
              <a:ext uri="{FF2B5EF4-FFF2-40B4-BE49-F238E27FC236}">
                <a16:creationId xmlns:a16="http://schemas.microsoft.com/office/drawing/2014/main" id="{4C89C390-0020-48A6-B5AC-4316D5612D4A}"/>
              </a:ext>
            </a:extLst>
          </p:cNvPr>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0" name="TextBox 9">
            <a:extLst>
              <a:ext uri="{FF2B5EF4-FFF2-40B4-BE49-F238E27FC236}">
                <a16:creationId xmlns:a16="http://schemas.microsoft.com/office/drawing/2014/main" id="{DD45942B-7143-43CC-A732-5FE81F65D404}"/>
              </a:ext>
            </a:extLst>
          </p:cNvPr>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2" name="TextBox 11">
            <a:extLst>
              <a:ext uri="{FF2B5EF4-FFF2-40B4-BE49-F238E27FC236}">
                <a16:creationId xmlns:a16="http://schemas.microsoft.com/office/drawing/2014/main" id="{652D3C7A-D55F-4FEA-BDC6-5973327611BA}"/>
              </a:ext>
            </a:extLst>
          </p:cNvPr>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3379469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65288"/>
            <a:ext cx="9277349" cy="4716462"/>
          </a:xfrm>
          <a:prstGeom prst="rect">
            <a:avLst/>
          </a:prstGeom>
        </p:spPr>
        <p:txBody>
          <a:bodyPr>
            <a:noAutofit/>
          </a:bodyPr>
          <a:lstStyle>
            <a:lvl1pPr marL="0" indent="0" algn="l">
              <a:spcBef>
                <a:spcPts val="3600"/>
              </a:spcBef>
              <a:buFontTx/>
              <a:buNone/>
              <a:defRPr sz="3600">
                <a:solidFill>
                  <a:schemeClr val="tx1"/>
                </a:solidFill>
              </a:defRPr>
            </a:lvl1pPr>
            <a:lvl2pPr marL="457200" indent="-457200">
              <a:defRPr sz="3000">
                <a:solidFill>
                  <a:schemeClr val="bg2"/>
                </a:solidFill>
              </a:defRPr>
            </a:lvl2pPr>
            <a:lvl3pPr>
              <a:defRPr sz="3000">
                <a:solidFill>
                  <a:schemeClr val="bg2"/>
                </a:solidFill>
              </a:defRPr>
            </a:lvl3pPr>
            <a:lvl4pPr>
              <a:defRPr sz="3000">
                <a:solidFill>
                  <a:schemeClr val="bg2"/>
                </a:solidFill>
              </a:defRPr>
            </a:lvl4pPr>
            <a:lvl5pPr>
              <a:defRPr sz="3000">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2881665169"/>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noAutofit/>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noAutofit/>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40007491"/>
      </p:ext>
    </p:extLst>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US" noProof="0"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2615426253"/>
      </p:ext>
    </p:extLst>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1" y="1665289"/>
            <a:ext cx="9277349" cy="4716463"/>
          </a:xfrm>
          <a:prstGeom prst="rect">
            <a:avLst/>
          </a:prstGeom>
        </p:spPr>
        <p:txBody>
          <a:bodyPr>
            <a:noAutofit/>
          </a:bodyPr>
          <a:lstStyle>
            <a:lvl1pPr marL="0" indent="0" algn="l">
              <a:buFontTx/>
              <a:buNone/>
              <a:tabLst>
                <a:tab pos="6729413" algn="r"/>
              </a:tabLst>
              <a:defRPr>
                <a:latin typeface="+mn-lt"/>
              </a:defRPr>
            </a:lvl1pPr>
            <a:lvl2pPr marL="139700" indent="-139700" algn="l">
              <a:buClrTx/>
              <a:buSzPct val="100000"/>
              <a:buFont typeface="Arial" panose="020B0604020202020204" pitchFamily="34" charset="0"/>
              <a:buChar char="•"/>
              <a:tabLst>
                <a:tab pos="6729413" algn="r"/>
              </a:tabLst>
              <a:defRPr>
                <a:latin typeface="+mj-lt"/>
              </a:defRPr>
            </a:lvl2pPr>
            <a:lvl3pPr marL="304800" indent="-139700" algn="l">
              <a:buClrTx/>
              <a:buSzPct val="100000"/>
              <a:buFont typeface="Arial" panose="020B0604020202020204" pitchFamily="34" charset="0"/>
              <a:buChar char="−"/>
              <a:tabLst>
                <a:tab pos="6729413" algn="r"/>
              </a:tabLst>
              <a:defRPr>
                <a:latin typeface="+mn-lt"/>
              </a:defRPr>
            </a:lvl3pPr>
            <a:lvl4pPr marL="469900" indent="-139700" algn="l">
              <a:buClrTx/>
              <a:buSzPct val="100000"/>
              <a:buFont typeface="Arial" panose="020B0604020202020204" pitchFamily="34" charset="0"/>
              <a:buChar char="◦"/>
              <a:tabLst>
                <a:tab pos="6729413"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vl6pPr>
              <a:tabLst>
                <a:tab pos="6729413" algn="r"/>
              </a:tabLst>
              <a:defRPr/>
            </a:lvl6pPr>
            <a:lvl7pPr>
              <a:tabLst>
                <a:tab pos="6729413" algn="r"/>
              </a:tabLst>
              <a:defRPr/>
            </a:lvl7pPr>
            <a:lvl8pPr>
              <a:tabLst>
                <a:tab pos="6729413" algn="r"/>
              </a:tabLst>
              <a:defRPr/>
            </a:lvl8pPr>
            <a:lvl9pPr>
              <a:tabLst>
                <a:tab pos="6729413"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Title Placeholder 1"/>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4257367851"/>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Letter Layout">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a:xfrm>
            <a:off x="8862256" y="405929"/>
            <a:ext cx="2804160" cy="1027760"/>
          </a:xfrm>
        </p:spPr>
        <p:txBody>
          <a:bodyPr>
            <a:noAutofit/>
          </a:bodyPr>
          <a:lstStyle>
            <a:lvl1pPr>
              <a:spcBef>
                <a:spcPts val="185"/>
              </a:spcBef>
              <a:defRPr sz="923">
                <a:solidFill>
                  <a:schemeClr val="tx1"/>
                </a:solidFill>
              </a:defRPr>
            </a:lvl1pPr>
            <a:lvl2pPr>
              <a:defRPr sz="969">
                <a:solidFill>
                  <a:schemeClr val="tx2"/>
                </a:solidFill>
              </a:defRPr>
            </a:lvl2pPr>
            <a:lvl3pPr>
              <a:defRPr sz="969">
                <a:solidFill>
                  <a:schemeClr val="tx2"/>
                </a:solidFill>
              </a:defRPr>
            </a:lvl3pPr>
            <a:lvl4pPr>
              <a:defRPr sz="923">
                <a:solidFill>
                  <a:schemeClr val="tx2"/>
                </a:solidFill>
              </a:defRPr>
            </a:lvl4pPr>
            <a:lvl5pPr>
              <a:defRPr sz="923">
                <a:solidFill>
                  <a:schemeClr val="tx2"/>
                </a:solidFill>
              </a:defRPr>
            </a:lvl5pPr>
          </a:lstStyle>
          <a:p>
            <a:pPr lvl="0"/>
            <a:r>
              <a:rPr lang="en-US"/>
              <a:t>Click to edit Master text styles</a:t>
            </a:r>
          </a:p>
        </p:txBody>
      </p:sp>
      <p:sp>
        <p:nvSpPr>
          <p:cNvPr id="7" name="Text Placeholder 6"/>
          <p:cNvSpPr>
            <a:spLocks noGrp="1"/>
          </p:cNvSpPr>
          <p:nvPr>
            <p:ph type="body" sz="quarter" idx="11"/>
          </p:nvPr>
        </p:nvSpPr>
        <p:spPr>
          <a:xfrm>
            <a:off x="495300" y="1665288"/>
            <a:ext cx="2796541" cy="4716462"/>
          </a:xfrm>
        </p:spPr>
        <p:txBody>
          <a:bodyPr>
            <a:noAutofit/>
          </a:bodyPr>
          <a:lstStyle>
            <a:lvl1pPr>
              <a:spcBef>
                <a:spcPts val="0"/>
              </a:spcBef>
              <a:spcAft>
                <a:spcPts val="554"/>
              </a:spcAft>
              <a:defRPr sz="969"/>
            </a:lvl1pPr>
            <a:lvl2pPr>
              <a:spcBef>
                <a:spcPts val="277"/>
              </a:spcBef>
              <a:defRPr/>
            </a:lvl2pPr>
            <a:lvl3pPr>
              <a:spcBef>
                <a:spcPts val="277"/>
              </a:spcBef>
              <a:defRPr/>
            </a:lvl3pPr>
            <a:lvl4pPr>
              <a:spcBef>
                <a:spcPts val="277"/>
              </a:spcBef>
              <a:defRPr/>
            </a:lvl4pPr>
            <a:lvl5pPr>
              <a:spcBef>
                <a:spcPts val="277"/>
              </a:spcBef>
              <a:defRPr/>
            </a:lvl5pPr>
          </a:lstStyle>
          <a:p>
            <a:pPr lvl="0"/>
            <a:r>
              <a:rPr lang="en-US"/>
              <a:t>Click to edit Master text styles</a:t>
            </a:r>
          </a:p>
        </p:txBody>
      </p:sp>
      <p:sp>
        <p:nvSpPr>
          <p:cNvPr id="9" name="Text Placeholder 8"/>
          <p:cNvSpPr>
            <a:spLocks noGrp="1"/>
          </p:cNvSpPr>
          <p:nvPr>
            <p:ph type="body" sz="quarter" idx="12"/>
          </p:nvPr>
        </p:nvSpPr>
        <p:spPr>
          <a:xfrm>
            <a:off x="3780369" y="1665287"/>
            <a:ext cx="7916331" cy="4716461"/>
          </a:xfrm>
        </p:spPr>
        <p:txBody>
          <a:bodyPr>
            <a:noAutofit/>
          </a:bodyPr>
          <a:lstStyle>
            <a:lvl1pPr marL="0" indent="0" algn="l">
              <a:spcBef>
                <a:spcPts val="1662"/>
              </a:spcBef>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noProof="0" dirty="0"/>
          </a:p>
        </p:txBody>
      </p:sp>
      <p:grpSp>
        <p:nvGrpSpPr>
          <p:cNvPr id="16" name="Group 15">
            <a:extLst>
              <a:ext uri="{FF2B5EF4-FFF2-40B4-BE49-F238E27FC236}">
                <a16:creationId xmlns:a16="http://schemas.microsoft.com/office/drawing/2014/main" id="{E7C54E12-F787-4B6D-B957-5BFB290BB220}"/>
              </a:ext>
            </a:extLst>
          </p:cNvPr>
          <p:cNvGrpSpPr>
            <a:grpSpLocks noChangeAspect="1"/>
          </p:cNvGrpSpPr>
          <p:nvPr/>
        </p:nvGrpSpPr>
        <p:grpSpPr>
          <a:xfrm>
            <a:off x="475325" y="457200"/>
            <a:ext cx="1998000" cy="374400"/>
            <a:chOff x="398463" y="404813"/>
            <a:chExt cx="1627187" cy="307976"/>
          </a:xfrm>
          <a:solidFill>
            <a:schemeClr val="tx1"/>
          </a:solidFill>
        </p:grpSpPr>
        <p:sp>
          <p:nvSpPr>
            <p:cNvPr id="17" name="Oval 5">
              <a:extLst>
                <a:ext uri="{FF2B5EF4-FFF2-40B4-BE49-F238E27FC236}">
                  <a16:creationId xmlns:a16="http://schemas.microsoft.com/office/drawing/2014/main" id="{ED842BC5-6476-461F-92C1-0BBC55269B55}"/>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a:extLst>
                <a:ext uri="{FF2B5EF4-FFF2-40B4-BE49-F238E27FC236}">
                  <a16:creationId xmlns:a16="http://schemas.microsoft.com/office/drawing/2014/main" id="{3D5047E5-5216-4426-B515-7CA53314816D}"/>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a:extLst>
                <a:ext uri="{FF2B5EF4-FFF2-40B4-BE49-F238E27FC236}">
                  <a16:creationId xmlns:a16="http://schemas.microsoft.com/office/drawing/2014/main" id="{D0A93C1C-3209-487D-B5A2-563BA5D67CD3}"/>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a:extLst>
                <a:ext uri="{FF2B5EF4-FFF2-40B4-BE49-F238E27FC236}">
                  <a16:creationId xmlns:a16="http://schemas.microsoft.com/office/drawing/2014/main" id="{8C70728D-0A6F-4BF8-A124-23D8A2DF3046}"/>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a:extLst>
                <a:ext uri="{FF2B5EF4-FFF2-40B4-BE49-F238E27FC236}">
                  <a16:creationId xmlns:a16="http://schemas.microsoft.com/office/drawing/2014/main" id="{B2CEECF2-0C1E-4BBC-BE4A-BC449A26DC25}"/>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a:extLst>
                <a:ext uri="{FF2B5EF4-FFF2-40B4-BE49-F238E27FC236}">
                  <a16:creationId xmlns:a16="http://schemas.microsoft.com/office/drawing/2014/main" id="{3B9E0F32-14A5-493D-83F2-F42588B9249B}"/>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a:extLst>
                <a:ext uri="{FF2B5EF4-FFF2-40B4-BE49-F238E27FC236}">
                  <a16:creationId xmlns:a16="http://schemas.microsoft.com/office/drawing/2014/main" id="{692FD902-0E73-43D0-B1B8-FA25CD54FE44}"/>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a:extLst>
                <a:ext uri="{FF2B5EF4-FFF2-40B4-BE49-F238E27FC236}">
                  <a16:creationId xmlns:a16="http://schemas.microsoft.com/office/drawing/2014/main" id="{BCD3C252-8F19-4706-8A09-E473846334F3}"/>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a:extLst>
                <a:ext uri="{FF2B5EF4-FFF2-40B4-BE49-F238E27FC236}">
                  <a16:creationId xmlns:a16="http://schemas.microsoft.com/office/drawing/2014/main" id="{32BC4765-ECD3-44BD-AD71-FC51A8134EE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a:extLst>
                <a:ext uri="{FF2B5EF4-FFF2-40B4-BE49-F238E27FC236}">
                  <a16:creationId xmlns:a16="http://schemas.microsoft.com/office/drawing/2014/main" id="{E37FCFBA-6C21-49F1-BD1E-969002567CA9}"/>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grpSp>
        <p:nvGrpSpPr>
          <p:cNvPr id="20" name="Group 19">
            <a:extLst>
              <a:ext uri="{FF2B5EF4-FFF2-40B4-BE49-F238E27FC236}">
                <a16:creationId xmlns:a16="http://schemas.microsoft.com/office/drawing/2014/main" id="{A475D951-68C7-4A6F-ADC6-AB9C10E42F07}"/>
              </a:ext>
            </a:extLst>
          </p:cNvPr>
          <p:cNvGrpSpPr>
            <a:grpSpLocks noChangeAspect="1"/>
          </p:cNvGrpSpPr>
          <p:nvPr/>
        </p:nvGrpSpPr>
        <p:grpSpPr>
          <a:xfrm>
            <a:off x="475325" y="457200"/>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0549B55-8335-4CC4-9417-E768B8E137DA}"/>
                </a:ext>
              </a:extLst>
            </p:cNvPr>
            <p:cNvSpPr>
              <a:spLocks noChangeArrowheads="1"/>
            </p:cNvSpPr>
            <p:nvPr/>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0C08EAE3-1065-497F-B8AA-86005E1B7A68}"/>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966AA8D-FE19-49A0-B249-C78D2E85CC91}"/>
                </a:ext>
              </a:extLst>
            </p:cNvPr>
            <p:cNvSpPr>
              <a:spLocks noChangeArrowheads="1"/>
            </p:cNvSpPr>
            <p:nvPr/>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2289C80D-1FA5-42CC-A523-8259B7FD08F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6261A9E2-F698-4343-96EA-AA0015AC51BC}"/>
                </a:ext>
              </a:extLst>
            </p:cNvPr>
            <p:cNvSpPr>
              <a:spLocks noChangeArrowheads="1"/>
            </p:cNvSpPr>
            <p:nvPr/>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1D1108B0-A2B5-43FD-8CC1-CC36168B9031}"/>
                </a:ext>
              </a:extLst>
            </p:cNvPr>
            <p:cNvSpPr>
              <a:spLocks noChangeArrowheads="1"/>
            </p:cNvSpPr>
            <p:nvPr/>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AFA473B9-98DD-4132-83C3-26DCC5D0CC8F}"/>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E1286E94-0A74-4D64-8FE5-E2FC7038DCB5}"/>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DB23453-5417-4773-B5E0-516CE48D969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2DF2930F-8858-4645-96D1-C22246695787}"/>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25922038"/>
      </p:ext>
    </p:extLst>
  </p:cSld>
  <p:clrMapOvr>
    <a:masterClrMapping/>
  </p:clrMapOvr>
  <p:transition>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665288"/>
            <a:ext cx="6240000" cy="4716463"/>
          </a:xfrm>
        </p:spPr>
        <p:txBody>
          <a:bodyPr>
            <a:noAutofit/>
          </a:bodyPr>
          <a:lstStyle/>
          <a:p>
            <a:r>
              <a:rPr lang="en-US" noProof="0"/>
              <a:t>Click icon to add picture</a:t>
            </a:r>
            <a:endParaRPr lang="en-US" noProof="0" dirty="0"/>
          </a:p>
        </p:txBody>
      </p:sp>
      <p:sp>
        <p:nvSpPr>
          <p:cNvPr id="6" name="Content Placeholder 3"/>
          <p:cNvSpPr>
            <a:spLocks noGrp="1"/>
          </p:cNvSpPr>
          <p:nvPr>
            <p:ph sz="quarter" idx="10"/>
          </p:nvPr>
        </p:nvSpPr>
        <p:spPr>
          <a:xfrm>
            <a:off x="501651" y="1665289"/>
            <a:ext cx="4456429" cy="4716463"/>
          </a:xfrm>
          <a:prstGeom prst="rect">
            <a:avLst/>
          </a:prstGeom>
        </p:spPr>
        <p:txBody>
          <a:bodyPr>
            <a:noAutofit/>
          </a:bodyPr>
          <a:lstStyle>
            <a:lvl1pPr marL="0" indent="0" algn="l">
              <a:buFontTx/>
              <a:buNone/>
              <a:tabLst>
                <a:tab pos="5029200" algn="r"/>
              </a:tabLst>
              <a:defRPr>
                <a:latin typeface="+mn-lt"/>
              </a:defRPr>
            </a:lvl1pPr>
            <a:lvl2pPr marL="139700" indent="-139700" algn="l">
              <a:buClrTx/>
              <a:buSzPct val="100000"/>
              <a:buFont typeface="Arial" panose="020B0604020202020204" pitchFamily="34" charset="0"/>
              <a:buChar char="•"/>
              <a:tabLst>
                <a:tab pos="5029200" algn="r"/>
              </a:tabLst>
              <a:defRPr>
                <a:latin typeface="+mj-lt"/>
              </a:defRPr>
            </a:lvl2pPr>
            <a:lvl3pPr marL="304800" indent="-139700" algn="l">
              <a:buClrTx/>
              <a:buSzPct val="100000"/>
              <a:buFont typeface="Arial" panose="020B0604020202020204" pitchFamily="34" charset="0"/>
              <a:buChar char="−"/>
              <a:tabLst>
                <a:tab pos="5029200" algn="r"/>
              </a:tabLst>
              <a:defRPr>
                <a:latin typeface="+mn-lt"/>
              </a:defRPr>
            </a:lvl3pPr>
            <a:lvl4pPr marL="469900" indent="-139700" algn="l">
              <a:buClrTx/>
              <a:buSzPct val="100000"/>
              <a:buFont typeface="Arial" panose="020B0604020202020204" pitchFamily="34" charset="0"/>
              <a:buChar char="◦"/>
              <a:tabLst>
                <a:tab pos="5029200" algn="r"/>
              </a:tabLst>
              <a:defRPr>
                <a:latin typeface="+mn-lt"/>
              </a:defRPr>
            </a:lvl4pPr>
            <a:lvl5pPr marL="635000" indent="-139700" algn="l">
              <a:buClrTx/>
              <a:buSzPct val="100000"/>
              <a:buFont typeface="Arial" panose="020B0604020202020204" pitchFamily="34" charset="0"/>
              <a:buChar char="−"/>
              <a:tabLst>
                <a:tab pos="5029200" algn="r"/>
              </a:tabLst>
              <a:defRPr baseline="0">
                <a:latin typeface="+mn-lt"/>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3575320718"/>
      </p:ext>
    </p:extLst>
  </p:cSld>
  <p:clrMapOvr>
    <a:masterClrMapping/>
  </p:clrMapOvr>
  <p:transition>
    <p:fad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83168138"/>
      </p:ext>
    </p:extLst>
  </p:cSld>
  <p:clrMapOvr>
    <a:masterClrMapping/>
  </p:clrMapOvr>
  <p:transition>
    <p:fad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9500060"/>
      </p:ext>
    </p:extLst>
  </p:cSld>
  <p:clrMapOvr>
    <a:masterClrMapping/>
  </p:clrMapOvr>
  <p:transition>
    <p:fad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noAutofit/>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Autofit/>
          </a:bodyPr>
          <a:lstStyle>
            <a:lvl1pPr>
              <a:spcAft>
                <a:spcPts val="0"/>
              </a:spcAft>
              <a:defRPr sz="9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73394679"/>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noAutofit/>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noAutofit/>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noAutofit/>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noAutofit/>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18443571"/>
      </p:ext>
    </p:extLst>
  </p:cSld>
  <p:clrMapOvr>
    <a:masterClrMapping/>
  </p:clrMapOvr>
  <p:transition>
    <p:fad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661230513"/>
      </p:ext>
    </p:extLst>
  </p:cSld>
  <p:clrMapOvr>
    <a:masterClrMapping/>
  </p:clrMapOvr>
  <p:transition>
    <p:fade/>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noAutofit/>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78791816"/>
      </p:ext>
    </p:extLst>
  </p:cSld>
  <p:clrMapOvr>
    <a:masterClrMapping/>
  </p:clrMapOvr>
  <p:transition>
    <p:fade/>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noAutofit/>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noAutofit/>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noAutofit/>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noAutofit/>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noAutofit/>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noAutofit/>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01935696"/>
      </p:ext>
    </p:extLst>
  </p:cSld>
  <p:clrMapOvr>
    <a:masterClrMapping/>
  </p:clrMapOvr>
  <p:transition>
    <p:fade/>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noAutofit/>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330964866"/>
      </p:ext>
    </p:extLst>
  </p:cSld>
  <p:clrMapOvr>
    <a:masterClrMapping/>
  </p:clrMapOvr>
  <p:transition>
    <p:fade/>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noAutofit/>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Rectangle 23">
            <a:extLst>
              <a:ext uri="{FF2B5EF4-FFF2-40B4-BE49-F238E27FC236}">
                <a16:creationId xmlns:a16="http://schemas.microsoft.com/office/drawing/2014/main" id="{56C776D0-A1AC-41AD-A930-68E62E311F28}"/>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5" name="Rectangle 24">
            <a:extLst>
              <a:ext uri="{FF2B5EF4-FFF2-40B4-BE49-F238E27FC236}">
                <a16:creationId xmlns:a16="http://schemas.microsoft.com/office/drawing/2014/main" id="{8676016B-595B-4B09-8A9C-981F4092254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6" name="Rectangle 25">
            <a:extLst>
              <a:ext uri="{FF2B5EF4-FFF2-40B4-BE49-F238E27FC236}">
                <a16:creationId xmlns:a16="http://schemas.microsoft.com/office/drawing/2014/main" id="{E8772A29-A091-45EF-9E05-7D38B8B671A6}"/>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7" name="Rectangle 26">
            <a:extLst>
              <a:ext uri="{FF2B5EF4-FFF2-40B4-BE49-F238E27FC236}">
                <a16:creationId xmlns:a16="http://schemas.microsoft.com/office/drawing/2014/main" id="{331A621E-F4F0-40C4-8952-5BF179427ED7}"/>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Tree>
    <p:extLst>
      <p:ext uri="{BB962C8B-B14F-4D97-AF65-F5344CB8AC3E}">
        <p14:creationId xmlns:p14="http://schemas.microsoft.com/office/powerpoint/2010/main" val="1032727331"/>
      </p:ext>
    </p:extLst>
  </p:cSld>
  <p:clrMapOvr>
    <a:masterClrMapping/>
  </p:clrMapOvr>
  <p:transition>
    <p:fade/>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Rectangle 13">
            <a:extLst>
              <a:ext uri="{FF2B5EF4-FFF2-40B4-BE49-F238E27FC236}">
                <a16:creationId xmlns:a16="http://schemas.microsoft.com/office/drawing/2014/main" id="{D360E003-ECB4-492B-8A94-28433C076FF8}"/>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5" name="Rectangle 14">
            <a:extLst>
              <a:ext uri="{FF2B5EF4-FFF2-40B4-BE49-F238E27FC236}">
                <a16:creationId xmlns:a16="http://schemas.microsoft.com/office/drawing/2014/main" id="{2D54539A-8172-4D14-BE07-3622A53C73DF}"/>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Tree>
    <p:extLst>
      <p:ext uri="{BB962C8B-B14F-4D97-AF65-F5344CB8AC3E}">
        <p14:creationId xmlns:p14="http://schemas.microsoft.com/office/powerpoint/2010/main" val="2684218450"/>
      </p:ext>
    </p:extLst>
  </p:cSld>
  <p:clrMapOvr>
    <a:masterClrMapping/>
  </p:clrMapOvr>
  <p:transition>
    <p:fad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DE12908D-2FA0-48AB-B2FF-08FF43357198}"/>
              </a:ext>
            </a:extLst>
          </p:cNvPr>
          <p:cNvSpPr>
            <a:spLocks noGrp="1"/>
          </p:cNvSpPr>
          <p:nvPr>
            <p:ph type="body" sz="quarter" idx="17"/>
          </p:nvPr>
        </p:nvSpPr>
        <p:spPr>
          <a:xfrm>
            <a:off x="51287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8DB1A9EF-276C-4FE9-B33D-E2267D9DB46B}"/>
              </a:ext>
            </a:extLst>
          </p:cNvPr>
          <p:cNvSpPr>
            <a:spLocks noGrp="1"/>
          </p:cNvSpPr>
          <p:nvPr>
            <p:ph type="body" sz="quarter" idx="26"/>
          </p:nvPr>
        </p:nvSpPr>
        <p:spPr>
          <a:xfrm>
            <a:off x="6246194" y="1857892"/>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C2A7C1E0-8314-4B78-902A-0828B984B279}"/>
              </a:ext>
            </a:extLst>
          </p:cNvPr>
          <p:cNvSpPr>
            <a:spLocks noGrp="1"/>
          </p:cNvSpPr>
          <p:nvPr>
            <p:ph type="body" sz="quarter" idx="27"/>
          </p:nvPr>
        </p:nvSpPr>
        <p:spPr>
          <a:xfrm>
            <a:off x="537297"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057B8DE-1E5B-4E78-8FC1-456B14A880F7}"/>
              </a:ext>
            </a:extLst>
          </p:cNvPr>
          <p:cNvSpPr>
            <a:spLocks noGrp="1"/>
          </p:cNvSpPr>
          <p:nvPr>
            <p:ph type="body" sz="quarter" idx="28"/>
          </p:nvPr>
        </p:nvSpPr>
        <p:spPr>
          <a:xfrm>
            <a:off x="6246194" y="4249681"/>
            <a:ext cx="5466824" cy="1695450"/>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06934927"/>
      </p:ext>
    </p:extLst>
  </p:cSld>
  <p:clrMapOvr>
    <a:masterClrMapping/>
  </p:clrMapOvr>
  <p:transition>
    <p:fade/>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F739EC70-7463-4AC3-840B-4FCA6DF39734}"/>
              </a:ext>
            </a:extLst>
          </p:cNvPr>
          <p:cNvSpPr>
            <a:spLocks noGrp="1"/>
          </p:cNvSpPr>
          <p:nvPr>
            <p:ph type="body" sz="quarter" idx="22"/>
          </p:nvPr>
        </p:nvSpPr>
        <p:spPr>
          <a:xfrm>
            <a:off x="512874" y="185789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A85F1297-532C-478B-8C8C-A7A406ADF2C4}"/>
              </a:ext>
            </a:extLst>
          </p:cNvPr>
          <p:cNvSpPr>
            <a:spLocks noGrp="1"/>
          </p:cNvSpPr>
          <p:nvPr>
            <p:ph type="body" sz="quarter" idx="23"/>
          </p:nvPr>
        </p:nvSpPr>
        <p:spPr>
          <a:xfrm>
            <a:off x="4325938" y="1861481"/>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72E6BFE1-0779-4417-985A-E1020673A1FF}"/>
              </a:ext>
            </a:extLst>
          </p:cNvPr>
          <p:cNvSpPr>
            <a:spLocks noGrp="1"/>
          </p:cNvSpPr>
          <p:nvPr>
            <p:ph type="body" sz="quarter" idx="24"/>
          </p:nvPr>
        </p:nvSpPr>
        <p:spPr>
          <a:xfrm>
            <a:off x="8148737" y="1857890"/>
            <a:ext cx="3584464" cy="3839303"/>
          </a:xfrm>
        </p:spPr>
        <p:txBody>
          <a:bodyPr>
            <a:noAutofit/>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4032317"/>
      </p:ext>
    </p:extLst>
  </p:cSld>
  <p:clrMapOvr>
    <a:masterClrMapping/>
  </p:clrMapOvr>
  <p:transition>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p:nvPr>
        </p:nvSpPr>
        <p:spPr>
          <a:xfrm>
            <a:off x="501651" y="3832225"/>
            <a:ext cx="3683949"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 Placeholder 18"/>
          <p:cNvSpPr>
            <a:spLocks noGrp="1"/>
          </p:cNvSpPr>
          <p:nvPr>
            <p:ph idx="16"/>
          </p:nvPr>
        </p:nvSpPr>
        <p:spPr>
          <a:xfrm>
            <a:off x="4267200" y="3832225"/>
            <a:ext cx="3657600"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4" name="Text Placeholder 18"/>
          <p:cNvSpPr>
            <a:spLocks noGrp="1"/>
          </p:cNvSpPr>
          <p:nvPr>
            <p:ph idx="17"/>
          </p:nvPr>
        </p:nvSpPr>
        <p:spPr>
          <a:xfrm>
            <a:off x="8006398" y="3832225"/>
            <a:ext cx="3683953" cy="2095200"/>
          </a:xfrm>
          <a:prstGeom prst="rect">
            <a:avLst/>
          </a:prstGeom>
        </p:spPr>
        <p:txBody>
          <a:bodyPr vert="horz" lIns="0" tIns="0" rIns="0" bIns="0" rtlCol="0">
            <a:no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28068673"/>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noAutofit/>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749490865"/>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249738478"/>
      </p:ext>
    </p:extLst>
  </p:cSld>
  <p:clrMapOvr>
    <a:masterClrMapping/>
  </p:clrMapOvr>
  <p:transition>
    <p:fad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9B02A5E-1924-4491-A063-D5EB632DEA83}"/>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07419557"/>
      </p:ext>
    </p:extLst>
  </p:cSld>
  <p:clrMapOvr>
    <a:masterClrMapping/>
  </p:clrMapOvr>
  <p:transition>
    <p:fad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4" name="Title Placeholder 1">
            <a:extLst>
              <a:ext uri="{FF2B5EF4-FFF2-40B4-BE49-F238E27FC236}">
                <a16:creationId xmlns:a16="http://schemas.microsoft.com/office/drawing/2014/main" id="{F79D3799-9A6C-45EE-B3ED-0F77AAB658E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577613019"/>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5009236"/>
      </p:ext>
    </p:extLst>
  </p:cSld>
  <p:clrMapOvr>
    <a:masterClrMapping/>
  </p:clrMapOvr>
  <p:transition>
    <p:fad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1_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Chart Placeholder 3"/>
          <p:cNvSpPr>
            <a:spLocks noGrp="1"/>
          </p:cNvSpPr>
          <p:nvPr>
            <p:ph type="chart" sz="quarter" idx="15"/>
          </p:nvPr>
        </p:nvSpPr>
        <p:spPr>
          <a:xfrm>
            <a:off x="501652" y="2052000"/>
            <a:ext cx="11188699" cy="4069013"/>
          </a:xfrm>
          <a:prstGeom prst="rect">
            <a:avLst/>
          </a:prstGeom>
        </p:spPr>
        <p:txBody>
          <a:bodyPr/>
          <a:lstStyle/>
          <a:p>
            <a:r>
              <a:rPr lang="en-US"/>
              <a:t>Click icon to add chart</a:t>
            </a:r>
            <a:endParaRPr lang="en-GB" dirty="0"/>
          </a:p>
        </p:txBody>
      </p:sp>
      <p:sp>
        <p:nvSpPr>
          <p:cNvPr id="18" name="Text Placeholder 8"/>
          <p:cNvSpPr>
            <a:spLocks noGrp="1"/>
          </p:cNvSpPr>
          <p:nvPr>
            <p:ph type="body" sz="quarter" idx="18"/>
          </p:nvPr>
        </p:nvSpPr>
        <p:spPr>
          <a:xfrm>
            <a:off x="501652" y="1674087"/>
            <a:ext cx="11188699" cy="357187"/>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4"/>
            <a:ext cx="11188700" cy="260737"/>
          </a:xfrm>
        </p:spPr>
        <p:txBody>
          <a:bodyPr>
            <a:normAutofit/>
          </a:bodyPr>
          <a:lstStyle>
            <a:lvl1pPr>
              <a:spcAft>
                <a:spcPts val="0"/>
              </a:spcAft>
              <a:defRPr sz="900"/>
            </a:lvl1pPr>
          </a:lstStyle>
          <a:p>
            <a:pPr lvl="0"/>
            <a:r>
              <a:rPr lang="en-US"/>
              <a:t>Click to edit Master text styles</a:t>
            </a:r>
          </a:p>
        </p:txBody>
      </p:sp>
      <p:sp>
        <p:nvSpPr>
          <p:cNvPr id="7" name="Title Placeholder 1">
            <a:extLst>
              <a:ext uri="{FF2B5EF4-FFF2-40B4-BE49-F238E27FC236}">
                <a16:creationId xmlns:a16="http://schemas.microsoft.com/office/drawing/2014/main" id="{8CFE9674-04ED-4C53-9426-4EA385799F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848894336"/>
      </p:ext>
    </p:extLst>
  </p:cSld>
  <p:clrMapOvr>
    <a:masterClrMapping/>
  </p:clrMapOvr>
  <p:transition>
    <p:fade/>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1_Title &amp; 1 column text">
    <p:spTree>
      <p:nvGrpSpPr>
        <p:cNvPr id="1" name=""/>
        <p:cNvGrpSpPr/>
        <p:nvPr/>
      </p:nvGrpSpPr>
      <p:grpSpPr>
        <a:xfrm>
          <a:off x="0" y="0"/>
          <a:ext cx="0" cy="0"/>
          <a:chOff x="0" y="0"/>
          <a:chExt cx="0" cy="0"/>
        </a:xfrm>
      </p:grpSpPr>
      <p:sp>
        <p:nvSpPr>
          <p:cNvPr id="14" name="Text Placeholder 18"/>
          <p:cNvSpPr>
            <a:spLocks noGrp="1"/>
          </p:cNvSpPr>
          <p:nvPr>
            <p:ph idx="1"/>
          </p:nvPr>
        </p:nvSpPr>
        <p:spPr>
          <a:xfrm>
            <a:off x="501651" y="1665289"/>
            <a:ext cx="11165416" cy="4716463"/>
          </a:xfrm>
          <a:prstGeom prst="rect">
            <a:avLst/>
          </a:prstGeom>
        </p:spPr>
        <p:txBody>
          <a:bodyPr vert="horz" lIns="0" tIns="0" rIns="0" bIns="0" rtlCol="0">
            <a:normAutofit/>
          </a:bodyPr>
          <a:lstStyle>
            <a:lvl1pPr marL="0" indent="0" algn="l">
              <a:buFontTx/>
              <a:buNone/>
              <a:defRPr>
                <a:latin typeface="+mn-lt"/>
              </a:defRPr>
            </a:lvl1pPr>
            <a:lvl2pPr marL="139700" indent="-139700" algn="l">
              <a:buClrTx/>
              <a:buSzPct val="100000"/>
              <a:buFont typeface="Arial" panose="020B0604020202020204" pitchFamily="34" charset="0"/>
              <a:buChar char="•"/>
              <a:defRPr>
                <a:latin typeface="+mj-lt"/>
              </a:defRPr>
            </a:lvl2pPr>
            <a:lvl3pPr marL="304800" indent="-139700" algn="l">
              <a:buClrTx/>
              <a:buSzPct val="100000"/>
              <a:buFont typeface="Arial" panose="020B0604020202020204" pitchFamily="34" charset="0"/>
              <a:buChar char="−"/>
              <a:defRPr>
                <a:latin typeface="+mn-lt"/>
              </a:defRPr>
            </a:lvl3pPr>
            <a:lvl4pPr marL="469900" indent="-139700" algn="l">
              <a:buClrTx/>
              <a:buSzPct val="100000"/>
              <a:buFont typeface="Arial" panose="020B0604020202020204" pitchFamily="34" charset="0"/>
              <a:buChar char="◦"/>
              <a:defRPr>
                <a:latin typeface="+mn-lt"/>
              </a:defRPr>
            </a:lvl4pPr>
            <a:lvl5pPr marL="635000" indent="-139700" algn="l">
              <a:buClrTx/>
              <a:buSzPct val="100000"/>
              <a:buFont typeface="Arial" panose="020B0604020202020204" pitchFamily="34" charset="0"/>
              <a:buChar char="−"/>
              <a:defRPr>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Title Placeholder 1">
            <a:extLst>
              <a:ext uri="{FF2B5EF4-FFF2-40B4-BE49-F238E27FC236}">
                <a16:creationId xmlns:a16="http://schemas.microsoft.com/office/drawing/2014/main" id="{A1AF4B88-9BDB-4994-AE11-3A74CC55FE51}"/>
              </a:ext>
            </a:extLst>
          </p:cNvPr>
          <p:cNvSpPr>
            <a:spLocks noGrp="1"/>
          </p:cNvSpPr>
          <p:nvPr>
            <p:ph type="title" hasCustomPrompt="1"/>
          </p:nvPr>
        </p:nvSpPr>
        <p:spPr>
          <a:xfrm>
            <a:off x="501652" y="317500"/>
            <a:ext cx="11180232" cy="698501"/>
          </a:xfrm>
          <a:prstGeom prst="rect">
            <a:avLst/>
          </a:prstGeom>
        </p:spPr>
        <p:txBody>
          <a:bodyPr vert="horz" lIns="0" tIns="0" rIns="0" bIns="0" rtlCol="0" anchor="t" anchorCtr="0">
            <a:noAutofit/>
          </a:bodyPr>
          <a:lstStyle>
            <a:lvl1pPr>
              <a:defRPr/>
            </a:lvl1pPr>
          </a:lstStyle>
          <a:p>
            <a:r>
              <a:rPr lang="en-US" dirty="0"/>
              <a:t>Click to add title</a:t>
            </a:r>
          </a:p>
        </p:txBody>
      </p:sp>
    </p:spTree>
    <p:extLst>
      <p:ext uri="{BB962C8B-B14F-4D97-AF65-F5344CB8AC3E}">
        <p14:creationId xmlns:p14="http://schemas.microsoft.com/office/powerpoint/2010/main" val="3325027278"/>
      </p:ext>
    </p:extLst>
  </p:cSld>
  <p:clrMapOvr>
    <a:masterClrMapping/>
  </p:clrMapOvr>
  <p:transition>
    <p:fade/>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columns of text">
    <p:spTree>
      <p:nvGrpSpPr>
        <p:cNvPr id="1" name=""/>
        <p:cNvGrpSpPr/>
        <p:nvPr/>
      </p:nvGrpSpPr>
      <p:grpSpPr>
        <a:xfrm>
          <a:off x="0" y="0"/>
          <a:ext cx="0" cy="0"/>
          <a:chOff x="0" y="0"/>
          <a:chExt cx="0" cy="0"/>
        </a:xfrm>
      </p:grpSpPr>
      <p:sp>
        <p:nvSpPr>
          <p:cNvPr id="13" name="Content Placeholder 3"/>
          <p:cNvSpPr>
            <a:spLocks noGrp="1"/>
          </p:cNvSpPr>
          <p:nvPr>
            <p:ph sz="quarter" idx="10"/>
          </p:nvPr>
        </p:nvSpPr>
        <p:spPr>
          <a:xfrm>
            <a:off x="501651" y="1665289"/>
            <a:ext cx="5305579"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Content Placeholder 3"/>
          <p:cNvSpPr>
            <a:spLocks noGrp="1"/>
          </p:cNvSpPr>
          <p:nvPr>
            <p:ph sz="quarter" idx="20"/>
          </p:nvPr>
        </p:nvSpPr>
        <p:spPr>
          <a:xfrm>
            <a:off x="6381539" y="1665289"/>
            <a:ext cx="5322781" cy="4716461"/>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8A9CD2DA-AA83-4DCB-8501-DE5878CC0B8A}"/>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7" name="Title Placeholder 1">
            <a:extLst>
              <a:ext uri="{FF2B5EF4-FFF2-40B4-BE49-F238E27FC236}">
                <a16:creationId xmlns:a16="http://schemas.microsoft.com/office/drawing/2014/main" id="{6559CC6F-6478-4902-A4D5-F8FB6538D28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423201785"/>
      </p:ext>
    </p:extLst>
  </p:cSld>
  <p:clrMapOvr>
    <a:masterClrMapping/>
  </p:clrMapOvr>
  <p:transition>
    <p:fade/>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1_2 columns - large">
    <p:spTree>
      <p:nvGrpSpPr>
        <p:cNvPr id="1" name=""/>
        <p:cNvGrpSpPr/>
        <p:nvPr/>
      </p:nvGrpSpPr>
      <p:grpSpPr>
        <a:xfrm>
          <a:off x="0" y="0"/>
          <a:ext cx="0" cy="0"/>
          <a:chOff x="0" y="0"/>
          <a:chExt cx="0" cy="0"/>
        </a:xfrm>
      </p:grpSpPr>
      <p:sp>
        <p:nvSpPr>
          <p:cNvPr id="11" name="Content Placeholder 3"/>
          <p:cNvSpPr>
            <a:spLocks noGrp="1"/>
          </p:cNvSpPr>
          <p:nvPr>
            <p:ph sz="quarter" idx="10"/>
          </p:nvPr>
        </p:nvSpPr>
        <p:spPr>
          <a:xfrm>
            <a:off x="501650" y="1665289"/>
            <a:ext cx="5305580"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Content Placeholder 3"/>
          <p:cNvSpPr>
            <a:spLocks noGrp="1"/>
          </p:cNvSpPr>
          <p:nvPr>
            <p:ph sz="quarter" idx="20"/>
          </p:nvPr>
        </p:nvSpPr>
        <p:spPr>
          <a:xfrm>
            <a:off x="6383999" y="1665289"/>
            <a:ext cx="5306351" cy="4716461"/>
          </a:xfrm>
          <a:prstGeom prst="rect">
            <a:avLst/>
          </a:prstGeom>
        </p:spPr>
        <p:txBody>
          <a:bodyPr>
            <a:normAutofit/>
          </a:bodyPr>
          <a:lstStyle>
            <a:lvl1pPr marL="0" indent="0" algn="l">
              <a:buFontTx/>
              <a:buNone/>
              <a:tabLst>
                <a:tab pos="5029200" algn="r"/>
              </a:tabLst>
              <a:defRPr sz="1600"/>
            </a:lvl1pPr>
            <a:lvl2pPr marL="177800" indent="-177800" algn="l">
              <a:buClrTx/>
              <a:buSzPct val="100000"/>
              <a:buFont typeface="Arial" panose="020B0604020202020204" pitchFamily="34" charset="0"/>
              <a:buChar char="•"/>
              <a:tabLst>
                <a:tab pos="5029200" algn="r"/>
              </a:tabLst>
              <a:defRPr sz="1600"/>
            </a:lvl2pPr>
            <a:lvl3pPr marL="381000" indent="-177800" algn="l">
              <a:buClrTx/>
              <a:buSzPct val="100000"/>
              <a:buFont typeface="Arial" panose="020B0604020202020204" pitchFamily="34" charset="0"/>
              <a:buChar char="−"/>
              <a:tabLst>
                <a:tab pos="5029200" algn="r"/>
              </a:tabLst>
              <a:defRPr sz="1600"/>
            </a:lvl3pPr>
            <a:lvl4pPr marL="584200" indent="-177800" algn="l">
              <a:buClrTx/>
              <a:buSzPct val="100000"/>
              <a:buFont typeface="Arial" panose="020B0604020202020204" pitchFamily="34" charset="0"/>
              <a:buChar char="◦"/>
              <a:tabLst>
                <a:tab pos="5029200" algn="r"/>
              </a:tabLst>
              <a:defRPr sz="1600"/>
            </a:lvl4pPr>
            <a:lvl5pPr marL="787400" indent="-177800" algn="l">
              <a:buClrTx/>
              <a:buSzPct val="100000"/>
              <a:buFont typeface="Arial" panose="020B0604020202020204" pitchFamily="34" charset="0"/>
              <a:buChar char="−"/>
              <a:tabLst>
                <a:tab pos="5029200" algn="r"/>
              </a:tabLst>
              <a:defRPr baseline="0"/>
            </a:lvl5pPr>
            <a:lvl6pPr>
              <a:defRPr sz="1600"/>
            </a:lvl6pPr>
            <a:lvl7pPr>
              <a:defRPr sz="1600"/>
            </a:lvl7pPr>
            <a:lvl8pPr>
              <a:defRPr sz="1600"/>
            </a:lvl8pPr>
            <a:lvl9pPr>
              <a:defRPr sz="1600"/>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a:extLst>
              <a:ext uri="{FF2B5EF4-FFF2-40B4-BE49-F238E27FC236}">
                <a16:creationId xmlns:a16="http://schemas.microsoft.com/office/drawing/2014/main" id="{E5225F53-1C15-499B-9179-65E3B2184C7C}"/>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914EA394-D3CD-41FC-B7FF-082F08C15AA4}"/>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995546949"/>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1_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2" y="1665289"/>
            <a:ext cx="5355165" cy="4455725"/>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3" name="Chart Placeholder 2"/>
          <p:cNvSpPr>
            <a:spLocks noGrp="1"/>
          </p:cNvSpPr>
          <p:nvPr>
            <p:ph type="chart" sz="quarter" idx="21"/>
          </p:nvPr>
        </p:nvSpPr>
        <p:spPr>
          <a:xfrm>
            <a:off x="6341223" y="2125013"/>
            <a:ext cx="5349128" cy="3996000"/>
          </a:xfrm>
        </p:spPr>
        <p:txBody>
          <a:bodyPr/>
          <a:lstStyle/>
          <a:p>
            <a:r>
              <a:rPr lang="en-US" noProof="0"/>
              <a:t>Click icon to add chart</a:t>
            </a:r>
            <a:endParaRPr lang="en-US" noProof="0" dirty="0"/>
          </a:p>
        </p:txBody>
      </p:sp>
      <p:sp>
        <p:nvSpPr>
          <p:cNvPr id="6" name="Text Placeholder 5"/>
          <p:cNvSpPr>
            <a:spLocks noGrp="1"/>
          </p:cNvSpPr>
          <p:nvPr>
            <p:ph type="body" sz="quarter" idx="22"/>
          </p:nvPr>
        </p:nvSpPr>
        <p:spPr>
          <a:xfrm>
            <a:off x="6341223" y="1665288"/>
            <a:ext cx="5349128"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50" y="6121014"/>
            <a:ext cx="11188700" cy="260737"/>
          </a:xfrm>
        </p:spPr>
        <p:txBody>
          <a:bodyPr>
            <a:normAutofit/>
          </a:bodyPr>
          <a:lstStyle>
            <a:lvl1pPr>
              <a:spcAft>
                <a:spcPts val="0"/>
              </a:spcAft>
              <a:defRPr sz="1100"/>
            </a:lvl1pPr>
          </a:lstStyle>
          <a:p>
            <a:pPr lvl="0"/>
            <a:r>
              <a:rPr lang="en-US"/>
              <a:t>Click to edit Master text styles</a:t>
            </a:r>
          </a:p>
        </p:txBody>
      </p:sp>
      <p:sp>
        <p:nvSpPr>
          <p:cNvPr id="8" name="Text Placeholder 8">
            <a:extLst>
              <a:ext uri="{FF2B5EF4-FFF2-40B4-BE49-F238E27FC236}">
                <a16:creationId xmlns:a16="http://schemas.microsoft.com/office/drawing/2014/main" id="{E911C489-B226-49BC-B069-119CF8BC96E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9" name="Title Placeholder 1">
            <a:extLst>
              <a:ext uri="{FF2B5EF4-FFF2-40B4-BE49-F238E27FC236}">
                <a16:creationId xmlns:a16="http://schemas.microsoft.com/office/drawing/2014/main" id="{F47218A4-44FE-4E96-A903-7AD44AF4E8DB}"/>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789702865"/>
      </p:ext>
    </p:extLst>
  </p:cSld>
  <p:clrMapOvr>
    <a:masterClrMapping/>
  </p:clrMapOvr>
  <p:transition>
    <p:fade/>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1_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1" y="2125013"/>
            <a:ext cx="5349129" cy="3996000"/>
          </a:xfrm>
        </p:spPr>
        <p:txBody>
          <a:bodyPr/>
          <a:lstStyle/>
          <a:p>
            <a:r>
              <a:rPr lang="en-US"/>
              <a:t>Click icon to add chart</a:t>
            </a:r>
            <a:endParaRPr lang="en-GB" dirty="0"/>
          </a:p>
        </p:txBody>
      </p:sp>
      <p:sp>
        <p:nvSpPr>
          <p:cNvPr id="6" name="Text Placeholder 5"/>
          <p:cNvSpPr>
            <a:spLocks noGrp="1"/>
          </p:cNvSpPr>
          <p:nvPr>
            <p:ph type="body" sz="quarter" idx="22"/>
          </p:nvPr>
        </p:nvSpPr>
        <p:spPr>
          <a:xfrm>
            <a:off x="6341222" y="1665288"/>
            <a:ext cx="5349129" cy="420687"/>
          </a:xfrm>
        </p:spPr>
        <p:txBody>
          <a:bodyPr/>
          <a:lstStyle/>
          <a:p>
            <a:pPr lvl="0"/>
            <a:r>
              <a:rPr lang="en-US" noProof="0"/>
              <a:t>Click to edit Master text styles</a:t>
            </a:r>
          </a:p>
        </p:txBody>
      </p:sp>
      <p:sp>
        <p:nvSpPr>
          <p:cNvPr id="15" name="Text Placeholder 7"/>
          <p:cNvSpPr>
            <a:spLocks noGrp="1"/>
          </p:cNvSpPr>
          <p:nvPr>
            <p:ph type="body" sz="quarter" idx="23"/>
          </p:nvPr>
        </p:nvSpPr>
        <p:spPr>
          <a:xfrm>
            <a:off x="501649" y="6121014"/>
            <a:ext cx="11165419" cy="260737"/>
          </a:xfrm>
        </p:spPr>
        <p:txBody>
          <a:bodyPr>
            <a:normAutofit/>
          </a:bodyPr>
          <a:lstStyle>
            <a:lvl1pPr>
              <a:spcAft>
                <a:spcPts val="0"/>
              </a:spcAft>
              <a:defRPr sz="1100"/>
            </a:lvl1pPr>
          </a:lstStyle>
          <a:p>
            <a:pPr lvl="0"/>
            <a:r>
              <a:rPr lang="en-US"/>
              <a:t>Click to edit Master text styles</a:t>
            </a:r>
          </a:p>
        </p:txBody>
      </p:sp>
      <p:sp>
        <p:nvSpPr>
          <p:cNvPr id="9" name="Chart Placeholder 2"/>
          <p:cNvSpPr>
            <a:spLocks noGrp="1"/>
          </p:cNvSpPr>
          <p:nvPr>
            <p:ph type="chart" sz="quarter" idx="24"/>
          </p:nvPr>
        </p:nvSpPr>
        <p:spPr>
          <a:xfrm>
            <a:off x="501650" y="2125013"/>
            <a:ext cx="5349240" cy="3996000"/>
          </a:xfrm>
        </p:spPr>
        <p:txBody>
          <a:bodyPr/>
          <a:lstStyle/>
          <a:p>
            <a:r>
              <a:rPr lang="en-US"/>
              <a:t>Click icon to add chart</a:t>
            </a:r>
            <a:endParaRPr lang="en-GB" dirty="0"/>
          </a:p>
        </p:txBody>
      </p:sp>
      <p:sp>
        <p:nvSpPr>
          <p:cNvPr id="12" name="Text Placeholder 5"/>
          <p:cNvSpPr>
            <a:spLocks noGrp="1"/>
          </p:cNvSpPr>
          <p:nvPr>
            <p:ph type="body" sz="quarter" idx="25"/>
          </p:nvPr>
        </p:nvSpPr>
        <p:spPr>
          <a:xfrm>
            <a:off x="501649" y="1665288"/>
            <a:ext cx="5349240" cy="420687"/>
          </a:xfrm>
        </p:spPr>
        <p:txBody>
          <a:bodyPr/>
          <a:lstStyle/>
          <a:p>
            <a:pPr lvl="0"/>
            <a:r>
              <a:rPr lang="en-US" noProof="0"/>
              <a:t>Click to edit Master text styles</a:t>
            </a:r>
          </a:p>
        </p:txBody>
      </p:sp>
      <p:sp>
        <p:nvSpPr>
          <p:cNvPr id="10" name="Text Placeholder 8">
            <a:extLst>
              <a:ext uri="{FF2B5EF4-FFF2-40B4-BE49-F238E27FC236}">
                <a16:creationId xmlns:a16="http://schemas.microsoft.com/office/drawing/2014/main" id="{5D528E1B-5BDF-48B1-B9CD-A31A99631297}"/>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4" name="Title Placeholder 1">
            <a:extLst>
              <a:ext uri="{FF2B5EF4-FFF2-40B4-BE49-F238E27FC236}">
                <a16:creationId xmlns:a16="http://schemas.microsoft.com/office/drawing/2014/main" id="{56A696DA-71F5-44D5-B231-17F470D2F6A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125568559"/>
      </p:ext>
    </p:extLst>
  </p:cSld>
  <p:clrMapOvr>
    <a:masterClrMapping/>
  </p:clrMapOvr>
  <p:transition>
    <p:fade/>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1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501650" y="1665289"/>
            <a:ext cx="4431857"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50349" y="1665289"/>
            <a:ext cx="6240000" cy="4716463"/>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5DCFBECF-F261-4066-B77C-A1FCF54AA07F}"/>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6E9BEEDA-6F6F-4BD9-B1D8-9731D1B037A6}"/>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773918090"/>
      </p:ext>
    </p:extLst>
  </p:cSld>
  <p:clrMapOvr>
    <a:masterClrMapping/>
  </p:clrMapOvr>
  <p:transition>
    <p:fade/>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1_2 content with quote ">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7577882" y="1658680"/>
            <a:ext cx="4112468" cy="4723072"/>
          </a:xfrm>
          <a:prstGeom prst="rect">
            <a:avLst/>
          </a:prstGeom>
        </p:spPr>
        <p:txBody>
          <a:bodyPr>
            <a:normAutofit/>
          </a:bodyPr>
          <a:lstStyle>
            <a:lvl1pPr>
              <a:tabLst>
                <a:tab pos="5029200" algn="r"/>
              </a:tabLst>
              <a:defRPr sz="2100">
                <a:solidFill>
                  <a:schemeClr val="accent3"/>
                </a:solidFill>
              </a:defRPr>
            </a:lvl1pPr>
            <a:lvl2pPr>
              <a:tabLst>
                <a:tab pos="5029200" algn="r"/>
              </a:tabLst>
              <a:defRPr/>
            </a:lvl2pPr>
            <a:lvl3pPr>
              <a:tabLst>
                <a:tab pos="5029200" algn="r"/>
              </a:tabLst>
              <a:defRPr/>
            </a:lvl3pPr>
            <a:lvl4pPr>
              <a:tabLst>
                <a:tab pos="5029200" algn="r"/>
              </a:tabLst>
              <a:defRPr/>
            </a:lvl4pPr>
            <a:lvl5pPr>
              <a:tabLst>
                <a:tab pos="5029200"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88"/>
            <a:ext cx="6506348" cy="4716462"/>
          </a:xfrm>
          <a:prstGeom prst="rect">
            <a:avLst/>
          </a:prstGeom>
        </p:spPr>
        <p:txBody>
          <a:bodyPr/>
          <a:lstStyle>
            <a:lvl1pPr marL="0" indent="0" algn="l">
              <a:buFontTx/>
              <a:buNone/>
              <a:tabLst>
                <a:tab pos="5029200" algn="r"/>
              </a:tabLst>
              <a:defRPr/>
            </a:lvl1pPr>
            <a:lvl2pPr marL="139700" indent="-139700" algn="l">
              <a:buClrTx/>
              <a:buSzPct val="100000"/>
              <a:buFont typeface="Arial" panose="020B0604020202020204" pitchFamily="34" charset="0"/>
              <a:buChar char="•"/>
              <a:tabLst>
                <a:tab pos="5029200" algn="r"/>
              </a:tabLst>
              <a:defRPr/>
            </a:lvl2pPr>
            <a:lvl3pPr marL="304800" indent="-139700" algn="l">
              <a:buClrTx/>
              <a:buSzPct val="100000"/>
              <a:buFont typeface="Arial" panose="020B0604020202020204" pitchFamily="34" charset="0"/>
              <a:buChar char="−"/>
              <a:tabLst>
                <a:tab pos="5029200" algn="r"/>
              </a:tabLst>
              <a:defRPr/>
            </a:lvl3pPr>
            <a:lvl4pPr marL="469900" indent="-139700" algn="l">
              <a:buClrTx/>
              <a:buSzPct val="100000"/>
              <a:buFont typeface="Arial" panose="020B0604020202020204" pitchFamily="34" charset="0"/>
              <a:buChar char="◦"/>
              <a:tabLst>
                <a:tab pos="5029200" algn="r"/>
              </a:tabLst>
              <a:defRPr/>
            </a:lvl4pPr>
            <a:lvl5pPr marL="635000" indent="-139700" algn="l">
              <a:buClrTx/>
              <a:buSzPct val="100000"/>
              <a:buFont typeface="Arial" panose="020B0604020202020204" pitchFamily="34" charset="0"/>
              <a:buChar char="−"/>
              <a:tabLst>
                <a:tab pos="502920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a:extLst>
              <a:ext uri="{FF2B5EF4-FFF2-40B4-BE49-F238E27FC236}">
                <a16:creationId xmlns:a16="http://schemas.microsoft.com/office/drawing/2014/main" id="{68009483-F3D1-4AD9-8031-CEB4620DB87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1" name="Title Placeholder 1">
            <a:extLst>
              <a:ext uri="{FF2B5EF4-FFF2-40B4-BE49-F238E27FC236}">
                <a16:creationId xmlns:a16="http://schemas.microsoft.com/office/drawing/2014/main" id="{51FE75E2-F986-4CD3-8A43-338DEE272CB9}"/>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067584790"/>
      </p:ext>
    </p:extLst>
  </p:cSld>
  <p:clrMapOvr>
    <a:masterClrMapping/>
  </p:clrMapOvr>
  <p:transition>
    <p:fade/>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1_3 chart">
    <p:spTree>
      <p:nvGrpSpPr>
        <p:cNvPr id="1" name=""/>
        <p:cNvGrpSpPr/>
        <p:nvPr/>
      </p:nvGrpSpPr>
      <p:grpSpPr>
        <a:xfrm>
          <a:off x="0" y="0"/>
          <a:ext cx="0" cy="0"/>
          <a:chOff x="0" y="0"/>
          <a:chExt cx="0" cy="0"/>
        </a:xfrm>
      </p:grpSpPr>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endParaRPr lang="en-US" noProof="0" dirty="0"/>
          </a:p>
        </p:txBody>
      </p:sp>
      <p:sp>
        <p:nvSpPr>
          <p:cNvPr id="18" name="Text Placeholder 8"/>
          <p:cNvSpPr>
            <a:spLocks noGrp="1"/>
          </p:cNvSpPr>
          <p:nvPr>
            <p:ph type="body" sz="quarter" idx="18"/>
          </p:nvPr>
        </p:nvSpPr>
        <p:spPr>
          <a:xfrm>
            <a:off x="501650" y="1659145"/>
            <a:ext cx="3549549"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22401" y="2051999"/>
            <a:ext cx="3549549" cy="4069014"/>
          </a:xfrm>
          <a:prstGeom prst="rect">
            <a:avLst/>
          </a:prstGeom>
        </p:spPr>
        <p:txBody>
          <a:bodyPr/>
          <a:lstStyle/>
          <a:p>
            <a:r>
              <a:rPr lang="en-US" noProof="0"/>
              <a:t>Click icon to add chart</a:t>
            </a:r>
            <a:endParaRPr lang="en-US" noProof="0" dirty="0"/>
          </a:p>
        </p:txBody>
      </p:sp>
      <p:sp>
        <p:nvSpPr>
          <p:cNvPr id="8" name="Text Placeholder 8"/>
          <p:cNvSpPr>
            <a:spLocks noGrp="1"/>
          </p:cNvSpPr>
          <p:nvPr>
            <p:ph type="body" sz="quarter" idx="20"/>
          </p:nvPr>
        </p:nvSpPr>
        <p:spPr>
          <a:xfrm>
            <a:off x="4321226" y="1659145"/>
            <a:ext cx="3549549"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40801" y="2051999"/>
            <a:ext cx="3549549" cy="4069014"/>
          </a:xfrm>
          <a:prstGeom prst="rect">
            <a:avLst/>
          </a:prstGeom>
        </p:spPr>
        <p:txBody>
          <a:bodyPr/>
          <a:lstStyle/>
          <a:p>
            <a:r>
              <a:rPr lang="en-US" noProof="0"/>
              <a:t>Click icon to add chart</a:t>
            </a:r>
            <a:endParaRPr lang="en-US" noProof="0" dirty="0"/>
          </a:p>
        </p:txBody>
      </p:sp>
      <p:sp>
        <p:nvSpPr>
          <p:cNvPr id="10" name="Text Placeholder 8"/>
          <p:cNvSpPr>
            <a:spLocks noGrp="1"/>
          </p:cNvSpPr>
          <p:nvPr>
            <p:ph type="body" sz="quarter" idx="22"/>
          </p:nvPr>
        </p:nvSpPr>
        <p:spPr>
          <a:xfrm>
            <a:off x="8140801" y="1659145"/>
            <a:ext cx="3549549"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4"/>
            <a:ext cx="11165419" cy="260737"/>
          </a:xfrm>
        </p:spPr>
        <p:txBody>
          <a:bodyPr>
            <a:normAutofit/>
          </a:bodyPr>
          <a:lstStyle>
            <a:lvl1pPr>
              <a:spcAft>
                <a:spcPts val="0"/>
              </a:spcAft>
              <a:defRPr sz="900"/>
            </a:lvl1pPr>
          </a:lstStyle>
          <a:p>
            <a:pPr lvl="0"/>
            <a:r>
              <a:rPr lang="en-US" noProof="0"/>
              <a:t>Click to edit Master text styles</a:t>
            </a:r>
          </a:p>
        </p:txBody>
      </p:sp>
      <p:sp>
        <p:nvSpPr>
          <p:cNvPr id="11" name="Text Placeholder 8">
            <a:extLst>
              <a:ext uri="{FF2B5EF4-FFF2-40B4-BE49-F238E27FC236}">
                <a16:creationId xmlns:a16="http://schemas.microsoft.com/office/drawing/2014/main" id="{F3BAE7D4-2DCE-493F-8804-6735FFDC6D71}"/>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0AA8666D-884E-4CE4-A16C-E06A6E0BAE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995304063"/>
      </p:ext>
    </p:extLst>
  </p:cSld>
  <p:clrMapOvr>
    <a:masterClrMapping/>
  </p:clrMapOvr>
  <p:transition>
    <p:fade/>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1_Team profile">
    <p:spTree>
      <p:nvGrpSpPr>
        <p:cNvPr id="1" name=""/>
        <p:cNvGrpSpPr/>
        <p:nvPr/>
      </p:nvGrpSpPr>
      <p:grpSpPr>
        <a:xfrm>
          <a:off x="0" y="0"/>
          <a:ext cx="0" cy="0"/>
          <a:chOff x="0" y="0"/>
          <a:chExt cx="0" cy="0"/>
        </a:xfrm>
      </p:grpSpPr>
      <p:sp>
        <p:nvSpPr>
          <p:cNvPr id="4" name="Picture Placeholder 6"/>
          <p:cNvSpPr>
            <a:spLocks noGrp="1"/>
          </p:cNvSpPr>
          <p:nvPr>
            <p:ph type="pic" sz="quarter" idx="13"/>
          </p:nvPr>
        </p:nvSpPr>
        <p:spPr>
          <a:xfrm>
            <a:off x="501649" y="1674086"/>
            <a:ext cx="2712000" cy="1260000"/>
          </a:xfrm>
        </p:spPr>
        <p:txBody>
          <a:bodyPr lIns="0" tIns="0" rIns="0" bIns="0">
            <a:noAutofit/>
          </a:bodyPr>
          <a:lstStyle/>
          <a:p>
            <a:r>
              <a:rPr lang="en-US" noProof="0"/>
              <a:t>Click icon to add picture</a:t>
            </a:r>
            <a:endParaRPr lang="en-US" noProof="0" dirty="0"/>
          </a:p>
        </p:txBody>
      </p:sp>
      <p:sp>
        <p:nvSpPr>
          <p:cNvPr id="5" name="Picture Placeholder 6"/>
          <p:cNvSpPr>
            <a:spLocks noGrp="1"/>
          </p:cNvSpPr>
          <p:nvPr>
            <p:ph type="pic" sz="quarter" idx="14"/>
          </p:nvPr>
        </p:nvSpPr>
        <p:spPr>
          <a:xfrm>
            <a:off x="3327216" y="1674086"/>
            <a:ext cx="2712000" cy="1260000"/>
          </a:xfrm>
        </p:spPr>
        <p:txBody>
          <a:bodyPr lIns="0" tIns="0" rIns="0" bIns="0">
            <a:noAutofit/>
          </a:bodyPr>
          <a:lstStyle/>
          <a:p>
            <a:r>
              <a:rPr lang="en-US" noProof="0"/>
              <a:t>Click icon to add picture</a:t>
            </a:r>
            <a:endParaRPr lang="en-US" noProof="0" dirty="0"/>
          </a:p>
        </p:txBody>
      </p:sp>
      <p:sp>
        <p:nvSpPr>
          <p:cNvPr id="6" name="Picture Placeholder 6"/>
          <p:cNvSpPr>
            <a:spLocks noGrp="1"/>
          </p:cNvSpPr>
          <p:nvPr>
            <p:ph type="pic" sz="quarter" idx="15"/>
          </p:nvPr>
        </p:nvSpPr>
        <p:spPr>
          <a:xfrm>
            <a:off x="6152783" y="1674086"/>
            <a:ext cx="2712000" cy="1260000"/>
          </a:xfrm>
        </p:spPr>
        <p:txBody>
          <a:bodyPr lIns="0" tIns="0" rIns="0" bIns="0">
            <a:noAutofit/>
          </a:bodyPr>
          <a:lstStyle/>
          <a:p>
            <a:r>
              <a:rPr lang="en-US" noProof="0"/>
              <a:t>Click icon to add picture</a:t>
            </a:r>
            <a:endParaRPr lang="en-US" noProof="0" dirty="0"/>
          </a:p>
        </p:txBody>
      </p:sp>
      <p:sp>
        <p:nvSpPr>
          <p:cNvPr id="7" name="Picture Placeholder 6"/>
          <p:cNvSpPr>
            <a:spLocks noGrp="1"/>
          </p:cNvSpPr>
          <p:nvPr>
            <p:ph type="pic" sz="quarter" idx="16"/>
          </p:nvPr>
        </p:nvSpPr>
        <p:spPr>
          <a:xfrm>
            <a:off x="8978351" y="1674086"/>
            <a:ext cx="2712000" cy="1260000"/>
          </a:xfrm>
        </p:spPr>
        <p:txBody>
          <a:bodyPr lIns="0" tIns="0" rIns="0" bIns="0">
            <a:noAutofit/>
          </a:bodyPr>
          <a:lstStyle/>
          <a:p>
            <a:r>
              <a:rPr lang="en-US" noProof="0"/>
              <a:t>Click icon to add picture</a:t>
            </a:r>
            <a:endParaRPr lang="en-US" noProof="0" dirty="0"/>
          </a:p>
        </p:txBody>
      </p:sp>
      <p:sp>
        <p:nvSpPr>
          <p:cNvPr id="9" name="Text Placeholder 8"/>
          <p:cNvSpPr>
            <a:spLocks noGrp="1"/>
          </p:cNvSpPr>
          <p:nvPr>
            <p:ph type="body" sz="quarter" idx="17"/>
          </p:nvPr>
        </p:nvSpPr>
        <p:spPr>
          <a:xfrm>
            <a:off x="501650" y="3124200"/>
            <a:ext cx="2720468" cy="3257548"/>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8"/>
          </p:nvPr>
        </p:nvSpPr>
        <p:spPr>
          <a:xfrm>
            <a:off x="6149963" y="3120551"/>
            <a:ext cx="2712000" cy="326119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9"/>
          </p:nvPr>
        </p:nvSpPr>
        <p:spPr>
          <a:xfrm>
            <a:off x="3330040" y="3124200"/>
            <a:ext cx="2712000" cy="3257549"/>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2" name="Text Placeholder 8"/>
          <p:cNvSpPr>
            <a:spLocks noGrp="1"/>
          </p:cNvSpPr>
          <p:nvPr>
            <p:ph type="body" sz="quarter" idx="20"/>
          </p:nvPr>
        </p:nvSpPr>
        <p:spPr>
          <a:xfrm>
            <a:off x="8993169" y="3108508"/>
            <a:ext cx="2697183" cy="3273240"/>
          </a:xfrm>
        </p:spPr>
        <p:txBody>
          <a:bodyPr/>
          <a:lstStyle>
            <a:lvl1pPr marL="0" indent="0" algn="l">
              <a:buFontTx/>
              <a:buNone/>
              <a:defRPr b="1">
                <a:solidFill>
                  <a:schemeClr val="accent1"/>
                </a:solidFill>
              </a:defRPr>
            </a:lvl1pPr>
            <a:lvl2pPr marL="139700" indent="-139700" algn="l">
              <a:spcAft>
                <a:spcPts val="0"/>
              </a:spcAft>
              <a:buClrTx/>
              <a:buSzPct val="100000"/>
              <a:buFont typeface="Arial" panose="020B0604020202020204" pitchFamily="34" charset="0"/>
              <a:buChar char="•"/>
              <a:defRPr/>
            </a:lvl2pPr>
            <a:lvl3pPr marL="304800" indent="-139700" algn="l">
              <a:spcAft>
                <a:spcPts val="0"/>
              </a:spcAft>
              <a:buClrTx/>
              <a:buSzPct val="100000"/>
              <a:buFont typeface="Arial" panose="020B0604020202020204" pitchFamily="34" charset="0"/>
              <a:buChar char="−"/>
              <a:defRPr/>
            </a:lvl3pPr>
            <a:lvl4pPr marL="469900" indent="-139700" algn="l">
              <a:spcAft>
                <a:spcPts val="0"/>
              </a:spcAft>
              <a:buClrTx/>
              <a:buSzPct val="100000"/>
              <a:buFont typeface="Arial" panose="020B0604020202020204" pitchFamily="34" charset="0"/>
              <a:buChar char="◦"/>
              <a:defRPr/>
            </a:lvl4pPr>
            <a:lvl5pPr marL="635000" indent="-139700" algn="l">
              <a:spcAft>
                <a:spcPts val="0"/>
              </a:spcAft>
              <a:buClrTx/>
              <a:buSzPct val="100000"/>
              <a:buFont typeface="Arial" panose="020B0604020202020204" pitchFamily="34" charset="0"/>
              <a:buChar char="−"/>
              <a:defRPr baseline="0"/>
            </a:lvl5pPr>
            <a:lvl6pPr marL="356400" indent="-176400">
              <a:spcAft>
                <a:spcPts val="0"/>
              </a:spcAft>
              <a:buFont typeface="Verdana" panose="020B0604030504040204" pitchFamily="34" charset="0"/>
              <a:buChar char="−"/>
              <a:defRPr/>
            </a:lvl6pPr>
            <a:lvl7pPr marL="356400" indent="-176400">
              <a:spcAft>
                <a:spcPts val="0"/>
              </a:spcAft>
              <a:defRPr/>
            </a:lvl7pPr>
            <a:lvl8pPr marL="356400" indent="-176400">
              <a:spcAft>
                <a:spcPts val="0"/>
              </a:spcAft>
              <a:defRPr/>
            </a:lvl8pPr>
            <a:lvl9pPr marL="356400" indent="-17640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6" name="Text Placeholder 8">
            <a:extLst>
              <a:ext uri="{FF2B5EF4-FFF2-40B4-BE49-F238E27FC236}">
                <a16:creationId xmlns:a16="http://schemas.microsoft.com/office/drawing/2014/main" id="{CB36819A-C0CE-4CC8-96BE-D57C8135F44C}"/>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A14F8B0D-4D62-4988-B307-1BB6BBEEC11C}"/>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991555132"/>
      </p:ext>
    </p:extLst>
  </p:cSld>
  <p:clrMapOvr>
    <a:masterClrMapping/>
  </p:clrMapOvr>
  <p:transition>
    <p:fade/>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Team profile 2">
    <p:spTree>
      <p:nvGrpSpPr>
        <p:cNvPr id="1" name=""/>
        <p:cNvGrpSpPr/>
        <p:nvPr/>
      </p:nvGrpSpPr>
      <p:grpSpPr>
        <a:xfrm>
          <a:off x="0" y="0"/>
          <a:ext cx="0" cy="0"/>
          <a:chOff x="0" y="0"/>
          <a:chExt cx="0" cy="0"/>
        </a:xfrm>
      </p:grpSpPr>
      <p:sp>
        <p:nvSpPr>
          <p:cNvPr id="4" name="Rectangle 3"/>
          <p:cNvSpPr/>
          <p:nvPr/>
        </p:nvSpPr>
        <p:spPr>
          <a:xfrm>
            <a:off x="504000" y="1672337"/>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5" name="Rectangle 4"/>
          <p:cNvSpPr/>
          <p:nvPr/>
        </p:nvSpPr>
        <p:spPr>
          <a:xfrm>
            <a:off x="6224085" y="1665377"/>
            <a:ext cx="5475067"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6" name="Rectangle 5"/>
          <p:cNvSpPr/>
          <p:nvPr/>
        </p:nvSpPr>
        <p:spPr>
          <a:xfrm>
            <a:off x="504000"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7" name="Rectangle 6"/>
          <p:cNvSpPr/>
          <p:nvPr/>
        </p:nvSpPr>
        <p:spPr>
          <a:xfrm>
            <a:off x="6224085" y="4065173"/>
            <a:ext cx="547506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1100" dirty="0">
              <a:solidFill>
                <a:schemeClr val="bg1"/>
              </a:solidFill>
            </a:endParaRPr>
          </a:p>
        </p:txBody>
      </p:sp>
      <p:sp>
        <p:nvSpPr>
          <p:cNvPr id="8" name="Picture Placeholder 11"/>
          <p:cNvSpPr>
            <a:spLocks noGrp="1"/>
          </p:cNvSpPr>
          <p:nvPr>
            <p:ph type="pic" sz="quarter" idx="25"/>
          </p:nvPr>
        </p:nvSpPr>
        <p:spPr>
          <a:xfrm>
            <a:off x="504000" y="1845377"/>
            <a:ext cx="1968000" cy="1476000"/>
          </a:xfrm>
        </p:spPr>
        <p:txBody>
          <a:bodyPr/>
          <a:lstStyle>
            <a:lvl1pPr algn="ctr">
              <a:defRPr/>
            </a:lvl1pPr>
          </a:lstStyle>
          <a:p>
            <a:r>
              <a:rPr lang="en-US"/>
              <a:t>Click icon to add picture</a:t>
            </a:r>
            <a:endParaRPr lang="en-GB" dirty="0"/>
          </a:p>
        </p:txBody>
      </p:sp>
      <p:sp>
        <p:nvSpPr>
          <p:cNvPr id="9" name="Picture Placeholder 11"/>
          <p:cNvSpPr>
            <a:spLocks noGrp="1"/>
          </p:cNvSpPr>
          <p:nvPr>
            <p:ph type="pic" sz="quarter" idx="27"/>
          </p:nvPr>
        </p:nvSpPr>
        <p:spPr>
          <a:xfrm>
            <a:off x="6224085" y="1845377"/>
            <a:ext cx="1968000" cy="1476000"/>
          </a:xfrm>
        </p:spPr>
        <p:txBody>
          <a:bodyPr/>
          <a:lstStyle>
            <a:lvl1pPr algn="ctr">
              <a:defRPr/>
            </a:lvl1pPr>
          </a:lstStyle>
          <a:p>
            <a:r>
              <a:rPr lang="en-US"/>
              <a:t>Click icon to add picture</a:t>
            </a:r>
            <a:endParaRPr lang="en-GB" dirty="0"/>
          </a:p>
        </p:txBody>
      </p:sp>
      <p:sp>
        <p:nvSpPr>
          <p:cNvPr id="10" name="Picture Placeholder 11"/>
          <p:cNvSpPr>
            <a:spLocks noGrp="1"/>
          </p:cNvSpPr>
          <p:nvPr>
            <p:ph type="pic" sz="quarter" idx="29"/>
          </p:nvPr>
        </p:nvSpPr>
        <p:spPr>
          <a:xfrm>
            <a:off x="504000" y="4256213"/>
            <a:ext cx="1968000" cy="1476000"/>
          </a:xfrm>
        </p:spPr>
        <p:txBody>
          <a:bodyPr/>
          <a:lstStyle>
            <a:lvl1pPr algn="ctr">
              <a:defRPr/>
            </a:lvl1pPr>
          </a:lstStyle>
          <a:p>
            <a:r>
              <a:rPr lang="en-US"/>
              <a:t>Click icon to add picture</a:t>
            </a:r>
            <a:endParaRPr lang="en-GB" dirty="0"/>
          </a:p>
        </p:txBody>
      </p:sp>
      <p:sp>
        <p:nvSpPr>
          <p:cNvPr id="11" name="Picture Placeholder 11"/>
          <p:cNvSpPr>
            <a:spLocks noGrp="1"/>
          </p:cNvSpPr>
          <p:nvPr>
            <p:ph type="pic" sz="quarter" idx="31"/>
          </p:nvPr>
        </p:nvSpPr>
        <p:spPr>
          <a:xfrm>
            <a:off x="6224085" y="4256213"/>
            <a:ext cx="1968000" cy="1476000"/>
          </a:xfrm>
        </p:spPr>
        <p:txBody>
          <a:bodyPr/>
          <a:lstStyle>
            <a:lvl1pPr algn="ctr">
              <a:defRPr/>
            </a:lvl1pPr>
          </a:lstStyle>
          <a:p>
            <a:r>
              <a:rPr lang="en-US"/>
              <a:t>Click icon to add picture</a:t>
            </a:r>
            <a:endParaRPr lang="en-GB" dirty="0"/>
          </a:p>
        </p:txBody>
      </p:sp>
      <p:sp>
        <p:nvSpPr>
          <p:cNvPr id="13" name="Text Placeholder 12"/>
          <p:cNvSpPr>
            <a:spLocks noGrp="1"/>
          </p:cNvSpPr>
          <p:nvPr>
            <p:ph type="body" sz="quarter" idx="32"/>
          </p:nvPr>
        </p:nvSpPr>
        <p:spPr>
          <a:xfrm>
            <a:off x="2683483" y="1845377"/>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4" name="Text Placeholder 12"/>
          <p:cNvSpPr>
            <a:spLocks noGrp="1"/>
          </p:cNvSpPr>
          <p:nvPr>
            <p:ph type="body" sz="quarter" idx="33"/>
          </p:nvPr>
        </p:nvSpPr>
        <p:spPr>
          <a:xfrm>
            <a:off x="8396560" y="1845377"/>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5" name="Text Placeholder 12"/>
          <p:cNvSpPr>
            <a:spLocks noGrp="1"/>
          </p:cNvSpPr>
          <p:nvPr>
            <p:ph type="body" sz="quarter" idx="34"/>
          </p:nvPr>
        </p:nvSpPr>
        <p:spPr>
          <a:xfrm>
            <a:off x="2683483" y="4256213"/>
            <a:ext cx="3288000"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6" name="Text Placeholder 12"/>
          <p:cNvSpPr>
            <a:spLocks noGrp="1"/>
          </p:cNvSpPr>
          <p:nvPr>
            <p:ph type="body" sz="quarter" idx="35"/>
          </p:nvPr>
        </p:nvSpPr>
        <p:spPr>
          <a:xfrm>
            <a:off x="8396560" y="4256213"/>
            <a:ext cx="3302592" cy="1944000"/>
          </a:xfrm>
        </p:spPr>
        <p:txBody>
          <a:bodyPr/>
          <a:lstStyle>
            <a:lvl1pPr marL="0" indent="0" algn="l">
              <a:spcAft>
                <a:spcPts val="0"/>
              </a:spcAft>
              <a:buFontTx/>
              <a:buNone/>
              <a:defRPr b="1"/>
            </a:lvl1pPr>
            <a:lvl2pPr marL="139700" indent="-139700" algn="l">
              <a:spcAft>
                <a:spcPts val="0"/>
              </a:spcAft>
              <a:buClrTx/>
              <a:buSzPct val="100000"/>
              <a:buFont typeface="Arial" panose="020B0604020202020204" pitchFamily="34" charset="0"/>
              <a:buChar char="•"/>
              <a:defRPr b="0"/>
            </a:lvl2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id="{12753468-486C-4E44-B97B-3442F4990D23}"/>
              </a:ext>
            </a:extLst>
          </p:cNvPr>
          <p:cNvSpPr/>
          <p:nvPr/>
        </p:nvSpPr>
        <p:spPr>
          <a:xfrm>
            <a:off x="47678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9" name="Rectangle 18">
            <a:extLst>
              <a:ext uri="{FF2B5EF4-FFF2-40B4-BE49-F238E27FC236}">
                <a16:creationId xmlns:a16="http://schemas.microsoft.com/office/drawing/2014/main" id="{B44C2095-0900-4569-A109-645CF4777A8D}"/>
              </a:ext>
            </a:extLst>
          </p:cNvPr>
          <p:cNvSpPr/>
          <p:nvPr/>
        </p:nvSpPr>
        <p:spPr>
          <a:xfrm>
            <a:off x="6184900" y="1669027"/>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0" name="Rectangle 19">
            <a:extLst>
              <a:ext uri="{FF2B5EF4-FFF2-40B4-BE49-F238E27FC236}">
                <a16:creationId xmlns:a16="http://schemas.microsoft.com/office/drawing/2014/main" id="{448A3CDF-F5A1-44AC-9648-5A3D0461AB03}"/>
              </a:ext>
            </a:extLst>
          </p:cNvPr>
          <p:cNvSpPr/>
          <p:nvPr/>
        </p:nvSpPr>
        <p:spPr>
          <a:xfrm>
            <a:off x="469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1" name="Rectangle 20">
            <a:extLst>
              <a:ext uri="{FF2B5EF4-FFF2-40B4-BE49-F238E27FC236}">
                <a16:creationId xmlns:a16="http://schemas.microsoft.com/office/drawing/2014/main" id="{D8A9EEEA-4AE4-43FE-9262-BC961D83A4C2}"/>
              </a:ext>
            </a:extLst>
          </p:cNvPr>
          <p:cNvSpPr/>
          <p:nvPr/>
        </p:nvSpPr>
        <p:spPr>
          <a:xfrm>
            <a:off x="6184900" y="4065173"/>
            <a:ext cx="55368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22" name="Text Placeholder 8">
            <a:extLst>
              <a:ext uri="{FF2B5EF4-FFF2-40B4-BE49-F238E27FC236}">
                <a16:creationId xmlns:a16="http://schemas.microsoft.com/office/drawing/2014/main" id="{E14920E0-BAB9-44E6-A33A-5F4B6E751C0E}"/>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B186F496-8F3D-4D1B-850D-31517B35E6F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2103275566"/>
      </p:ext>
    </p:extLst>
  </p:cSld>
  <p:clrMapOvr>
    <a:masterClrMapping/>
  </p:clrMapOvr>
  <p:transition>
    <p:fade/>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US" sz="1100" noProof="0" dirty="0">
              <a:solidFill>
                <a:schemeClr val="bg1"/>
              </a:solidFill>
            </a:endParaRPr>
          </a:p>
        </p:txBody>
      </p:sp>
      <p:sp>
        <p:nvSpPr>
          <p:cNvPr id="6"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7" name="Picture Placeholder 29"/>
          <p:cNvSpPr>
            <a:spLocks noGrp="1"/>
          </p:cNvSpPr>
          <p:nvPr>
            <p:ph type="pic" sz="quarter" idx="20" hasCustomPrompt="1"/>
          </p:nvPr>
        </p:nvSpPr>
        <p:spPr>
          <a:xfrm>
            <a:off x="10446190"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noProof="0" dirty="0">
                <a:solidFill>
                  <a:schemeClr val="bg1"/>
                </a:solidFill>
              </a:rPr>
              <a:t>Co-brand</a:t>
            </a:r>
            <a:br>
              <a:rPr lang="en-US" sz="1200" noProof="0" dirty="0">
                <a:solidFill>
                  <a:schemeClr val="bg1"/>
                </a:solidFill>
              </a:rPr>
            </a:br>
            <a:r>
              <a:rPr lang="en-US" sz="1200" noProof="0" dirty="0">
                <a:solidFill>
                  <a:schemeClr val="bg1"/>
                </a:solidFill>
              </a:rPr>
              <a:t>Logo</a:t>
            </a:r>
          </a:p>
          <a:p>
            <a:endParaRPr lang="en-US" noProof="0" dirty="0"/>
          </a:p>
        </p:txBody>
      </p:sp>
      <p:sp>
        <p:nvSpPr>
          <p:cNvPr id="10" name="Rectangle 9">
            <a:extLst>
              <a:ext uri="{FF2B5EF4-FFF2-40B4-BE49-F238E27FC236}">
                <a16:creationId xmlns:a16="http://schemas.microsoft.com/office/drawing/2014/main" id="{283703CC-2625-4A3C-9057-35BB359C858C}"/>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1" name="Rectangle 10">
            <a:extLst>
              <a:ext uri="{FF2B5EF4-FFF2-40B4-BE49-F238E27FC236}">
                <a16:creationId xmlns:a16="http://schemas.microsoft.com/office/drawing/2014/main" id="{6497003E-0D5A-4199-A9D0-BFB3CBF4A0D4}"/>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333"/>
              </a:spcAft>
            </a:pPr>
            <a:endParaRPr lang="en-US" sz="1467" noProof="0" dirty="0">
              <a:solidFill>
                <a:schemeClr val="bg1"/>
              </a:solidFill>
            </a:endParaRPr>
          </a:p>
        </p:txBody>
      </p:sp>
      <p:sp>
        <p:nvSpPr>
          <p:cNvPr id="12" name="Text Placeholder 8">
            <a:extLst>
              <a:ext uri="{FF2B5EF4-FFF2-40B4-BE49-F238E27FC236}">
                <a16:creationId xmlns:a16="http://schemas.microsoft.com/office/drawing/2014/main" id="{4074C3BE-314B-470C-927B-DBC4A457D923}"/>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3" name="Title Placeholder 1">
            <a:extLst>
              <a:ext uri="{FF2B5EF4-FFF2-40B4-BE49-F238E27FC236}">
                <a16:creationId xmlns:a16="http://schemas.microsoft.com/office/drawing/2014/main" id="{E8EE9A28-CEAF-410C-B504-E930E2347F5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1626077341"/>
      </p:ext>
    </p:extLst>
  </p:cSld>
  <p:clrMapOvr>
    <a:masterClrMapping/>
  </p:clrMapOvr>
  <p:transition>
    <p:fade/>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2_Qualifications 2 x 2">
    <p:spTree>
      <p:nvGrpSpPr>
        <p:cNvPr id="1" name=""/>
        <p:cNvGrpSpPr/>
        <p:nvPr/>
      </p:nvGrpSpPr>
      <p:grpSpPr>
        <a:xfrm>
          <a:off x="0" y="0"/>
          <a:ext cx="0" cy="0"/>
          <a:chOff x="0" y="0"/>
          <a:chExt cx="0" cy="0"/>
        </a:xfrm>
      </p:grpSpPr>
      <p:sp>
        <p:nvSpPr>
          <p:cNvPr id="4" name="Rectangle 3"/>
          <p:cNvSpPr/>
          <p:nvPr/>
        </p:nvSpPr>
        <p:spPr>
          <a:xfrm>
            <a:off x="504000"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5" name="Rectangle 4"/>
          <p:cNvSpPr/>
          <p:nvPr/>
        </p:nvSpPr>
        <p:spPr>
          <a:xfrm>
            <a:off x="6246195" y="1705378"/>
            <a:ext cx="5452957"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7" name="Picture Placeholder 29"/>
          <p:cNvSpPr>
            <a:spLocks noGrp="1"/>
          </p:cNvSpPr>
          <p:nvPr>
            <p:ph type="pic" sz="quarter" idx="20" hasCustomPrompt="1"/>
          </p:nvPr>
        </p:nvSpPr>
        <p:spPr>
          <a:xfrm>
            <a:off x="10456702" y="1857892"/>
            <a:ext cx="124416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2" name="Rectangle 11"/>
          <p:cNvSpPr/>
          <p:nvPr/>
        </p:nvSpPr>
        <p:spPr>
          <a:xfrm>
            <a:off x="504001" y="4103518"/>
            <a:ext cx="546894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3" name="Rectangle 12"/>
          <p:cNvSpPr/>
          <p:nvPr/>
        </p:nvSpPr>
        <p:spPr>
          <a:xfrm>
            <a:off x="6246194"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000"/>
              </a:spcAft>
            </a:pPr>
            <a:endParaRPr lang="en-GB" sz="1100" dirty="0">
              <a:solidFill>
                <a:schemeClr val="bg1"/>
              </a:solidFill>
            </a:endParaRPr>
          </a:p>
        </p:txBody>
      </p:sp>
      <p:sp>
        <p:nvSpPr>
          <p:cNvPr id="14" name="Picture Placeholder 29"/>
          <p:cNvSpPr>
            <a:spLocks noGrp="1"/>
          </p:cNvSpPr>
          <p:nvPr>
            <p:ph type="pic" sz="quarter" idx="24" hasCustomPrompt="1"/>
          </p:nvPr>
        </p:nvSpPr>
        <p:spPr>
          <a:xfrm>
            <a:off x="4754494" y="4249682"/>
            <a:ext cx="1239381"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5" name="Picture Placeholder 29"/>
          <p:cNvSpPr>
            <a:spLocks noGrp="1"/>
          </p:cNvSpPr>
          <p:nvPr>
            <p:ph type="pic" sz="quarter" idx="25" hasCustomPrompt="1"/>
          </p:nvPr>
        </p:nvSpPr>
        <p:spPr>
          <a:xfrm>
            <a:off x="10454993" y="4249682"/>
            <a:ext cx="1244160"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7" name="Picture Placeholder 29"/>
          <p:cNvSpPr>
            <a:spLocks noGrp="1"/>
          </p:cNvSpPr>
          <p:nvPr>
            <p:ph type="pic" sz="quarter" idx="19" hasCustomPrompt="1"/>
          </p:nvPr>
        </p:nvSpPr>
        <p:spPr>
          <a:xfrm>
            <a:off x="4769491" y="1857892"/>
            <a:ext cx="1210207" cy="549275"/>
          </a:xfrm>
        </p:spPr>
        <p:txBody>
          <a:bodyPr/>
          <a:lstStyle>
            <a:lvl1pPr marL="0" marR="0" indent="0" algn="l" defTabSz="914400" rtl="0" eaLnBrk="1" fontAlgn="auto" latinLnBrk="0" hangingPunct="1">
              <a:lnSpc>
                <a:spcPct val="100000"/>
              </a:lnSpc>
              <a:spcBef>
                <a:spcPts val="0"/>
              </a:spcBef>
              <a:spcAft>
                <a:spcPts val="1000"/>
              </a:spcAft>
              <a:buClrTx/>
              <a:buSzTx/>
              <a:buFont typeface="Arial" panose="020B0604020202020204" pitchFamily="34" charset="0"/>
              <a:buNone/>
              <a:tabLst/>
              <a:defRPr sz="900"/>
            </a:lvl1pPr>
          </a:lstStyle>
          <a:p>
            <a:pPr>
              <a:spcBef>
                <a:spcPct val="0"/>
              </a:spcBef>
            </a:pPr>
            <a:r>
              <a:rPr lang="en-US" sz="1200" dirty="0">
                <a:solidFill>
                  <a:schemeClr val="bg1"/>
                </a:solidFill>
              </a:rPr>
              <a:t>Co-brand</a:t>
            </a:r>
            <a:br>
              <a:rPr lang="en-US" sz="1200" dirty="0">
                <a:solidFill>
                  <a:schemeClr val="bg1"/>
                </a:solidFill>
              </a:rPr>
            </a:br>
            <a:r>
              <a:rPr lang="en-US" sz="1200" dirty="0">
                <a:solidFill>
                  <a:schemeClr val="bg1"/>
                </a:solidFill>
              </a:rPr>
              <a:t>Logo</a:t>
            </a:r>
          </a:p>
          <a:p>
            <a:endParaRPr lang="en-GB" dirty="0"/>
          </a:p>
        </p:txBody>
      </p:sp>
      <p:sp>
        <p:nvSpPr>
          <p:cNvPr id="18" name="Rectangle 17">
            <a:extLst>
              <a:ext uri="{FF2B5EF4-FFF2-40B4-BE49-F238E27FC236}">
                <a16:creationId xmlns:a16="http://schemas.microsoft.com/office/drawing/2014/main" id="{A32462FA-7D20-4E6B-9335-5F0CC56925D0}"/>
              </a:ext>
            </a:extLst>
          </p:cNvPr>
          <p:cNvSpPr/>
          <p:nvPr/>
        </p:nvSpPr>
        <p:spPr>
          <a:xfrm>
            <a:off x="469899"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19" name="Rectangle 18">
            <a:extLst>
              <a:ext uri="{FF2B5EF4-FFF2-40B4-BE49-F238E27FC236}">
                <a16:creationId xmlns:a16="http://schemas.microsoft.com/office/drawing/2014/main" id="{E5AF616D-3F67-4FD6-BC16-ABC13A0ACA22}"/>
              </a:ext>
            </a:extLst>
          </p:cNvPr>
          <p:cNvSpPr/>
          <p:nvPr/>
        </p:nvSpPr>
        <p:spPr>
          <a:xfrm>
            <a:off x="6167796" y="1705379"/>
            <a:ext cx="5544000"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0" name="Rectangle 19">
            <a:extLst>
              <a:ext uri="{FF2B5EF4-FFF2-40B4-BE49-F238E27FC236}">
                <a16:creationId xmlns:a16="http://schemas.microsoft.com/office/drawing/2014/main" id="{01986DCA-1B97-4EC9-A852-97E5340E26DC}"/>
              </a:ext>
            </a:extLst>
          </p:cNvPr>
          <p:cNvSpPr/>
          <p:nvPr/>
        </p:nvSpPr>
        <p:spPr>
          <a:xfrm>
            <a:off x="469899"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1" name="Rectangle 20">
            <a:extLst>
              <a:ext uri="{FF2B5EF4-FFF2-40B4-BE49-F238E27FC236}">
                <a16:creationId xmlns:a16="http://schemas.microsoft.com/office/drawing/2014/main" id="{421E9D44-54F1-4CE7-8FDF-78DC08D29E3F}"/>
              </a:ext>
            </a:extLst>
          </p:cNvPr>
          <p:cNvSpPr/>
          <p:nvPr/>
        </p:nvSpPr>
        <p:spPr>
          <a:xfrm>
            <a:off x="6167796" y="4103519"/>
            <a:ext cx="5544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oAutofit/>
          </a:bodyPr>
          <a:lstStyle/>
          <a:p>
            <a:pPr algn="ctr">
              <a:spcAft>
                <a:spcPts val="1333"/>
              </a:spcAft>
            </a:pPr>
            <a:endParaRPr lang="en-US" sz="1467" noProof="0" dirty="0">
              <a:solidFill>
                <a:schemeClr val="bg1"/>
              </a:solidFill>
            </a:endParaRPr>
          </a:p>
        </p:txBody>
      </p:sp>
      <p:sp>
        <p:nvSpPr>
          <p:cNvPr id="22" name="Text Placeholder 8">
            <a:extLst>
              <a:ext uri="{FF2B5EF4-FFF2-40B4-BE49-F238E27FC236}">
                <a16:creationId xmlns:a16="http://schemas.microsoft.com/office/drawing/2014/main" id="{3CAAD7DA-8C87-4BD9-82C1-81D09B5A7A7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23" name="Title Placeholder 1">
            <a:extLst>
              <a:ext uri="{FF2B5EF4-FFF2-40B4-BE49-F238E27FC236}">
                <a16:creationId xmlns:a16="http://schemas.microsoft.com/office/drawing/2014/main" id="{9957D34C-FCB8-47FD-97FA-BF6A4F7FEC37}"/>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24" name="Text Placeholder 8">
            <a:extLst>
              <a:ext uri="{FF2B5EF4-FFF2-40B4-BE49-F238E27FC236}">
                <a16:creationId xmlns:a16="http://schemas.microsoft.com/office/drawing/2014/main" id="{C0C507E7-B81B-4C48-A5AA-EB2302302973}"/>
              </a:ext>
            </a:extLst>
          </p:cNvPr>
          <p:cNvSpPr>
            <a:spLocks noGrp="1"/>
          </p:cNvSpPr>
          <p:nvPr>
            <p:ph type="body" sz="quarter" idx="17"/>
          </p:nvPr>
        </p:nvSpPr>
        <p:spPr>
          <a:xfrm>
            <a:off x="512874" y="1857892"/>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5" name="Text Placeholder 8">
            <a:extLst>
              <a:ext uri="{FF2B5EF4-FFF2-40B4-BE49-F238E27FC236}">
                <a16:creationId xmlns:a16="http://schemas.microsoft.com/office/drawing/2014/main" id="{A4B9D944-7F4E-42D4-8A84-43402BC40F0D}"/>
              </a:ext>
            </a:extLst>
          </p:cNvPr>
          <p:cNvSpPr>
            <a:spLocks noGrp="1"/>
          </p:cNvSpPr>
          <p:nvPr>
            <p:ph type="body" sz="quarter" idx="21"/>
          </p:nvPr>
        </p:nvSpPr>
        <p:spPr>
          <a:xfrm>
            <a:off x="6246195" y="1857892"/>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6" name="Text Placeholder 8">
            <a:extLst>
              <a:ext uri="{FF2B5EF4-FFF2-40B4-BE49-F238E27FC236}">
                <a16:creationId xmlns:a16="http://schemas.microsoft.com/office/drawing/2014/main" id="{D3B7D15E-E3BF-4AE0-B657-86BF4076BE3E}"/>
              </a:ext>
            </a:extLst>
          </p:cNvPr>
          <p:cNvSpPr>
            <a:spLocks noGrp="1"/>
          </p:cNvSpPr>
          <p:nvPr>
            <p:ph type="body" sz="quarter" idx="26"/>
          </p:nvPr>
        </p:nvSpPr>
        <p:spPr>
          <a:xfrm>
            <a:off x="547075" y="4251853"/>
            <a:ext cx="5466824"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27" name="Text Placeholder 8">
            <a:extLst>
              <a:ext uri="{FF2B5EF4-FFF2-40B4-BE49-F238E27FC236}">
                <a16:creationId xmlns:a16="http://schemas.microsoft.com/office/drawing/2014/main" id="{960D4485-EAA8-48B3-931F-31B5CEB3E678}"/>
              </a:ext>
            </a:extLst>
          </p:cNvPr>
          <p:cNvSpPr>
            <a:spLocks noGrp="1"/>
          </p:cNvSpPr>
          <p:nvPr>
            <p:ph type="body" sz="quarter" idx="27"/>
          </p:nvPr>
        </p:nvSpPr>
        <p:spPr>
          <a:xfrm>
            <a:off x="6280396" y="4251853"/>
            <a:ext cx="5444156" cy="169545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3363224213"/>
      </p:ext>
    </p:extLst>
  </p:cSld>
  <p:clrMapOvr>
    <a:masterClrMapping/>
  </p:clrMapOvr>
  <p:transition>
    <p:fade/>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2_3 column green line">
    <p:spTree>
      <p:nvGrpSpPr>
        <p:cNvPr id="1" name=""/>
        <p:cNvGrpSpPr/>
        <p:nvPr/>
      </p:nvGrpSpPr>
      <p:grpSpPr>
        <a:xfrm>
          <a:off x="0" y="0"/>
          <a:ext cx="0" cy="0"/>
          <a:chOff x="0" y="0"/>
          <a:chExt cx="0" cy="0"/>
        </a:xfrm>
      </p:grpSpPr>
      <p:sp>
        <p:nvSpPr>
          <p:cNvPr id="4" name="Rectangle 3"/>
          <p:cNvSpPr/>
          <p:nvPr/>
        </p:nvSpPr>
        <p:spPr>
          <a:xfrm>
            <a:off x="4320000"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5" name="Rectangle 4"/>
          <p:cNvSpPr/>
          <p:nvPr/>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6" name="Rectangle 5"/>
          <p:cNvSpPr/>
          <p:nvPr/>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100" noProof="0" dirty="0">
              <a:solidFill>
                <a:schemeClr val="bg1"/>
              </a:solidFill>
            </a:endParaRPr>
          </a:p>
        </p:txBody>
      </p:sp>
      <p:sp>
        <p:nvSpPr>
          <p:cNvPr id="11" name="Rectangle 10">
            <a:extLst>
              <a:ext uri="{FF2B5EF4-FFF2-40B4-BE49-F238E27FC236}">
                <a16:creationId xmlns:a16="http://schemas.microsoft.com/office/drawing/2014/main" id="{BCD5B122-EABE-4ECA-819A-54D0AA2130F9}"/>
              </a:ext>
            </a:extLst>
          </p:cNvPr>
          <p:cNvSpPr/>
          <p:nvPr/>
        </p:nvSpPr>
        <p:spPr>
          <a:xfrm>
            <a:off x="4278313"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2" name="Rectangle 11">
            <a:extLst>
              <a:ext uri="{FF2B5EF4-FFF2-40B4-BE49-F238E27FC236}">
                <a16:creationId xmlns:a16="http://schemas.microsoft.com/office/drawing/2014/main" id="{3FF78E2E-2B9E-4E32-8A54-BC55293CD3C9}"/>
              </a:ext>
            </a:extLst>
          </p:cNvPr>
          <p:cNvSpPr/>
          <p:nvPr/>
        </p:nvSpPr>
        <p:spPr>
          <a:xfrm>
            <a:off x="469900"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3" name="Rectangle 12">
            <a:extLst>
              <a:ext uri="{FF2B5EF4-FFF2-40B4-BE49-F238E27FC236}">
                <a16:creationId xmlns:a16="http://schemas.microsoft.com/office/drawing/2014/main" id="{6B0F314D-E019-4AD3-B954-818463FF0B9D}"/>
              </a:ext>
            </a:extLst>
          </p:cNvPr>
          <p:cNvSpPr/>
          <p:nvPr/>
        </p:nvSpPr>
        <p:spPr>
          <a:xfrm>
            <a:off x="8104176"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16" name="Text Placeholder 8">
            <a:extLst>
              <a:ext uri="{FF2B5EF4-FFF2-40B4-BE49-F238E27FC236}">
                <a16:creationId xmlns:a16="http://schemas.microsoft.com/office/drawing/2014/main" id="{E69DF469-1C05-4DC1-B6C9-2712D9E1B834}"/>
              </a:ext>
            </a:extLst>
          </p:cNvPr>
          <p:cNvSpPr>
            <a:spLocks noGrp="1"/>
          </p:cNvSpPr>
          <p:nvPr>
            <p:ph type="body" sz="quarter" idx="21"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7" name="Title Placeholder 1">
            <a:extLst>
              <a:ext uri="{FF2B5EF4-FFF2-40B4-BE49-F238E27FC236}">
                <a16:creationId xmlns:a16="http://schemas.microsoft.com/office/drawing/2014/main" id="{77DBFC5B-8E23-48FC-97C3-38FCFE625365}"/>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14" name="Text Placeholder 8">
            <a:extLst>
              <a:ext uri="{FF2B5EF4-FFF2-40B4-BE49-F238E27FC236}">
                <a16:creationId xmlns:a16="http://schemas.microsoft.com/office/drawing/2014/main" id="{68D44A10-A1BE-4B60-89A4-889D08B8B34B}"/>
              </a:ext>
            </a:extLst>
          </p:cNvPr>
          <p:cNvSpPr>
            <a:spLocks noGrp="1"/>
          </p:cNvSpPr>
          <p:nvPr>
            <p:ph type="body" sz="quarter" idx="17"/>
          </p:nvPr>
        </p:nvSpPr>
        <p:spPr>
          <a:xfrm>
            <a:off x="512874" y="1857892"/>
            <a:ext cx="3584464" cy="4265506"/>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5" name="Text Placeholder 8">
            <a:extLst>
              <a:ext uri="{FF2B5EF4-FFF2-40B4-BE49-F238E27FC236}">
                <a16:creationId xmlns:a16="http://schemas.microsoft.com/office/drawing/2014/main" id="{9F52FC78-7A4E-4367-9DA3-28A234B39DF1}"/>
              </a:ext>
            </a:extLst>
          </p:cNvPr>
          <p:cNvSpPr>
            <a:spLocks noGrp="1"/>
          </p:cNvSpPr>
          <p:nvPr>
            <p:ph type="body" sz="quarter" idx="22"/>
          </p:nvPr>
        </p:nvSpPr>
        <p:spPr>
          <a:xfrm>
            <a:off x="4320000"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8" name="Text Placeholder 8">
            <a:extLst>
              <a:ext uri="{FF2B5EF4-FFF2-40B4-BE49-F238E27FC236}">
                <a16:creationId xmlns:a16="http://schemas.microsoft.com/office/drawing/2014/main" id="{2D6B6D6E-986C-4D4B-8630-4EBB5F79C2AC}"/>
              </a:ext>
            </a:extLst>
          </p:cNvPr>
          <p:cNvSpPr>
            <a:spLocks noGrp="1"/>
          </p:cNvSpPr>
          <p:nvPr>
            <p:ph type="body" sz="quarter" idx="23"/>
          </p:nvPr>
        </p:nvSpPr>
        <p:spPr>
          <a:xfrm>
            <a:off x="8177084" y="1897258"/>
            <a:ext cx="3556117" cy="4226140"/>
          </a:xfrm>
        </p:spPr>
        <p:txBody>
          <a:bodyPr/>
          <a:lstStyle>
            <a:lvl1pPr marL="0" indent="0" algn="l">
              <a:spcAft>
                <a:spcPts val="1000"/>
              </a:spcAft>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388287555"/>
      </p:ext>
    </p:extLst>
  </p:cSld>
  <p:clrMapOvr>
    <a:masterClrMapping/>
  </p:clrMapOvr>
  <p:transition>
    <p:fade/>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1_3 picture and text">
    <p:spTree>
      <p:nvGrpSpPr>
        <p:cNvPr id="1" name=""/>
        <p:cNvGrpSpPr/>
        <p:nvPr/>
      </p:nvGrpSpPr>
      <p:grpSpPr>
        <a:xfrm>
          <a:off x="0" y="0"/>
          <a:ext cx="0" cy="0"/>
          <a:chOff x="0" y="0"/>
          <a:chExt cx="0" cy="0"/>
        </a:xfrm>
      </p:grpSpPr>
      <p:sp>
        <p:nvSpPr>
          <p:cNvPr id="4" name="Picture Placeholder 7"/>
          <p:cNvSpPr>
            <a:spLocks noGrp="1"/>
          </p:cNvSpPr>
          <p:nvPr>
            <p:ph type="pic" sz="quarter" idx="13"/>
          </p:nvPr>
        </p:nvSpPr>
        <p:spPr>
          <a:xfrm>
            <a:off x="501651" y="1674087"/>
            <a:ext cx="3695700" cy="1971675"/>
          </a:xfrm>
        </p:spPr>
        <p:txBody>
          <a:bodyPr/>
          <a:lstStyle/>
          <a:p>
            <a:r>
              <a:rPr lang="en-US" noProof="0"/>
              <a:t>Click icon to add picture</a:t>
            </a:r>
            <a:endParaRPr lang="en-US" noProof="0" dirty="0"/>
          </a:p>
        </p:txBody>
      </p:sp>
      <p:sp>
        <p:nvSpPr>
          <p:cNvPr id="5" name="Picture Placeholder 7"/>
          <p:cNvSpPr>
            <a:spLocks noGrp="1"/>
          </p:cNvSpPr>
          <p:nvPr>
            <p:ph type="pic" sz="quarter" idx="14"/>
          </p:nvPr>
        </p:nvSpPr>
        <p:spPr>
          <a:xfrm>
            <a:off x="8006398" y="1674087"/>
            <a:ext cx="3683953" cy="1971675"/>
          </a:xfrm>
        </p:spPr>
        <p:txBody>
          <a:bodyPr/>
          <a:lstStyle/>
          <a:p>
            <a:r>
              <a:rPr lang="en-US" noProof="0"/>
              <a:t>Click icon to add picture</a:t>
            </a:r>
            <a:endParaRPr lang="en-US" noProof="0" dirty="0"/>
          </a:p>
        </p:txBody>
      </p:sp>
      <p:sp>
        <p:nvSpPr>
          <p:cNvPr id="6" name="Picture Placeholder 7"/>
          <p:cNvSpPr>
            <a:spLocks noGrp="1"/>
          </p:cNvSpPr>
          <p:nvPr>
            <p:ph type="pic" sz="quarter" idx="15"/>
          </p:nvPr>
        </p:nvSpPr>
        <p:spPr>
          <a:xfrm>
            <a:off x="4273075" y="1674087"/>
            <a:ext cx="3657600" cy="1971675"/>
          </a:xfrm>
        </p:spPr>
        <p:txBody>
          <a:bodyPr/>
          <a:lstStyle/>
          <a:p>
            <a:r>
              <a:rPr lang="en-US" noProof="0"/>
              <a:t>Click icon to add picture</a:t>
            </a:r>
            <a:endParaRPr lang="en-US" noProof="0" dirty="0"/>
          </a:p>
        </p:txBody>
      </p:sp>
      <p:sp>
        <p:nvSpPr>
          <p:cNvPr id="9" name="Text Placeholder 18"/>
          <p:cNvSpPr>
            <a:spLocks noGrp="1"/>
          </p:cNvSpPr>
          <p:nvPr>
            <p:ph idx="1" hasCustomPrompt="1"/>
          </p:nvPr>
        </p:nvSpPr>
        <p:spPr>
          <a:xfrm>
            <a:off x="501651" y="3832225"/>
            <a:ext cx="3683949"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3" name="Text Placeholder 18"/>
          <p:cNvSpPr>
            <a:spLocks noGrp="1"/>
          </p:cNvSpPr>
          <p:nvPr>
            <p:ph idx="16" hasCustomPrompt="1"/>
          </p:nvPr>
        </p:nvSpPr>
        <p:spPr>
          <a:xfrm>
            <a:off x="4267200" y="3832225"/>
            <a:ext cx="3657600"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rmAutofit/>
          </a:bodyPr>
          <a:lstStyle>
            <a:lvl1pPr marL="0" indent="0" algn="l">
              <a:buFontTx/>
              <a:buNone/>
              <a:defRPr/>
            </a:lvl1pPr>
            <a:lvl2pPr marL="139700" indent="-139700" algn="l">
              <a:buClrTx/>
              <a:buSzPct val="100000"/>
              <a:buFont typeface="Arial" panose="020B0604020202020204" pitchFamily="34" charset="0"/>
              <a:buChar char="•"/>
              <a:defRPr/>
            </a:lvl2pPr>
            <a:lvl3pPr marL="304800" indent="-139700" algn="l">
              <a:buClrTx/>
              <a:buSzPct val="100000"/>
              <a:buFont typeface="Arial" panose="020B0604020202020204" pitchFamily="34" charset="0"/>
              <a:buChar char="−"/>
              <a:defRPr/>
            </a:lvl3pPr>
            <a:lvl4pPr marL="469900" indent="-139700" algn="l">
              <a:buClrTx/>
              <a:buSzPct val="100000"/>
              <a:buFont typeface="Arial" panose="020B0604020202020204" pitchFamily="34" charset="0"/>
              <a:buChar char="◦"/>
              <a:defRPr/>
            </a:lvl4pPr>
            <a:lvl5pPr marL="635000" indent="-139700" algn="l">
              <a:buClrTx/>
              <a:buSzPct val="100000"/>
              <a:buFont typeface="Arial" panose="020B0604020202020204" pitchFamily="34" charset="0"/>
              <a:buChar char="−"/>
              <a:defRPr/>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11" name="Text Placeholder 8">
            <a:extLst>
              <a:ext uri="{FF2B5EF4-FFF2-40B4-BE49-F238E27FC236}">
                <a16:creationId xmlns:a16="http://schemas.microsoft.com/office/drawing/2014/main" id="{9F15AF63-D425-4D3F-B484-4B7A0F329F9A}"/>
              </a:ext>
            </a:extLst>
          </p:cNvPr>
          <p:cNvSpPr>
            <a:spLocks noGrp="1"/>
          </p:cNvSpPr>
          <p:nvPr>
            <p:ph type="body" sz="quarter" idx="18"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2" name="Title Placeholder 1">
            <a:extLst>
              <a:ext uri="{FF2B5EF4-FFF2-40B4-BE49-F238E27FC236}">
                <a16:creationId xmlns:a16="http://schemas.microsoft.com/office/drawing/2014/main" id="{F7002A92-1CF7-42F5-B761-7DB3C2CF11E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403782771"/>
      </p:ext>
    </p:extLst>
  </p:cSld>
  <p:clrMapOvr>
    <a:masterClrMapping/>
  </p:clrMapOvr>
  <p:transition>
    <p:fade/>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2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504000"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096836"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68279"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32557" y="2556000"/>
            <a:ext cx="2592000" cy="3394800"/>
          </a:xfrm>
        </p:spPr>
        <p:txBody>
          <a:bodyPr/>
          <a:lstStyle>
            <a:lvl1pPr marL="0" indent="0" algn="l">
              <a:buFontTx/>
              <a:buNone/>
              <a:defRPr b="1">
                <a:solidFill>
                  <a:schemeClr val="accent1"/>
                </a:solidFill>
              </a:defRPr>
            </a:lvl1pPr>
            <a:lvl2pPr marL="139700" indent="-139700" algn="l">
              <a:spcAft>
                <a:spcPts val="1000"/>
              </a:spcAft>
              <a:buClrTx/>
              <a:buSzPct val="100000"/>
              <a:buFont typeface="Arial" panose="020B0604020202020204" pitchFamily="34" charset="0"/>
              <a:buChar char="•"/>
              <a:defRPr/>
            </a:lvl2pPr>
            <a:lvl3pPr marL="304800" indent="-139700" algn="l">
              <a:spcAft>
                <a:spcPts val="1000"/>
              </a:spcAft>
              <a:buClrTx/>
              <a:buSzPct val="100000"/>
              <a:buFont typeface="Arial" panose="020B0604020202020204" pitchFamily="34" charset="0"/>
              <a:buChar char="−"/>
              <a:defRPr/>
            </a:lvl3pPr>
            <a:lvl4pPr marL="469900" indent="-139700" algn="l">
              <a:spcAft>
                <a:spcPts val="1000"/>
              </a:spcAft>
              <a:buClrTx/>
              <a:buSzPct val="100000"/>
              <a:buFont typeface="Arial" panose="020B0604020202020204" pitchFamily="34" charset="0"/>
              <a:buChar char="◦"/>
              <a:defRPr/>
            </a:lvl4pPr>
            <a:lvl5pPr marL="635000" indent="-139700" algn="l">
              <a:spcAft>
                <a:spcPts val="1000"/>
              </a:spcAft>
              <a:buClrTx/>
              <a:buSzPct val="100000"/>
              <a:buFont typeface="Arial" panose="020B0604020202020204" pitchFamily="34" charset="0"/>
              <a:buChar char="−"/>
              <a:defRPr baseline="0"/>
            </a:lvl5pPr>
            <a:lvl6pPr marL="356400" indent="-176400">
              <a:spcAft>
                <a:spcPts val="1000"/>
              </a:spcAft>
              <a:buFont typeface="Verdana" panose="020B0604030504040204" pitchFamily="34" charset="0"/>
              <a:buChar char="−"/>
              <a:defRPr/>
            </a:lvl6pPr>
            <a:lvl7pPr marL="356400" indent="-176400">
              <a:spcAft>
                <a:spcPts val="1000"/>
              </a:spcAft>
              <a:defRPr/>
            </a:lvl7pPr>
            <a:lvl8pPr marL="356400" indent="-176400">
              <a:spcAft>
                <a:spcPts val="1000"/>
              </a:spcAft>
              <a:defRPr/>
            </a:lvl8pPr>
            <a:lvl9pPr marL="356400" indent="-176400">
              <a:spcAft>
                <a:spcPts val="100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a:extLst>
              <a:ext uri="{FF2B5EF4-FFF2-40B4-BE49-F238E27FC236}">
                <a16:creationId xmlns:a16="http://schemas.microsoft.com/office/drawing/2014/main" id="{43B6715C-C932-49B3-880D-8C5710C8F99B}"/>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10" name="Title Placeholder 1">
            <a:extLst>
              <a:ext uri="{FF2B5EF4-FFF2-40B4-BE49-F238E27FC236}">
                <a16:creationId xmlns:a16="http://schemas.microsoft.com/office/drawing/2014/main" id="{6EA7B5E5-1F8D-43CD-9AD2-8B87181DC53D}"/>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418265622"/>
      </p:ext>
    </p:extLst>
  </p:cSld>
  <p:clrMapOvr>
    <a:masterClrMapping/>
  </p:clrMapOvr>
  <p:transition>
    <p:fade/>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1_Title, subtitle, 1 column text with charts">
    <p:spTree>
      <p:nvGrpSpPr>
        <p:cNvPr id="1" name=""/>
        <p:cNvGrpSpPr/>
        <p:nvPr/>
      </p:nvGrpSpPr>
      <p:grpSpPr>
        <a:xfrm>
          <a:off x="0" y="0"/>
          <a:ext cx="0" cy="0"/>
          <a:chOff x="0" y="0"/>
          <a:chExt cx="0" cy="0"/>
        </a:xfrm>
      </p:grpSpPr>
      <p:sp>
        <p:nvSpPr>
          <p:cNvPr id="10" name="Text Placeholder 18"/>
          <p:cNvSpPr>
            <a:spLocks noGrp="1"/>
          </p:cNvSpPr>
          <p:nvPr>
            <p:ph idx="1"/>
          </p:nvPr>
        </p:nvSpPr>
        <p:spPr>
          <a:xfrm>
            <a:off x="501650" y="1665289"/>
            <a:ext cx="5594351" cy="4716463"/>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5" name="Text Placeholder 8">
            <a:extLst>
              <a:ext uri="{FF2B5EF4-FFF2-40B4-BE49-F238E27FC236}">
                <a16:creationId xmlns:a16="http://schemas.microsoft.com/office/drawing/2014/main" id="{9939BF43-6ABE-4327-81AC-7892A0477322}"/>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6" name="Title Placeholder 1">
            <a:extLst>
              <a:ext uri="{FF2B5EF4-FFF2-40B4-BE49-F238E27FC236}">
                <a16:creationId xmlns:a16="http://schemas.microsoft.com/office/drawing/2014/main" id="{E4133C46-CE37-4404-B4D0-9DFA124106B1}"/>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Tree>
    <p:extLst>
      <p:ext uri="{BB962C8B-B14F-4D97-AF65-F5344CB8AC3E}">
        <p14:creationId xmlns:p14="http://schemas.microsoft.com/office/powerpoint/2010/main" val="3447457093"/>
      </p:ext>
    </p:extLst>
  </p:cSld>
  <p:clrMapOvr>
    <a:masterClrMapping/>
  </p:clrMapOvr>
  <p:transition>
    <p:fade/>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1_Title &amp; subtitle">
    <p:spTree>
      <p:nvGrpSpPr>
        <p:cNvPr id="1" name=""/>
        <p:cNvGrpSpPr/>
        <p:nvPr/>
      </p:nvGrpSpPr>
      <p:grpSpPr>
        <a:xfrm>
          <a:off x="0" y="0"/>
          <a:ext cx="0" cy="0"/>
          <a:chOff x="0" y="0"/>
          <a:chExt cx="0" cy="0"/>
        </a:xfrm>
      </p:grpSpPr>
      <p:sp>
        <p:nvSpPr>
          <p:cNvPr id="4" name="Text Placeholder 8">
            <a:extLst>
              <a:ext uri="{FF2B5EF4-FFF2-40B4-BE49-F238E27FC236}">
                <a16:creationId xmlns:a16="http://schemas.microsoft.com/office/drawing/2014/main" id="{D1AFA9E9-5EB8-42BF-B15A-3D95DDA547A4}"/>
              </a:ext>
            </a:extLst>
          </p:cNvPr>
          <p:cNvSpPr>
            <a:spLocks noGrp="1"/>
          </p:cNvSpPr>
          <p:nvPr>
            <p:ph type="body" sz="quarter" idx="13" hasCustomPrompt="1"/>
          </p:nvPr>
        </p:nvSpPr>
        <p:spPr>
          <a:xfrm>
            <a:off x="501650" y="651600"/>
            <a:ext cx="11188700" cy="757255"/>
          </a:xfrm>
          <a:prstGeom prst="rect">
            <a:avLst/>
          </a:prstGeom>
        </p:spPr>
        <p:txBody>
          <a:bodyPr lIns="0" tIns="0" rIns="0" bIns="0">
            <a:noAutofit/>
          </a:bodyPr>
          <a:lstStyle>
            <a:lvl1pPr marL="0" indent="0">
              <a:buNone/>
              <a:defRPr sz="1800" b="0">
                <a:solidFill>
                  <a:srgbClr val="575757"/>
                </a:solidFill>
              </a:defRPr>
            </a:lvl1pPr>
          </a:lstStyle>
          <a:p>
            <a:pPr lvl="0"/>
            <a:r>
              <a:rPr lang="en-US" dirty="0"/>
              <a:t>Click to add subtitle</a:t>
            </a:r>
          </a:p>
        </p:txBody>
      </p:sp>
      <p:sp>
        <p:nvSpPr>
          <p:cNvPr id="5" name="Title Placeholder 1">
            <a:extLst>
              <a:ext uri="{FF2B5EF4-FFF2-40B4-BE49-F238E27FC236}">
                <a16:creationId xmlns:a16="http://schemas.microsoft.com/office/drawing/2014/main" id="{C3F5B0ED-A4CB-4D19-B6B8-CA9E1139E702}"/>
              </a:ext>
            </a:extLst>
          </p:cNvPr>
          <p:cNvSpPr>
            <a:spLocks noGrp="1"/>
          </p:cNvSpPr>
          <p:nvPr>
            <p:ph type="title" hasCustomPrompt="1"/>
          </p:nvPr>
        </p:nvSpPr>
        <p:spPr>
          <a:xfrm>
            <a:off x="501650" y="317500"/>
            <a:ext cx="11188700" cy="334099"/>
          </a:xfrm>
          <a:prstGeom prst="rect">
            <a:avLst/>
          </a:prstGeom>
        </p:spPr>
        <p:txBody>
          <a:bodyPr vert="horz" lIns="0" tIns="0" rIns="0" bIns="0" rtlCol="0" anchor="t" anchorCtr="0">
            <a:noAutofit/>
          </a:bodyPr>
          <a:lstStyle>
            <a:lvl1pPr>
              <a:defRPr>
                <a:latin typeface="+mj-lt"/>
              </a:defRPr>
            </a:lvl1pPr>
          </a:lstStyle>
          <a:p>
            <a:r>
              <a:rPr lang="en-US" dirty="0"/>
              <a:t>Click to add title</a:t>
            </a:r>
          </a:p>
        </p:txBody>
      </p:sp>
      <p:sp>
        <p:nvSpPr>
          <p:cNvPr id="6" name="Rectangle 5">
            <a:extLst>
              <a:ext uri="{FF2B5EF4-FFF2-40B4-BE49-F238E27FC236}">
                <a16:creationId xmlns:a16="http://schemas.microsoft.com/office/drawing/2014/main" id="{78AECE1A-98D7-4D85-82F1-4323CE05BE9C}"/>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591450523"/>
      </p:ext>
    </p:extLst>
  </p:cSld>
  <p:clrMapOvr>
    <a:masterClrMapping/>
  </p:clrMapOvr>
  <p:transition>
    <p:fade/>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p:cSld name="End slide ">
    <p:bg>
      <p:bgPr>
        <a:solidFill>
          <a:schemeClr val="bg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tx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tx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tx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tx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tx1"/>
                </a:solidFill>
              </a:endParaRPr>
            </a:p>
          </p:txBody>
        </p:sp>
      </p:grpSp>
    </p:spTree>
    <p:extLst>
      <p:ext uri="{BB962C8B-B14F-4D97-AF65-F5344CB8AC3E}">
        <p14:creationId xmlns:p14="http://schemas.microsoft.com/office/powerpoint/2010/main" val="147218816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p:cSld name="End slide Black">
    <p:bg>
      <p:bgPr>
        <a:solidFill>
          <a:schemeClr val="tx1"/>
        </a:solidFill>
        <a:effectLst/>
      </p:bgPr>
    </p:bg>
    <p:spTree>
      <p:nvGrpSpPr>
        <p:cNvPr id="1" name=""/>
        <p:cNvGrpSpPr/>
        <p:nvPr/>
      </p:nvGrpSpPr>
      <p:grpSpPr>
        <a:xfrm>
          <a:off x="0" y="0"/>
          <a:ext cx="0" cy="0"/>
          <a:chOff x="0" y="0"/>
          <a:chExt cx="0" cy="0"/>
        </a:xfrm>
      </p:grpSpPr>
      <p:sp>
        <p:nvSpPr>
          <p:cNvPr id="6" name="Text Placeholder 5"/>
          <p:cNvSpPr>
            <a:spLocks noGrp="1"/>
          </p:cNvSpPr>
          <p:nvPr>
            <p:ph type="body" sz="quarter" idx="13"/>
          </p:nvPr>
        </p:nvSpPr>
        <p:spPr>
          <a:xfrm>
            <a:off x="501652" y="4211955"/>
            <a:ext cx="8528936" cy="2169796"/>
          </a:xfrm>
        </p:spPr>
        <p:txBody>
          <a:bodyPr anchor="b" anchorCtr="0">
            <a:noAutofit/>
          </a:bodyPr>
          <a:lstStyle>
            <a:lvl1pPr>
              <a:lnSpc>
                <a:spcPct val="100000"/>
              </a:lnSpc>
              <a:spcAft>
                <a:spcPts val="600"/>
              </a:spcAft>
              <a:defRPr sz="900">
                <a:solidFill>
                  <a:schemeClr val="bg1"/>
                </a:solidFill>
              </a:defRPr>
            </a:lvl1pPr>
          </a:lstStyle>
          <a:p>
            <a:pPr lvl="0"/>
            <a:r>
              <a:rPr lang="en-US"/>
              <a:t>Click to edit Master text styles</a:t>
            </a:r>
          </a:p>
        </p:txBody>
      </p:sp>
      <p:sp>
        <p:nvSpPr>
          <p:cNvPr id="3" name="Picture Placeholder 2"/>
          <p:cNvSpPr>
            <a:spLocks noGrp="1"/>
          </p:cNvSpPr>
          <p:nvPr>
            <p:ph type="pic" sz="quarter" idx="14" hasCustomPrompt="1"/>
          </p:nvPr>
        </p:nvSpPr>
        <p:spPr>
          <a:xfrm>
            <a:off x="9370847" y="4211955"/>
            <a:ext cx="2319503" cy="1725448"/>
          </a:xfrm>
        </p:spPr>
        <p:txBody>
          <a:bodyPr anchor="ctr" anchorCtr="0"/>
          <a:lstStyle>
            <a:lvl1pPr algn="ctr">
              <a:defRPr sz="900">
                <a:solidFill>
                  <a:schemeClr val="bg1"/>
                </a:solidFill>
              </a:defRPr>
            </a:lvl1pPr>
          </a:lstStyle>
          <a:p>
            <a:r>
              <a:rPr lang="en-GB" sz="900" dirty="0"/>
              <a:t>Insert sponsorship mark here</a:t>
            </a:r>
            <a:endParaRPr lang="en-GB" dirty="0"/>
          </a:p>
        </p:txBody>
      </p:sp>
      <p:sp>
        <p:nvSpPr>
          <p:cNvPr id="8" name="Text Placeholder 7"/>
          <p:cNvSpPr>
            <a:spLocks noGrp="1"/>
          </p:cNvSpPr>
          <p:nvPr>
            <p:ph type="body" sz="quarter" idx="15"/>
          </p:nvPr>
        </p:nvSpPr>
        <p:spPr>
          <a:xfrm>
            <a:off x="9370850" y="6018028"/>
            <a:ext cx="2319501" cy="363722"/>
          </a:xfrm>
        </p:spPr>
        <p:txBody>
          <a:bodyPr anchor="b" anchorCtr="0">
            <a:noAutofit/>
          </a:bodyPr>
          <a:lstStyle>
            <a:lvl1pPr>
              <a:lnSpc>
                <a:spcPct val="100000"/>
              </a:lnSpc>
              <a:defRPr sz="950">
                <a:solidFill>
                  <a:schemeClr val="bg1"/>
                </a:solidFill>
              </a:defRPr>
            </a:lvl1pPr>
          </a:lstStyle>
          <a:p>
            <a:pPr lvl="0"/>
            <a:r>
              <a:rPr lang="en-US"/>
              <a:t>Click to edit Master text styles</a:t>
            </a:r>
          </a:p>
        </p:txBody>
      </p:sp>
      <p:grpSp>
        <p:nvGrpSpPr>
          <p:cNvPr id="20" name="Group 19">
            <a:extLst>
              <a:ext uri="{FF2B5EF4-FFF2-40B4-BE49-F238E27FC236}">
                <a16:creationId xmlns:a16="http://schemas.microsoft.com/office/drawing/2014/main" id="{8DBE0613-D0C6-405A-ACD6-58EF0477427B}"/>
              </a:ext>
            </a:extLst>
          </p:cNvPr>
          <p:cNvGrpSpPr>
            <a:grpSpLocks noChangeAspect="1"/>
          </p:cNvGrpSpPr>
          <p:nvPr/>
        </p:nvGrpSpPr>
        <p:grpSpPr>
          <a:xfrm>
            <a:off x="469900" y="457761"/>
            <a:ext cx="1998000" cy="374400"/>
            <a:chOff x="398463" y="404813"/>
            <a:chExt cx="1627187" cy="307976"/>
          </a:xfrm>
          <a:solidFill>
            <a:schemeClr val="tx1"/>
          </a:solidFill>
        </p:grpSpPr>
        <p:sp>
          <p:nvSpPr>
            <p:cNvPr id="21" name="Oval 5">
              <a:extLst>
                <a:ext uri="{FF2B5EF4-FFF2-40B4-BE49-F238E27FC236}">
                  <a16:creationId xmlns:a16="http://schemas.microsoft.com/office/drawing/2014/main" id="{FD362D39-3352-4BA0-AC51-553983A71CD1}"/>
                </a:ext>
              </a:extLst>
            </p:cNvPr>
            <p:cNvSpPr>
              <a:spLocks noChangeArrowheads="1"/>
            </p:cNvSpPr>
            <p:nvPr/>
          </p:nvSpPr>
          <p:spPr bwMode="auto">
            <a:xfrm>
              <a:off x="1938338" y="625476"/>
              <a:ext cx="87312" cy="87313"/>
            </a:xfrm>
            <a:prstGeom prst="ellipse">
              <a:avLst/>
            </a:prstGeom>
            <a:solidFill>
              <a:srgbClr val="86BC25"/>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Freeform 6">
              <a:extLst>
                <a:ext uri="{FF2B5EF4-FFF2-40B4-BE49-F238E27FC236}">
                  <a16:creationId xmlns:a16="http://schemas.microsoft.com/office/drawing/2014/main" id="{1156DAFF-F101-4061-AA75-F8EEDC00FC74}"/>
                </a:ext>
              </a:extLst>
            </p:cNvPr>
            <p:cNvSpPr>
              <a:spLocks noEditPoints="1"/>
            </p:cNvSpPr>
            <p:nvPr/>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Rectangle 7">
              <a:extLst>
                <a:ext uri="{FF2B5EF4-FFF2-40B4-BE49-F238E27FC236}">
                  <a16:creationId xmlns:a16="http://schemas.microsoft.com/office/drawing/2014/main" id="{5667AB23-84F3-44E4-B904-5D4D3A9B3109}"/>
                </a:ext>
              </a:extLst>
            </p:cNvPr>
            <p:cNvSpPr>
              <a:spLocks noChangeArrowheads="1"/>
            </p:cNvSpPr>
            <p:nvPr/>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8">
              <a:extLst>
                <a:ext uri="{FF2B5EF4-FFF2-40B4-BE49-F238E27FC236}">
                  <a16:creationId xmlns:a16="http://schemas.microsoft.com/office/drawing/2014/main" id="{12CE4E7F-CB40-4545-80AF-423201F72F2E}"/>
                </a:ext>
              </a:extLst>
            </p:cNvPr>
            <p:cNvSpPr>
              <a:spLocks noEditPoints="1"/>
            </p:cNvSpPr>
            <p:nvPr/>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9">
              <a:extLst>
                <a:ext uri="{FF2B5EF4-FFF2-40B4-BE49-F238E27FC236}">
                  <a16:creationId xmlns:a16="http://schemas.microsoft.com/office/drawing/2014/main" id="{A7B265B2-4EA1-416A-A272-49E48905C3E6}"/>
                </a:ext>
              </a:extLst>
            </p:cNvPr>
            <p:cNvSpPr>
              <a:spLocks noChangeArrowheads="1"/>
            </p:cNvSpPr>
            <p:nvPr/>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Rectangle 10">
              <a:extLst>
                <a:ext uri="{FF2B5EF4-FFF2-40B4-BE49-F238E27FC236}">
                  <a16:creationId xmlns:a16="http://schemas.microsoft.com/office/drawing/2014/main" id="{3744CD22-C3A3-4D80-AB50-3E6D3483304C}"/>
                </a:ext>
              </a:extLst>
            </p:cNvPr>
            <p:cNvSpPr>
              <a:spLocks noChangeArrowheads="1"/>
            </p:cNvSpPr>
            <p:nvPr/>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1">
              <a:extLst>
                <a:ext uri="{FF2B5EF4-FFF2-40B4-BE49-F238E27FC236}">
                  <a16:creationId xmlns:a16="http://schemas.microsoft.com/office/drawing/2014/main" id="{3046CB4E-F174-491D-9CAB-2A9115985705}"/>
                </a:ext>
              </a:extLst>
            </p:cNvPr>
            <p:cNvSpPr>
              <a:spLocks/>
            </p:cNvSpPr>
            <p:nvPr/>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2">
              <a:extLst>
                <a:ext uri="{FF2B5EF4-FFF2-40B4-BE49-F238E27FC236}">
                  <a16:creationId xmlns:a16="http://schemas.microsoft.com/office/drawing/2014/main" id="{8B2D79F2-05A8-4E1C-A4D8-725E52963024}"/>
                </a:ext>
              </a:extLst>
            </p:cNvPr>
            <p:cNvSpPr>
              <a:spLocks/>
            </p:cNvSpPr>
            <p:nvPr/>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3">
              <a:extLst>
                <a:ext uri="{FF2B5EF4-FFF2-40B4-BE49-F238E27FC236}">
                  <a16:creationId xmlns:a16="http://schemas.microsoft.com/office/drawing/2014/main" id="{9EA13742-485A-4EC3-BF90-9FD12F905B12}"/>
                </a:ext>
              </a:extLst>
            </p:cNvPr>
            <p:cNvSpPr>
              <a:spLocks noEditPoints="1"/>
            </p:cNvSpPr>
            <p:nvPr/>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4">
              <a:extLst>
                <a:ext uri="{FF2B5EF4-FFF2-40B4-BE49-F238E27FC236}">
                  <a16:creationId xmlns:a16="http://schemas.microsoft.com/office/drawing/2014/main" id="{5D44DAC1-76F0-42F6-93C9-61B9C3054D66}"/>
                </a:ext>
              </a:extLst>
            </p:cNvPr>
            <p:cNvSpPr>
              <a:spLocks noEditPoints="1"/>
            </p:cNvSpPr>
            <p:nvPr/>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94367177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8A921-5BB3-4E61-A946-E5724F7E60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8926783-14DB-41C1-AB1A-2DA6498098B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1D6E522-A494-44B3-95F3-7F3FB4167B7B}"/>
              </a:ext>
            </a:extLst>
          </p:cNvPr>
          <p:cNvSpPr>
            <a:spLocks noGrp="1"/>
          </p:cNvSpPr>
          <p:nvPr>
            <p:ph type="dt" sz="half" idx="10"/>
          </p:nvPr>
        </p:nvSpPr>
        <p:spPr/>
        <p:txBody>
          <a:bodyPr/>
          <a:lstStyle/>
          <a:p>
            <a:endParaRPr lang="en-US"/>
          </a:p>
        </p:txBody>
      </p:sp>
      <p:sp>
        <p:nvSpPr>
          <p:cNvPr id="5" name="Footer Placeholder 4">
            <a:extLst>
              <a:ext uri="{FF2B5EF4-FFF2-40B4-BE49-F238E27FC236}">
                <a16:creationId xmlns:a16="http://schemas.microsoft.com/office/drawing/2014/main" id="{B91DDA1D-B82C-4B60-9CDF-28C8E1760A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7A29DF7-22D2-4492-86DB-CC99B3F66A01}"/>
              </a:ext>
            </a:extLst>
          </p:cNvPr>
          <p:cNvSpPr>
            <a:spLocks noGrp="1"/>
          </p:cNvSpPr>
          <p:nvPr>
            <p:ph type="sldNum" sz="quarter" idx="12"/>
          </p:nvPr>
        </p:nvSpPr>
        <p:spPr/>
        <p:txBody>
          <a:bodyPr/>
          <a:lstStyle/>
          <a:p>
            <a:fld id="{7C48625B-2C8B-4704-8124-4FBE0795A41C}" type="slidenum">
              <a:rPr lang="en-US" smtClean="0"/>
              <a:t>‹#›</a:t>
            </a:fld>
            <a:endParaRPr lang="en-US"/>
          </a:p>
        </p:txBody>
      </p:sp>
    </p:spTree>
    <p:extLst>
      <p:ext uri="{BB962C8B-B14F-4D97-AF65-F5344CB8AC3E}">
        <p14:creationId xmlns:p14="http://schemas.microsoft.com/office/powerpoint/2010/main" val="3781806747"/>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p:cNvSpPr>
          <p:nvPr>
            <p:ph type="pic" sz="quarter" idx="11"/>
          </p:nvPr>
        </p:nvSpPr>
        <p:spPr>
          <a:xfrm>
            <a:off x="3601788" y="1066768"/>
            <a:ext cx="4988426" cy="4724464"/>
          </a:xfrm>
          <a:prstGeom prst="rect">
            <a:avLst/>
          </a:prstGeom>
        </p:spPr>
        <p:txBody>
          <a:bodyPr vert="horz" lIns="0" tIns="0" rIns="0" bIns="0" rtlCol="0">
            <a:noAutofit/>
          </a:bodyPr>
          <a:lstStyle>
            <a:lvl1pPr>
              <a:defRPr lang="en-US" noProof="0" dirty="0">
                <a:solidFill>
                  <a:schemeClr val="tx1"/>
                </a:solidFill>
              </a:defRPr>
            </a:lvl1pPr>
          </a:lstStyle>
          <a:p>
            <a:pPr lvl="0"/>
            <a:r>
              <a:rPr lang="en-US" noProof="0" dirty="0"/>
              <a:t>Click icon to add picture</a:t>
            </a:r>
          </a:p>
        </p:txBody>
      </p:sp>
      <p:sp>
        <p:nvSpPr>
          <p:cNvPr id="3" name="Subtitle 2"/>
          <p:cNvSpPr>
            <a:spLocks noGrp="1"/>
          </p:cNvSpPr>
          <p:nvPr>
            <p:ph type="subTitle" idx="1" hasCustomPrompt="1"/>
          </p:nvPr>
        </p:nvSpPr>
        <p:spPr bwMode="gray">
          <a:xfrm>
            <a:off x="501652" y="5864231"/>
            <a:ext cx="5594348" cy="505645"/>
          </a:xfrm>
          <a:prstGeom prst="rect">
            <a:avLst/>
          </a:prstGeom>
        </p:spPr>
        <p:txBody>
          <a:bodyPr lIns="0" tIns="0" rIns="0" bIns="0" anchor="b" anchorCtr="0">
            <a:noAutofit/>
          </a:bodyPr>
          <a:lstStyle>
            <a:lvl1pPr marL="0" indent="0" algn="l">
              <a:lnSpc>
                <a:spcPct val="100000"/>
              </a:lnSpc>
              <a:spcAft>
                <a:spcPts val="0"/>
              </a:spcAft>
              <a:buNone/>
              <a:defRPr sz="2400" b="1">
                <a:solidFill>
                  <a:schemeClr val="tx1"/>
                </a:solidFill>
              </a:defRPr>
            </a:lvl1pPr>
            <a:lvl2pPr marL="0" indent="0" algn="l">
              <a:buNone/>
              <a:defRPr sz="2134" b="0"/>
            </a:lvl2pPr>
            <a:lvl3pPr marL="1219231" indent="0" algn="ctr">
              <a:buNone/>
              <a:defRPr sz="2400"/>
            </a:lvl3pPr>
            <a:lvl4pPr marL="1828848" indent="0" algn="ctr">
              <a:buNone/>
              <a:defRPr sz="2134"/>
            </a:lvl4pPr>
            <a:lvl5pPr marL="2438464" indent="0" algn="ctr">
              <a:buNone/>
              <a:defRPr sz="2134"/>
            </a:lvl5pPr>
            <a:lvl6pPr marL="3048080" indent="0" algn="ctr">
              <a:buNone/>
              <a:defRPr sz="2134"/>
            </a:lvl6pPr>
            <a:lvl7pPr marL="3657695" indent="0" algn="ctr">
              <a:buNone/>
              <a:defRPr sz="2134"/>
            </a:lvl7pPr>
            <a:lvl8pPr marL="4267311" indent="0" algn="ctr">
              <a:buNone/>
              <a:defRPr sz="2134"/>
            </a:lvl8pPr>
            <a:lvl9pPr marL="4876928" indent="0" algn="ctr">
              <a:buNone/>
              <a:defRPr sz="2134"/>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3"/>
            <a:ext cx="5594350" cy="298450"/>
          </a:xfrm>
          <a:prstGeom prst="rect">
            <a:avLst/>
          </a:prstGeom>
        </p:spPr>
        <p:txBody>
          <a:bodyPr/>
          <a:lstStyle>
            <a:lvl1pPr>
              <a:spcAft>
                <a:spcPts val="0"/>
              </a:spcAft>
              <a:defRPr sz="133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a:grpSpLocks noChangeAspect="1"/>
          </p:cNvGrpSpPr>
          <p:nvPr userDrawn="1"/>
        </p:nvGrpSpPr>
        <p:grpSpPr>
          <a:xfrm>
            <a:off x="501652" y="403413"/>
            <a:ext cx="1762941" cy="330353"/>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294" dirty="0">
                <a:solidFill>
                  <a:prstClr val="white"/>
                </a:solidFill>
              </a:endParaRPr>
            </a:p>
          </p:txBody>
        </p:sp>
      </p:grpSp>
    </p:spTree>
    <p:extLst>
      <p:ext uri="{BB962C8B-B14F-4D97-AF65-F5344CB8AC3E}">
        <p14:creationId xmlns:p14="http://schemas.microsoft.com/office/powerpoint/2010/main" val="1776400696"/>
      </p:ext>
    </p:extLst>
  </p:cSld>
  <p:clrMapOvr>
    <a:masterClrMapping/>
  </p:clrMapOvr>
  <p:transition>
    <p:fade/>
  </p:transition>
  <p:extLst>
    <p:ext uri="{DCECCB84-F9BA-43D5-87BE-67443E8EF086}">
      <p15:sldGuideLst xmlns:p15="http://schemas.microsoft.com/office/powerpoint/2012/main">
        <p15:guide id="1" orient="horz" pos="4633">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tx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0"/>
          </p:nvPr>
        </p:nvSpPr>
        <p:spPr>
          <a:xfrm>
            <a:off x="0" y="373997"/>
            <a:ext cx="12192000" cy="6007753"/>
          </a:xfrm>
        </p:spPr>
        <p:txBody>
          <a:bodyPr/>
          <a:lstStyle/>
          <a:p>
            <a:endParaRPr lang="en-US" dirty="0"/>
          </a:p>
        </p:txBody>
      </p:sp>
      <p:grpSp>
        <p:nvGrpSpPr>
          <p:cNvPr id="9" name="Group 8"/>
          <p:cNvGrpSpPr/>
          <p:nvPr userDrawn="1"/>
        </p:nvGrpSpPr>
        <p:grpSpPr>
          <a:xfrm>
            <a:off x="0" y="4629685"/>
            <a:ext cx="12191998" cy="1369921"/>
            <a:chOff x="0" y="5246975"/>
            <a:chExt cx="13817598" cy="1552577"/>
          </a:xfrm>
        </p:grpSpPr>
        <p:sp>
          <p:nvSpPr>
            <p:cNvPr id="10" name="Freeform 9"/>
            <p:cNvSpPr/>
            <p:nvPr/>
          </p:nvSpPr>
          <p:spPr bwMode="gray">
            <a:xfrm>
              <a:off x="0" y="5256502"/>
              <a:ext cx="8713694" cy="1543050"/>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20150" h="1543050">
                  <a:moveTo>
                    <a:pt x="0" y="0"/>
                  </a:moveTo>
                  <a:lnTo>
                    <a:pt x="8820150" y="0"/>
                  </a:lnTo>
                  <a:lnTo>
                    <a:pt x="7277100" y="1543050"/>
                  </a:lnTo>
                  <a:lnTo>
                    <a:pt x="0" y="1543050"/>
                  </a:lnTo>
                  <a:lnTo>
                    <a:pt x="0" y="0"/>
                  </a:lnTo>
                  <a:close/>
                </a:path>
              </a:pathLst>
            </a:custGeom>
            <a:solidFill>
              <a:schemeClr val="tx1">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sp>
          <p:nvSpPr>
            <p:cNvPr id="11" name="Freeform 10"/>
            <p:cNvSpPr/>
            <p:nvPr/>
          </p:nvSpPr>
          <p:spPr bwMode="gray">
            <a:xfrm flipH="1" flipV="1">
              <a:off x="7342094" y="5246975"/>
              <a:ext cx="6475504" cy="1552575"/>
            </a:xfrm>
            <a:custGeom>
              <a:avLst/>
              <a:gdLst>
                <a:gd name="connsiteX0" fmla="*/ 0 w 8820150"/>
                <a:gd name="connsiteY0" fmla="*/ 0 h 1543050"/>
                <a:gd name="connsiteX1" fmla="*/ 8820150 w 8820150"/>
                <a:gd name="connsiteY1" fmla="*/ 0 h 1543050"/>
                <a:gd name="connsiteX2" fmla="*/ 7277100 w 8820150"/>
                <a:gd name="connsiteY2" fmla="*/ 1543050 h 1543050"/>
                <a:gd name="connsiteX3" fmla="*/ 0 w 8820150"/>
                <a:gd name="connsiteY3" fmla="*/ 1543050 h 1543050"/>
                <a:gd name="connsiteX4" fmla="*/ 0 w 8820150"/>
                <a:gd name="connsiteY4" fmla="*/ 0 h 1543050"/>
                <a:gd name="connsiteX0" fmla="*/ 0 w 8820150"/>
                <a:gd name="connsiteY0" fmla="*/ 0 h 1543050"/>
                <a:gd name="connsiteX1" fmla="*/ 8820150 w 8820150"/>
                <a:gd name="connsiteY1" fmla="*/ 0 h 1543050"/>
                <a:gd name="connsiteX2" fmla="*/ 6826217 w 8820150"/>
                <a:gd name="connsiteY2" fmla="*/ 1447800 h 1543050"/>
                <a:gd name="connsiteX3" fmla="*/ 0 w 8820150"/>
                <a:gd name="connsiteY3" fmla="*/ 1543050 h 1543050"/>
                <a:gd name="connsiteX4" fmla="*/ 0 w 8820150"/>
                <a:gd name="connsiteY4" fmla="*/ 0 h 1543050"/>
                <a:gd name="connsiteX0" fmla="*/ 0 w 8820150"/>
                <a:gd name="connsiteY0" fmla="*/ 0 h 1552575"/>
                <a:gd name="connsiteX1" fmla="*/ 8820150 w 8820150"/>
                <a:gd name="connsiteY1" fmla="*/ 0 h 1552575"/>
                <a:gd name="connsiteX2" fmla="*/ 6787571 w 8820150"/>
                <a:gd name="connsiteY2" fmla="*/ 1552575 h 1552575"/>
                <a:gd name="connsiteX3" fmla="*/ 0 w 8820150"/>
                <a:gd name="connsiteY3" fmla="*/ 1543050 h 1552575"/>
                <a:gd name="connsiteX4" fmla="*/ 0 w 8820150"/>
                <a:gd name="connsiteY4" fmla="*/ 0 h 1552575"/>
                <a:gd name="connsiteX0" fmla="*/ 0 w 8858797"/>
                <a:gd name="connsiteY0" fmla="*/ 0 h 1552575"/>
                <a:gd name="connsiteX1" fmla="*/ 8858797 w 8858797"/>
                <a:gd name="connsiteY1" fmla="*/ 9525 h 1552575"/>
                <a:gd name="connsiteX2" fmla="*/ 6787571 w 8858797"/>
                <a:gd name="connsiteY2" fmla="*/ 1552575 h 1552575"/>
                <a:gd name="connsiteX3" fmla="*/ 0 w 8858797"/>
                <a:gd name="connsiteY3" fmla="*/ 1543050 h 1552575"/>
                <a:gd name="connsiteX4" fmla="*/ 0 w 8858797"/>
                <a:gd name="connsiteY4" fmla="*/ 0 h 1552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8797" h="1552575">
                  <a:moveTo>
                    <a:pt x="0" y="0"/>
                  </a:moveTo>
                  <a:lnTo>
                    <a:pt x="8858797" y="9525"/>
                  </a:lnTo>
                  <a:lnTo>
                    <a:pt x="6787571" y="1552575"/>
                  </a:lnTo>
                  <a:lnTo>
                    <a:pt x="0" y="1543050"/>
                  </a:lnTo>
                  <a:lnTo>
                    <a:pt x="0" y="0"/>
                  </a:lnTo>
                  <a:close/>
                </a:path>
              </a:pathLst>
            </a:custGeom>
            <a:solidFill>
              <a:schemeClr val="accent5">
                <a:alpha val="82000"/>
              </a:schemeClr>
            </a:solidFill>
            <a:ln w="19050" algn="ctr">
              <a:noFill/>
              <a:miter lim="800000"/>
              <a:headEnd/>
              <a:tailEnd/>
            </a:ln>
          </p:spPr>
          <p:txBody>
            <a:bodyPr wrap="square" lIns="88900" tIns="88900" rIns="88900" bIns="88900" rtlCol="0" anchor="ctr"/>
            <a:lstStyle/>
            <a:p>
              <a:pPr algn="ctr">
                <a:lnSpc>
                  <a:spcPct val="106000"/>
                </a:lnSpc>
                <a:buFont typeface="Wingdings 2" pitchFamily="18" charset="2"/>
                <a:buNone/>
              </a:pPr>
              <a:endParaRPr lang="en-US" sz="1412" b="1" dirty="0">
                <a:solidFill>
                  <a:prstClr val="white"/>
                </a:solidFill>
              </a:endParaRPr>
            </a:p>
          </p:txBody>
        </p:sp>
      </p:grpSp>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3" name="Text Placeholder 2"/>
          <p:cNvSpPr>
            <a:spLocks noGrp="1"/>
          </p:cNvSpPr>
          <p:nvPr>
            <p:ph type="body" idx="1"/>
          </p:nvPr>
        </p:nvSpPr>
        <p:spPr bwMode="gray">
          <a:xfrm>
            <a:off x="0" y="4537180"/>
            <a:ext cx="12192000"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
        <p:nvSpPr>
          <p:cNvPr id="12" name="TextBox 11"/>
          <p:cNvSpPr txBox="1"/>
          <p:nvPr userDrawn="1"/>
        </p:nvSpPr>
        <p:spPr>
          <a:xfrm>
            <a:off x="5843374" y="6501537"/>
            <a:ext cx="5833532" cy="170741"/>
          </a:xfrm>
          <a:prstGeom prst="rect">
            <a:avLst/>
          </a:prstGeom>
          <a:noFill/>
        </p:spPr>
        <p:txBody>
          <a:bodyPr wrap="square" lIns="0" tIns="0" rIns="0" bIns="0" rtlCol="0">
            <a:noAutofit/>
          </a:bodyPr>
          <a:lstStyle/>
          <a:p>
            <a:pPr>
              <a:spcBef>
                <a:spcPts val="800"/>
              </a:spcBef>
              <a:buSzPct val="100000"/>
              <a:buFont typeface="Arial"/>
              <a:buNone/>
            </a:pPr>
            <a:r>
              <a:rPr lang="en-US" sz="867" dirty="0">
                <a:solidFill>
                  <a:prstClr val="white"/>
                </a:solidFill>
              </a:rPr>
              <a:t>Presentation on Supply, Implementation and Maintenance of an ERP solution to Hirdaramani Group</a:t>
            </a:r>
            <a:endParaRPr lang="fr-FR" sz="867" dirty="0">
              <a:solidFill>
                <a:prstClr val="white"/>
              </a:solidFill>
            </a:endParaRPr>
          </a:p>
        </p:txBody>
      </p:sp>
    </p:spTree>
    <p:extLst>
      <p:ext uri="{BB962C8B-B14F-4D97-AF65-F5344CB8AC3E}">
        <p14:creationId xmlns:p14="http://schemas.microsoft.com/office/powerpoint/2010/main" val="1051490271"/>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6" name="Picture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2575862524"/>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dark green">
    <p:bg bwMode="gray">
      <p:bgPr>
        <a:solidFill>
          <a:schemeClr val="tx1"/>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2583" y="0"/>
            <a:ext cx="12277165" cy="6858000"/>
          </a:xfrm>
          <a:prstGeom prst="rect">
            <a:avLst/>
          </a:prstGeom>
        </p:spPr>
      </p:pic>
      <p:sp>
        <p:nvSpPr>
          <p:cNvPr id="14" name="TextBox 13"/>
          <p:cNvSpPr txBox="1"/>
          <p:nvPr userDrawn="1"/>
        </p:nvSpPr>
        <p:spPr>
          <a:xfrm>
            <a:off x="501652" y="6477000"/>
            <a:ext cx="5355169" cy="133434"/>
          </a:xfrm>
          <a:prstGeom prst="rect">
            <a:avLst/>
          </a:prstGeom>
          <a:noFill/>
        </p:spPr>
        <p:txBody>
          <a:bodyPr wrap="square" lIns="0" tIns="0" rIns="0" bIns="0" rtlCol="0">
            <a:spAutoFit/>
          </a:bodyPr>
          <a:lstStyle/>
          <a:p>
            <a:pPr>
              <a:spcBef>
                <a:spcPts val="800"/>
              </a:spcBef>
              <a:buSzPct val="100000"/>
              <a:buFont typeface="Arial"/>
              <a:buNone/>
            </a:pPr>
            <a:r>
              <a:rPr lang="fr-FR" sz="867" dirty="0">
                <a:solidFill>
                  <a:prstClr val="white"/>
                </a:solidFill>
              </a:rPr>
              <a:t>© 2017 Deloitte Touche Tohmatsu India LLP</a:t>
            </a:r>
          </a:p>
        </p:txBody>
      </p:sp>
      <p:sp>
        <p:nvSpPr>
          <p:cNvPr id="15" name="TextBox 14"/>
          <p:cNvSpPr txBox="1"/>
          <p:nvPr userDrawn="1"/>
        </p:nvSpPr>
        <p:spPr>
          <a:xfrm>
            <a:off x="11382379" y="6477000"/>
            <a:ext cx="307976" cy="133434"/>
          </a:xfrm>
          <a:prstGeom prst="rect">
            <a:avLst/>
          </a:prstGeom>
          <a:noFill/>
        </p:spPr>
        <p:txBody>
          <a:bodyPr wrap="square" lIns="0" tIns="0" rIns="0" bIns="0" rtlCol="0">
            <a:spAutoFit/>
          </a:bodyPr>
          <a:lstStyle/>
          <a:p>
            <a:pPr algn="r">
              <a:spcBef>
                <a:spcPts val="800"/>
              </a:spcBef>
              <a:buSzPct val="100000"/>
              <a:buFont typeface="Arial"/>
              <a:buNone/>
            </a:pPr>
            <a:fld id="{C58DF478-B544-4ED8-9ED4-6A2648E2D233}" type="slidenum">
              <a:rPr lang="en-US" sz="867" smtClean="0">
                <a:solidFill>
                  <a:prstClr val="white"/>
                </a:solidFill>
              </a:rPr>
              <a:pPr algn="r">
                <a:spcBef>
                  <a:spcPts val="800"/>
                </a:spcBef>
                <a:buSzPct val="100000"/>
                <a:buFont typeface="Arial"/>
                <a:buNone/>
              </a:pPr>
              <a:t>‹#›</a:t>
            </a:fld>
            <a:endParaRPr lang="en-US" sz="867" dirty="0">
              <a:solidFill>
                <a:prstClr val="white"/>
              </a:solidFill>
            </a:endParaRPr>
          </a:p>
        </p:txBody>
      </p:sp>
      <p:sp>
        <p:nvSpPr>
          <p:cNvPr id="8" name="Rectangle 3"/>
          <p:cNvSpPr/>
          <p:nvPr userDrawn="1"/>
        </p:nvSpPr>
        <p:spPr bwMode="gray">
          <a:xfrm>
            <a:off x="-44822" y="2636886"/>
            <a:ext cx="6262688" cy="1584231"/>
          </a:xfrm>
          <a:custGeom>
            <a:avLst/>
            <a:gdLst>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493000"/>
              <a:gd name="connsiteY0" fmla="*/ 0 h 1795462"/>
              <a:gd name="connsiteX1" fmla="*/ 7493000 w 7493000"/>
              <a:gd name="connsiteY1" fmla="*/ 0 h 1795462"/>
              <a:gd name="connsiteX2" fmla="*/ 7493000 w 7493000"/>
              <a:gd name="connsiteY2" fmla="*/ 1795462 h 1795462"/>
              <a:gd name="connsiteX3" fmla="*/ 0 w 7493000"/>
              <a:gd name="connsiteY3" fmla="*/ 1795462 h 1795462"/>
              <a:gd name="connsiteX4" fmla="*/ 0 w 7493000"/>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93000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 name="connsiteX0" fmla="*/ 0 w 7519524"/>
              <a:gd name="connsiteY0" fmla="*/ 0 h 1795462"/>
              <a:gd name="connsiteX1" fmla="*/ 7479448 w 7519524"/>
              <a:gd name="connsiteY1" fmla="*/ 0 h 1795462"/>
              <a:gd name="connsiteX2" fmla="*/ 7519524 w 7519524"/>
              <a:gd name="connsiteY2" fmla="*/ 1795462 h 1795462"/>
              <a:gd name="connsiteX3" fmla="*/ 0 w 7519524"/>
              <a:gd name="connsiteY3" fmla="*/ 1795462 h 1795462"/>
              <a:gd name="connsiteX4" fmla="*/ 0 w 7519524"/>
              <a:gd name="connsiteY4" fmla="*/ 0 h 179546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519524" h="1795462">
                <a:moveTo>
                  <a:pt x="0" y="0"/>
                </a:moveTo>
                <a:lnTo>
                  <a:pt x="7479448" y="0"/>
                </a:lnTo>
                <a:cubicBezTo>
                  <a:pt x="7343950" y="420687"/>
                  <a:pt x="7280498" y="1222375"/>
                  <a:pt x="7519524" y="1795462"/>
                </a:cubicBezTo>
                <a:lnTo>
                  <a:pt x="0" y="1795462"/>
                </a:lnTo>
                <a:lnTo>
                  <a:pt x="0" y="0"/>
                </a:lnTo>
                <a:close/>
              </a:path>
            </a:pathLst>
          </a:custGeom>
          <a:solidFill>
            <a:srgbClr val="000000">
              <a:alpha val="80000"/>
            </a:srgbClr>
          </a:solidFill>
          <a:ln w="19050" algn="ctr">
            <a:noFill/>
            <a:miter lim="800000"/>
            <a:headEnd/>
            <a:tailEnd/>
          </a:ln>
        </p:spPr>
        <p:txBody>
          <a:bodyPr wrap="square" lIns="78441" tIns="78441" rIns="78441" bIns="78441" rtlCol="0" anchor="ctr"/>
          <a:lstStyle/>
          <a:p>
            <a:pPr algn="ctr">
              <a:lnSpc>
                <a:spcPct val="106000"/>
              </a:lnSpc>
              <a:buFont typeface="Wingdings 2" pitchFamily="18" charset="2"/>
              <a:buNone/>
            </a:pPr>
            <a:endParaRPr lang="en-US" sz="1412" b="1" dirty="0">
              <a:solidFill>
                <a:prstClr val="white"/>
              </a:solidFill>
            </a:endParaRPr>
          </a:p>
        </p:txBody>
      </p:sp>
      <p:sp>
        <p:nvSpPr>
          <p:cNvPr id="3" name="Text Placeholder 2"/>
          <p:cNvSpPr>
            <a:spLocks noGrp="1"/>
          </p:cNvSpPr>
          <p:nvPr>
            <p:ph type="body" idx="1"/>
          </p:nvPr>
        </p:nvSpPr>
        <p:spPr bwMode="gray">
          <a:xfrm>
            <a:off x="-42581" y="2645735"/>
            <a:ext cx="6200214" cy="1566532"/>
          </a:xfrm>
          <a:prstGeom prst="rect">
            <a:avLst/>
          </a:prstGeom>
          <a:noFill/>
        </p:spPr>
        <p:txBody>
          <a:bodyPr lIns="640080" tIns="0" rIns="0" bIns="0" anchor="ctr">
            <a:noAutofit/>
          </a:bodyPr>
          <a:lstStyle>
            <a:lvl1pPr marL="0" indent="0">
              <a:lnSpc>
                <a:spcPct val="95000"/>
              </a:lnSpc>
              <a:spcAft>
                <a:spcPts val="0"/>
              </a:spcAft>
              <a:buNone/>
              <a:defRPr sz="3000">
                <a:solidFill>
                  <a:schemeClr val="bg1"/>
                </a:solidFill>
              </a:defRPr>
            </a:lvl1pPr>
            <a:lvl2pPr marL="609616" indent="0">
              <a:buNone/>
              <a:defRPr sz="2667">
                <a:solidFill>
                  <a:schemeClr val="tx1">
                    <a:tint val="75000"/>
                  </a:schemeClr>
                </a:solidFill>
              </a:defRPr>
            </a:lvl2pPr>
            <a:lvl3pPr marL="1219231" indent="0">
              <a:buNone/>
              <a:defRPr sz="2400">
                <a:solidFill>
                  <a:schemeClr val="tx1">
                    <a:tint val="75000"/>
                  </a:schemeClr>
                </a:solidFill>
              </a:defRPr>
            </a:lvl3pPr>
            <a:lvl4pPr marL="1828848" indent="0">
              <a:buNone/>
              <a:defRPr sz="2134">
                <a:solidFill>
                  <a:schemeClr val="tx1">
                    <a:tint val="75000"/>
                  </a:schemeClr>
                </a:solidFill>
              </a:defRPr>
            </a:lvl4pPr>
            <a:lvl5pPr marL="2438464" indent="0">
              <a:buNone/>
              <a:defRPr sz="2134">
                <a:solidFill>
                  <a:schemeClr val="tx1">
                    <a:tint val="75000"/>
                  </a:schemeClr>
                </a:solidFill>
              </a:defRPr>
            </a:lvl5pPr>
            <a:lvl6pPr marL="3048080" indent="0">
              <a:buNone/>
              <a:defRPr sz="2134">
                <a:solidFill>
                  <a:schemeClr val="tx1">
                    <a:tint val="75000"/>
                  </a:schemeClr>
                </a:solidFill>
              </a:defRPr>
            </a:lvl6pPr>
            <a:lvl7pPr marL="3657695" indent="0">
              <a:buNone/>
              <a:defRPr sz="2134">
                <a:solidFill>
                  <a:schemeClr val="tx1">
                    <a:tint val="75000"/>
                  </a:schemeClr>
                </a:solidFill>
              </a:defRPr>
            </a:lvl7pPr>
            <a:lvl8pPr marL="4267311" indent="0">
              <a:buNone/>
              <a:defRPr sz="2134">
                <a:solidFill>
                  <a:schemeClr val="tx1">
                    <a:tint val="75000"/>
                  </a:schemeClr>
                </a:solidFill>
              </a:defRPr>
            </a:lvl8pPr>
            <a:lvl9pPr marL="4876928" indent="0">
              <a:buNone/>
              <a:defRPr sz="2134">
                <a:solidFill>
                  <a:schemeClr val="tx1">
                    <a:tint val="75000"/>
                  </a:schemeClr>
                </a:solidFill>
              </a:defRPr>
            </a:lvl9pPr>
          </a:lstStyle>
          <a:p>
            <a:pPr lvl="0"/>
            <a:r>
              <a:rPr lang="en-US" noProof="0" dirty="0"/>
              <a:t>Click to edit Master text styles</a:t>
            </a:r>
          </a:p>
        </p:txBody>
      </p:sp>
    </p:spTree>
    <p:extLst>
      <p:ext uri="{BB962C8B-B14F-4D97-AF65-F5344CB8AC3E}">
        <p14:creationId xmlns:p14="http://schemas.microsoft.com/office/powerpoint/2010/main" val="718283488"/>
      </p:ext>
    </p:extLst>
  </p:cSld>
  <p:clrMapOvr>
    <a:masterClrMapping/>
  </p:clrMapOvr>
  <p:transition>
    <p:fade/>
  </p:transition>
  <p:extLst>
    <p:ext uri="{DCECCB84-F9BA-43D5-87BE-67443E8EF086}">
      <p15:sldGuideLst xmlns:p15="http://schemas.microsoft.com/office/powerpoint/2012/main">
        <p15:guide id="1" orient="horz" pos="2448">
          <p15:clr>
            <a:srgbClr val="FBAE4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1234567890">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2"/>
            <a:ext cx="11162350" cy="757255"/>
          </a:xfrm>
          <a:prstGeom prst="rect">
            <a:avLst/>
          </a:prstGeom>
        </p:spPr>
        <p:txBody>
          <a:bodyPr lIns="0" tIns="0" rIns="0" bIns="0">
            <a:noAutofit/>
          </a:bodyPr>
          <a:lstStyle>
            <a:lvl1pPr marL="0" indent="0">
              <a:buNone/>
              <a:defRPr sz="1588" b="0">
                <a:solidFill>
                  <a:srgbClr val="575757"/>
                </a:solidFill>
                <a:latin typeface="+mj-lt"/>
              </a:defRPr>
            </a:lvl1pPr>
          </a:lstStyle>
          <a:p>
            <a:pPr lvl="0"/>
            <a:r>
              <a:rPr lang="en-US" noProof="0" dirty="0"/>
              <a:t>Click to add subtitle</a:t>
            </a:r>
          </a:p>
        </p:txBody>
      </p:sp>
      <p:sp>
        <p:nvSpPr>
          <p:cNvPr id="14" name="Title Placeholder 1"/>
          <p:cNvSpPr>
            <a:spLocks noGrp="1"/>
          </p:cNvSpPr>
          <p:nvPr>
            <p:ph type="title"/>
          </p:nvPr>
        </p:nvSpPr>
        <p:spPr>
          <a:xfrm>
            <a:off x="501651" y="317501"/>
            <a:ext cx="11162350" cy="334101"/>
          </a:xfrm>
          <a:prstGeom prst="rect">
            <a:avLst/>
          </a:prstGeom>
        </p:spPr>
        <p:txBody>
          <a:bodyPr vert="horz" lIns="0" tIns="0" rIns="0" bIns="0" rtlCol="0" anchor="t" anchorCtr="0">
            <a:noAutofit/>
          </a:bodyPr>
          <a:lstStyle>
            <a:lvl1pPr>
              <a:defRPr sz="1941">
                <a:latin typeface="+mj-lt"/>
              </a:defRPr>
            </a:lvl1pPr>
          </a:lstStyle>
          <a:p>
            <a:r>
              <a:rPr lang="en-US" noProof="0" dirty="0"/>
              <a:t>Click to edit Master title style</a:t>
            </a:r>
          </a:p>
        </p:txBody>
      </p:sp>
      <p:sp>
        <p:nvSpPr>
          <p:cNvPr id="8" name="Text Placeholder 18"/>
          <p:cNvSpPr>
            <a:spLocks noGrp="1"/>
          </p:cNvSpPr>
          <p:nvPr>
            <p:ph idx="1"/>
          </p:nvPr>
        </p:nvSpPr>
        <p:spPr>
          <a:xfrm>
            <a:off x="501652" y="1665288"/>
            <a:ext cx="11165417" cy="4713911"/>
          </a:xfrm>
          <a:prstGeom prst="rect">
            <a:avLst/>
          </a:prstGeom>
        </p:spPr>
        <p:txBody>
          <a:bodyPr vert="horz" lIns="0" tIns="0" rIns="0" bIns="0" rtlCol="0">
            <a:noAutofit/>
          </a:bodyPr>
          <a:lstStyle>
            <a:lvl1pPr>
              <a:spcAft>
                <a:spcPts val="1212"/>
              </a:spcAft>
              <a:defRPr sz="1235"/>
            </a:lvl1pPr>
            <a:lvl2pPr>
              <a:spcAft>
                <a:spcPts val="1212"/>
              </a:spcAft>
              <a:defRPr sz="1235"/>
            </a:lvl2pPr>
            <a:lvl3pPr>
              <a:spcAft>
                <a:spcPts val="1212"/>
              </a:spcAft>
              <a:defRPr sz="1235"/>
            </a:lvl3pPr>
            <a:lvl4pPr>
              <a:spcAft>
                <a:spcPts val="1212"/>
              </a:spcAft>
              <a:defRPr sz="1235"/>
            </a:lvl4pPr>
            <a:lvl5pPr>
              <a:spcAft>
                <a:spcPts val="1212"/>
              </a:spcAft>
              <a:defRPr sz="1235"/>
            </a:lvl5p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Tree>
    <p:extLst>
      <p:ext uri="{BB962C8B-B14F-4D97-AF65-F5344CB8AC3E}">
        <p14:creationId xmlns:p14="http://schemas.microsoft.com/office/powerpoint/2010/main" val="2496634648"/>
      </p:ext>
    </p:extLst>
  </p:cSld>
  <p:clrMapOvr>
    <a:masterClrMapping/>
  </p:clrMapOvr>
  <p:transition>
    <p:fade/>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1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1500"/>
            </a:lvl1pPr>
          </a:lstStyle>
          <a:p>
            <a:r>
              <a:rPr lang="en-GB" noProof="0" dirty="0"/>
              <a:t>Click to edit Master title style</a:t>
            </a:r>
          </a:p>
        </p:txBody>
      </p:sp>
      <p:sp>
        <p:nvSpPr>
          <p:cNvPr id="5" name="Text Placeholder 8"/>
          <p:cNvSpPr>
            <a:spLocks noGrp="1"/>
          </p:cNvSpPr>
          <p:nvPr>
            <p:ph type="body" sz="quarter" idx="13" hasCustomPrompt="1"/>
          </p:nvPr>
        </p:nvSpPr>
        <p:spPr>
          <a:xfrm>
            <a:off x="469902" y="736691"/>
            <a:ext cx="11252200" cy="757255"/>
          </a:xfrm>
          <a:prstGeom prst="rect">
            <a:avLst/>
          </a:prstGeom>
        </p:spPr>
        <p:txBody>
          <a:bodyPr lIns="0" tIns="0" rIns="0" bIns="0">
            <a:noAutofit/>
          </a:bodyPr>
          <a:lstStyle>
            <a:lvl1pPr marL="0" indent="0">
              <a:buNone/>
              <a:defRPr sz="1500" b="0">
                <a:solidFill>
                  <a:srgbClr val="575757"/>
                </a:solidFill>
              </a:defRPr>
            </a:lvl1pPr>
          </a:lstStyle>
          <a:p>
            <a:pPr lvl="0"/>
            <a:r>
              <a:rPr lang="en-GB" noProof="0" dirty="0"/>
              <a:t>Click to add subtitle</a:t>
            </a:r>
          </a:p>
        </p:txBody>
      </p:sp>
      <p:sp>
        <p:nvSpPr>
          <p:cNvPr id="4" name="Content Placeholder 3"/>
          <p:cNvSpPr>
            <a:spLocks noGrp="1"/>
          </p:cNvSpPr>
          <p:nvPr>
            <p:ph sz="quarter" idx="10"/>
          </p:nvPr>
        </p:nvSpPr>
        <p:spPr>
          <a:xfrm>
            <a:off x="469903" y="1665292"/>
            <a:ext cx="9348787" cy="4633910"/>
          </a:xfrm>
          <a:prstGeom prst="rect">
            <a:avLst/>
          </a:prstGeom>
        </p:spPr>
        <p:txBody>
          <a:bodyPr/>
          <a:lstStyle>
            <a:lvl1pPr>
              <a:tabLst>
                <a:tab pos="6729406" algn="r"/>
              </a:tabLst>
              <a:defRPr/>
            </a:lvl1pPr>
            <a:lvl2pPr>
              <a:tabLst>
                <a:tab pos="6729406" algn="r"/>
              </a:tabLst>
              <a:defRPr/>
            </a:lvl2pPr>
            <a:lvl3pPr>
              <a:tabLst>
                <a:tab pos="6729406" algn="r"/>
              </a:tabLst>
              <a:defRPr/>
            </a:lvl3pPr>
            <a:lvl4pPr>
              <a:tabLst>
                <a:tab pos="6729406" algn="r"/>
              </a:tabLst>
              <a:defRPr/>
            </a:lvl4pPr>
            <a:lvl5pPr>
              <a:tabLst>
                <a:tab pos="5029195" algn="r"/>
              </a:tabLst>
              <a:defRPr baseline="0"/>
            </a:lvl5pPr>
            <a:lvl6pPr marL="356400" indent="0">
              <a:buNone/>
              <a:tabLst>
                <a:tab pos="6729406" algn="r"/>
              </a:tabLst>
              <a:defRPr/>
            </a:lvl6pPr>
            <a:lvl7pPr>
              <a:tabLst>
                <a:tab pos="6729406" algn="r"/>
              </a:tabLst>
              <a:defRPr/>
            </a:lvl7pPr>
            <a:lvl8pPr>
              <a:tabLst>
                <a:tab pos="6729406" algn="r"/>
              </a:tabLst>
              <a:defRPr/>
            </a:lvl8pPr>
            <a:lvl9pPr>
              <a:tabLst>
                <a:tab pos="6729406" algn="r"/>
              </a:tabLst>
              <a:defRPr/>
            </a:lvl9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p>
        </p:txBody>
      </p:sp>
      <p:sp>
        <p:nvSpPr>
          <p:cNvPr id="2" name="Footer Placeholder 1"/>
          <p:cNvSpPr>
            <a:spLocks noGrp="1"/>
          </p:cNvSpPr>
          <p:nvPr>
            <p:ph type="ftr" sz="quarter" idx="14"/>
          </p:nvPr>
        </p:nvSpPr>
        <p:spPr/>
        <p:txBody>
          <a:bodyPr/>
          <a:lstStyle/>
          <a:p>
            <a:endParaRPr lang="en-GB" dirty="0">
              <a:solidFill>
                <a:srgbClr val="000000"/>
              </a:solidFill>
            </a:endParaRPr>
          </a:p>
        </p:txBody>
      </p:sp>
    </p:spTree>
    <p:extLst>
      <p:ext uri="{BB962C8B-B14F-4D97-AF65-F5344CB8AC3E}">
        <p14:creationId xmlns:p14="http://schemas.microsoft.com/office/powerpoint/2010/main" val="876925916"/>
      </p:ext>
    </p:extLst>
  </p:cSld>
  <p:clrMapOvr>
    <a:masterClrMapping/>
  </p:clrMapOvr>
  <p:transition>
    <p:fade/>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1_Key statement white">
    <p:bg>
      <p:bgRef idx="1001">
        <a:schemeClr val="bg1"/>
      </p:bgRef>
    </p:bg>
    <p:spTree>
      <p:nvGrpSpPr>
        <p:cNvPr id="1" name=""/>
        <p:cNvGrpSpPr/>
        <p:nvPr/>
      </p:nvGrpSpPr>
      <p:grpSpPr>
        <a:xfrm>
          <a:off x="0" y="0"/>
          <a:ext cx="0" cy="0"/>
          <a:chOff x="0" y="0"/>
          <a:chExt cx="0" cy="0"/>
        </a:xfrm>
      </p:grpSpPr>
      <p:sp>
        <p:nvSpPr>
          <p:cNvPr id="3" name="Text Placeholder 3"/>
          <p:cNvSpPr>
            <a:spLocks noGrp="1"/>
          </p:cNvSpPr>
          <p:nvPr>
            <p:ph type="body" sz="quarter" idx="10"/>
          </p:nvPr>
        </p:nvSpPr>
        <p:spPr>
          <a:xfrm>
            <a:off x="501653" y="1628776"/>
            <a:ext cx="9277349" cy="4752975"/>
          </a:xfrm>
          <a:prstGeom prst="rect">
            <a:avLst/>
          </a:prstGeom>
        </p:spPr>
        <p:txBody>
          <a:bodyPr>
            <a:normAutofit/>
          </a:bodyPr>
          <a:lstStyle>
            <a:lvl1pPr marL="0" indent="0">
              <a:spcBef>
                <a:spcPts val="3600"/>
              </a:spcBef>
              <a:buFont typeface="Arial" panose="020B0604020202020204" pitchFamily="34" charset="0"/>
              <a:buChar char="​"/>
              <a:defRPr sz="2800">
                <a:solidFill>
                  <a:schemeClr val="tx1"/>
                </a:solidFill>
              </a:defRPr>
            </a:lvl1pPr>
            <a:lvl2pPr marL="0" indent="0">
              <a:defRPr sz="3000">
                <a:solidFill>
                  <a:schemeClr val="bg2"/>
                </a:solidFill>
              </a:defRPr>
            </a:lvl2pPr>
            <a:lvl3pPr marL="0" indent="0">
              <a:buNone/>
              <a:defRPr sz="3000">
                <a:solidFill>
                  <a:schemeClr val="bg2"/>
                </a:solidFill>
              </a:defRPr>
            </a:lvl3pPr>
            <a:lvl4pPr>
              <a:defRPr sz="3000">
                <a:solidFill>
                  <a:schemeClr val="bg2"/>
                </a:solidFill>
              </a:defRPr>
            </a:lvl4pPr>
            <a:lvl5pPr>
              <a:defRPr sz="3000">
                <a:solidFill>
                  <a:schemeClr val="bg2"/>
                </a:solidFill>
              </a:defRPr>
            </a:lvl5pPr>
          </a:lstStyle>
          <a:p>
            <a:pPr lvl="0"/>
            <a:r>
              <a:rPr lang="en-GB" noProof="0" dirty="0"/>
              <a:t>Click to edit Master text styles</a:t>
            </a:r>
          </a:p>
        </p:txBody>
      </p:sp>
      <p:sp>
        <p:nvSpPr>
          <p:cNvPr id="2" name="Footer Placeholder 1"/>
          <p:cNvSpPr>
            <a:spLocks noGrp="1"/>
          </p:cNvSpPr>
          <p:nvPr>
            <p:ph type="ftr" sz="quarter" idx="11"/>
          </p:nvPr>
        </p:nvSpPr>
        <p:spPr/>
        <p:txBody>
          <a:bodyPr/>
          <a:lstStyle/>
          <a:p>
            <a:endParaRPr lang="en-GB" dirty="0">
              <a:solidFill>
                <a:prstClr val="black"/>
              </a:solidFill>
            </a:endParaRPr>
          </a:p>
        </p:txBody>
      </p:sp>
    </p:spTree>
    <p:extLst>
      <p:ext uri="{BB962C8B-B14F-4D97-AF65-F5344CB8AC3E}">
        <p14:creationId xmlns:p14="http://schemas.microsoft.com/office/powerpoint/2010/main" val="2862837737"/>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userDrawn="1">
  <p:cSld name="1_End slide">
    <p:spTree>
      <p:nvGrpSpPr>
        <p:cNvPr id="1" name=""/>
        <p:cNvGrpSpPr/>
        <p:nvPr/>
      </p:nvGrpSpPr>
      <p:grpSpPr>
        <a:xfrm>
          <a:off x="0" y="0"/>
          <a:ext cx="0" cy="0"/>
          <a:chOff x="0" y="0"/>
          <a:chExt cx="0" cy="0"/>
        </a:xfrm>
      </p:grpSpPr>
      <p:sp>
        <p:nvSpPr>
          <p:cNvPr id="6" name="Text Placeholder 5"/>
          <p:cNvSpPr>
            <a:spLocks noGrp="1"/>
          </p:cNvSpPr>
          <p:nvPr>
            <p:ph type="body" sz="quarter" idx="13" hasCustomPrompt="1"/>
          </p:nvPr>
        </p:nvSpPr>
        <p:spPr>
          <a:xfrm>
            <a:off x="501653" y="4211955"/>
            <a:ext cx="8528936" cy="2169796"/>
          </a:xfrm>
        </p:spPr>
        <p:txBody>
          <a:bodyPr anchor="b" anchorCtr="0"/>
          <a:lstStyle>
            <a:lvl1pPr>
              <a:lnSpc>
                <a:spcPct val="100000"/>
              </a:lnSpc>
              <a:spcAft>
                <a:spcPts val="600"/>
              </a:spcAft>
              <a:defRPr sz="907"/>
            </a:lvl1pPr>
          </a:lstStyle>
          <a:p>
            <a:pPr lvl="0"/>
            <a:r>
              <a:rPr lang="en-US" noProof="0" dirty="0"/>
              <a:t>Deloitte refers to one or more of Deloitte </a:t>
            </a:r>
            <a:r>
              <a:rPr lang="en-US" noProof="0" dirty="0" err="1"/>
              <a:t>Touche</a:t>
            </a:r>
            <a:r>
              <a:rPr lang="en-US" noProof="0" dirty="0"/>
              <a:t> Tohmatsu Limited, a UK private company limited by guarantee (“DTTL”), its network of member firms, and their related entities. DTTL and each of its member firms are legally separate and independent entities. DTTL (also referred to as “Deloitte Global”) does not provide services to clients. Please see www.deloitte.com/about for a more detailed description of DTTL and its member firms.</a:t>
            </a:r>
          </a:p>
          <a:p>
            <a:pPr lvl="0"/>
            <a:r>
              <a:rPr lang="en-US" noProof="0" dirty="0"/>
              <a:t>This material has been prepared by Deloitte </a:t>
            </a:r>
            <a:r>
              <a:rPr lang="en-US" noProof="0" dirty="0" err="1"/>
              <a:t>Touche</a:t>
            </a:r>
            <a:r>
              <a:rPr lang="en-US" noProof="0" dirty="0"/>
              <a:t> Tohmatsu India LLP (“DTTILLP”), a member of Deloitte </a:t>
            </a:r>
            <a:r>
              <a:rPr lang="en-US" noProof="0" dirty="0" err="1"/>
              <a:t>Touche</a:t>
            </a:r>
            <a:r>
              <a:rPr lang="en-US" noProof="0" dirty="0"/>
              <a:t> Tohmatsu Limited, on a specific request from you and contains proprietary and confidential information. This material may contain information sourced from publicly available information or other third party sources. DTTILLP does not independently verify any such sources and is not responsible for any loss whatsoever caused due to reliance placed on information sourced from such sources. The information contained in this material is intended solely for you. Any disclosure, copying or further distribution of this material or its contents is strictly prohibited.</a:t>
            </a:r>
          </a:p>
          <a:p>
            <a:pPr lvl="0"/>
            <a:r>
              <a:rPr lang="en-US" noProof="0" dirty="0"/>
              <a:t>Nothing in this material creates any contractual relationship between DTTILLP and you. Any mutually binding legal obligations or rights may only be created between you and DTTILLP upon execution of a legally binding contract. By using this material and any information contained in it, the user accepts this entire notice and terms of use.</a:t>
            </a:r>
          </a:p>
          <a:p>
            <a:pPr lvl="0"/>
            <a:r>
              <a:rPr lang="en-US" noProof="0" dirty="0"/>
              <a:t>©2018 Deloitte </a:t>
            </a:r>
            <a:r>
              <a:rPr lang="en-US" noProof="0" dirty="0" err="1"/>
              <a:t>Touche</a:t>
            </a:r>
            <a:r>
              <a:rPr lang="en-US" noProof="0" dirty="0"/>
              <a:t> Tohmatsu India LLP. Member of Deloitte </a:t>
            </a:r>
            <a:r>
              <a:rPr lang="en-US" noProof="0" dirty="0" err="1"/>
              <a:t>Touche</a:t>
            </a:r>
            <a:r>
              <a:rPr lang="en-US" noProof="0" dirty="0"/>
              <a:t> Tohmatsu Limited</a:t>
            </a:r>
          </a:p>
          <a:p>
            <a:pPr lvl="0"/>
            <a:r>
              <a:rPr lang="en-US" noProof="0" dirty="0"/>
              <a:t>Deloitte </a:t>
            </a:r>
            <a:r>
              <a:rPr lang="en-US" noProof="0" dirty="0" err="1"/>
              <a:t>Touche</a:t>
            </a:r>
            <a:r>
              <a:rPr lang="en-US" noProof="0" dirty="0"/>
              <a:t> Tohmatsu India Private Limited (U74140MH199 5PTC093339), a private company limited by shares, was converted into Deloitte </a:t>
            </a:r>
            <a:r>
              <a:rPr lang="en-US" noProof="0" dirty="0" err="1"/>
              <a:t>Touche</a:t>
            </a:r>
            <a:r>
              <a:rPr lang="en-US" noProof="0" dirty="0"/>
              <a:t> Tohmatsu India LLP, a limited liability partnership (LLP Identification No. AAE-8458),with effect from October 1, 2015.</a:t>
            </a:r>
          </a:p>
        </p:txBody>
      </p:sp>
      <p:grpSp>
        <p:nvGrpSpPr>
          <p:cNvPr id="14" name="Group 13"/>
          <p:cNvGrpSpPr>
            <a:grpSpLocks noChangeAspect="1"/>
          </p:cNvGrpSpPr>
          <p:nvPr userDrawn="1"/>
        </p:nvGrpSpPr>
        <p:grpSpPr>
          <a:xfrm>
            <a:off x="475325" y="457200"/>
            <a:ext cx="1998000" cy="374400"/>
            <a:chOff x="398463" y="404813"/>
            <a:chExt cx="1627187" cy="307976"/>
          </a:xfrm>
          <a:solidFill>
            <a:schemeClr val="tx1"/>
          </a:solidFill>
        </p:grpSpPr>
        <p:sp>
          <p:nvSpPr>
            <p:cNvPr id="15"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6"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7"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2554854743"/>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2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indent="0" algn="l">
              <a:buNone/>
              <a:defRPr sz="1600" b="0">
                <a:solidFill>
                  <a:schemeClr val="bg1"/>
                </a:solidFill>
              </a:defRPr>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22" name="Group 21"/>
          <p:cNvGrpSpPr>
            <a:grpSpLocks noChangeAspect="1"/>
          </p:cNvGrpSpPr>
          <p:nvPr userDrawn="1"/>
        </p:nvGrpSpPr>
        <p:grpSpPr>
          <a:xfrm>
            <a:off x="469900" y="457761"/>
            <a:ext cx="1998000" cy="374400"/>
            <a:chOff x="398463" y="404813"/>
            <a:chExt cx="1627187" cy="307976"/>
          </a:xfrm>
          <a:solidFill>
            <a:schemeClr val="tx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3"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1129274178"/>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0150" y="153045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202" y="5845181"/>
            <a:ext cx="5592011"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bg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202" y="6362701"/>
            <a:ext cx="5594349" cy="298451"/>
          </a:xfrm>
          <a:prstGeom prst="rect">
            <a:avLst/>
          </a:prstGeom>
        </p:spPr>
        <p:txBody>
          <a:bodyPr/>
          <a:lstStyle>
            <a:lvl1pPr>
              <a:spcAft>
                <a:spcPts val="0"/>
              </a:spcAft>
              <a:defRPr sz="105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69900" y="457761"/>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9" name="Rectangle 7"/>
            <p:cNvSpPr>
              <a:spLocks noChangeArrowheads="1"/>
            </p:cNvSpPr>
            <p:nvPr userDrawn="1"/>
          </p:nvSpPr>
          <p:spPr bwMode="auto">
            <a:xfrm>
              <a:off x="906463" y="404813"/>
              <a:ext cx="74612" cy="30321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0"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Rectangle 9"/>
            <p:cNvSpPr>
              <a:spLocks noChangeArrowheads="1"/>
            </p:cNvSpPr>
            <p:nvPr userDrawn="1"/>
          </p:nvSpPr>
          <p:spPr bwMode="auto">
            <a:xfrm>
              <a:off x="1257300" y="482601"/>
              <a:ext cx="74612" cy="2254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chemeClr val="bg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109076258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4212000" y="1530000"/>
            <a:ext cx="3780000" cy="3780000"/>
          </a:xfrm>
          <a:prstGeom prst="ellipse">
            <a:avLst/>
          </a:prstGeom>
          <a:ln w="25400">
            <a:solidFill>
              <a:schemeClr val="accent1"/>
            </a:solidFill>
          </a:ln>
        </p:spPr>
        <p:txBody>
          <a:bodyPr lIns="108000" tIns="108000" rIns="108000" bIns="108000" anchor="ctr" anchorCtr="0">
            <a:normAutofit/>
          </a:bodyPr>
          <a:lstStyle>
            <a:lvl1pPr algn="ctr">
              <a:lnSpc>
                <a:spcPts val="3800"/>
              </a:lnSpc>
              <a:defRPr sz="3200"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Subtitle 2"/>
          <p:cNvSpPr>
            <a:spLocks noGrp="1"/>
          </p:cNvSpPr>
          <p:nvPr>
            <p:ph type="subTitle" idx="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600">
                <a:solidFill>
                  <a:schemeClr val="tx1"/>
                </a:solidFill>
              </a:defRPr>
            </a:lvl1pPr>
            <a:lvl2pPr marL="609600" indent="0" algn="ctr">
              <a:buNone/>
              <a:defRPr sz="2667"/>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a:t>Click to edit Master subtitle style</a:t>
            </a:r>
            <a:endParaRPr lang="en-US" noProof="0" dirty="0"/>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6" name="Group 15"/>
          <p:cNvGrpSpPr>
            <a:grpSpLocks noChangeAspect="1"/>
          </p:cNvGrpSpPr>
          <p:nvPr userDrawn="1"/>
        </p:nvGrpSpPr>
        <p:grpSpPr>
          <a:xfrm>
            <a:off x="475325" y="457200"/>
            <a:ext cx="1998000" cy="374400"/>
            <a:chOff x="398463" y="404813"/>
            <a:chExt cx="1627187" cy="307976"/>
          </a:xfrm>
          <a:solidFill>
            <a:schemeClr val="tx1"/>
          </a:solidFill>
        </p:grpSpPr>
        <p:sp>
          <p:nvSpPr>
            <p:cNvPr id="17"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18"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0"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1"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2"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3"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4"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5"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6"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37"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Tree>
    <p:extLst>
      <p:ext uri="{BB962C8B-B14F-4D97-AF65-F5344CB8AC3E}">
        <p14:creationId xmlns:p14="http://schemas.microsoft.com/office/powerpoint/2010/main" val="356324756"/>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0214"/>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3546"/>
            <a:ext cx="10418235"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34486558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3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76481572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7" name="TextBox 6"/>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8" name="TextBox 7"/>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9" name="TextBox 8"/>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8347901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1435551746"/>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Divider - Deloitte black">
    <p:bg bwMode="gray">
      <p:bgPr>
        <a:solidFill>
          <a:schemeClr val="tx1"/>
        </a:solidFill>
        <a:effectLst/>
      </p:bgPr>
    </p:bg>
    <p:spTree>
      <p:nvGrpSpPr>
        <p:cNvPr id="1" name=""/>
        <p:cNvGrpSpPr/>
        <p:nvPr/>
      </p:nvGrpSpPr>
      <p:grpSpPr>
        <a:xfrm>
          <a:off x="0" y="0"/>
          <a:ext cx="0" cy="0"/>
          <a:chOff x="0" y="0"/>
          <a:chExt cx="0" cy="0"/>
        </a:xfrm>
      </p:grpSpPr>
      <p:sp>
        <p:nvSpPr>
          <p:cNvPr id="18" name="Title 1"/>
          <p:cNvSpPr>
            <a:spLocks noGrp="1"/>
          </p:cNvSpPr>
          <p:nvPr>
            <p:ph type="title"/>
          </p:nvPr>
        </p:nvSpPr>
        <p:spPr bwMode="gray">
          <a:xfrm>
            <a:off x="469902" y="1705670"/>
            <a:ext cx="10418233" cy="1592403"/>
          </a:xfrm>
        </p:spPr>
        <p:txBody>
          <a:bodyPr anchor="b"/>
          <a:lstStyle>
            <a:lvl1pPr>
              <a:lnSpc>
                <a:spcPct val="95000"/>
              </a:lnSpc>
              <a:defRPr sz="3850"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19" name="Text Placeholder 2"/>
          <p:cNvSpPr>
            <a:spLocks noGrp="1"/>
          </p:cNvSpPr>
          <p:nvPr>
            <p:ph type="body" idx="1"/>
          </p:nvPr>
        </p:nvSpPr>
        <p:spPr bwMode="gray">
          <a:xfrm>
            <a:off x="469902" y="3429000"/>
            <a:ext cx="10418233" cy="1566532"/>
          </a:xfrm>
        </p:spPr>
        <p:txBody>
          <a:bodyPr lIns="0" tIns="0" rIns="0" bIns="0">
            <a:noAutofit/>
          </a:bodyPr>
          <a:lstStyle>
            <a:lvl1pPr marL="0" indent="0">
              <a:lnSpc>
                <a:spcPct val="95000"/>
              </a:lnSpc>
              <a:spcAft>
                <a:spcPts val="0"/>
              </a:spcAft>
              <a:buNone/>
              <a:defRPr sz="3850">
                <a:solidFill>
                  <a:schemeClr val="bg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
        <p:nvSpPr>
          <p:cNvPr id="20" name="TextBox 19"/>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21" name="TextBox 20"/>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2" name="TextBox 21"/>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50656742"/>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1_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3" y="1705670"/>
            <a:ext cx="10418233" cy="1592403"/>
          </a:xfrm>
        </p:spPr>
        <p:txBody>
          <a:bodyPr anchor="b"/>
          <a:lstStyle>
            <a:lvl1pPr>
              <a:lnSpc>
                <a:spcPct val="95000"/>
              </a:lnSpc>
              <a:defRPr sz="3850"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endParaRPr lang="en-US" noProof="0" dirty="0"/>
          </a:p>
        </p:txBody>
      </p:sp>
      <p:sp>
        <p:nvSpPr>
          <p:cNvPr id="3" name="Text Placeholder 2"/>
          <p:cNvSpPr>
            <a:spLocks noGrp="1"/>
          </p:cNvSpPr>
          <p:nvPr>
            <p:ph type="body" idx="1"/>
          </p:nvPr>
        </p:nvSpPr>
        <p:spPr bwMode="gray">
          <a:xfrm>
            <a:off x="469901" y="3429000"/>
            <a:ext cx="10541000" cy="1566532"/>
          </a:xfrm>
        </p:spPr>
        <p:txBody>
          <a:bodyPr lIns="0" tIns="0" rIns="0" bIns="0">
            <a:noAutofit/>
          </a:bodyPr>
          <a:lstStyle>
            <a:lvl1pPr marL="0" indent="0">
              <a:lnSpc>
                <a:spcPct val="95000"/>
              </a:lnSpc>
              <a:spcAft>
                <a:spcPts val="0"/>
              </a:spcAft>
              <a:buNone/>
              <a:defRPr sz="3850">
                <a:solidFill>
                  <a:schemeClr val="tx1"/>
                </a:solidFill>
              </a:defRPr>
            </a:lvl1pPr>
            <a:lvl2pPr marL="609600" indent="0">
              <a:buNone/>
              <a:defRPr sz="2667">
                <a:solidFill>
                  <a:schemeClr val="tx1">
                    <a:tint val="75000"/>
                  </a:schemeClr>
                </a:solidFill>
              </a:defRPr>
            </a:lvl2pPr>
            <a:lvl3pPr marL="1219199" indent="0">
              <a:buNone/>
              <a:defRPr sz="2400">
                <a:solidFill>
                  <a:schemeClr val="tx1">
                    <a:tint val="75000"/>
                  </a:schemeClr>
                </a:solidFill>
              </a:defRPr>
            </a:lvl3pPr>
            <a:lvl4pPr marL="1828798" indent="0">
              <a:buNone/>
              <a:defRPr sz="2133">
                <a:solidFill>
                  <a:schemeClr val="tx1">
                    <a:tint val="75000"/>
                  </a:schemeClr>
                </a:solidFill>
              </a:defRPr>
            </a:lvl4pPr>
            <a:lvl5pPr marL="2438398" indent="0">
              <a:buNone/>
              <a:defRPr sz="2133">
                <a:solidFill>
                  <a:schemeClr val="tx1">
                    <a:tint val="75000"/>
                  </a:schemeClr>
                </a:solidFill>
              </a:defRPr>
            </a:lvl5pPr>
            <a:lvl6pPr marL="3047997" indent="0">
              <a:buNone/>
              <a:defRPr sz="2133">
                <a:solidFill>
                  <a:schemeClr val="tx1">
                    <a:tint val="75000"/>
                  </a:schemeClr>
                </a:solidFill>
              </a:defRPr>
            </a:lvl6pPr>
            <a:lvl7pPr marL="3657597" indent="0">
              <a:buNone/>
              <a:defRPr sz="2133">
                <a:solidFill>
                  <a:schemeClr val="tx1">
                    <a:tint val="75000"/>
                  </a:schemeClr>
                </a:solidFill>
              </a:defRPr>
            </a:lvl7pPr>
            <a:lvl8pPr marL="4267195" indent="0">
              <a:buNone/>
              <a:defRPr sz="2133">
                <a:solidFill>
                  <a:schemeClr val="tx1">
                    <a:tint val="75000"/>
                  </a:schemeClr>
                </a:solidFill>
              </a:defRPr>
            </a:lvl8pPr>
            <a:lvl9pPr marL="4876794" indent="0">
              <a:buNone/>
              <a:defRPr sz="2133">
                <a:solidFill>
                  <a:schemeClr val="tx1">
                    <a:tint val="75000"/>
                  </a:schemeClr>
                </a:solidFill>
              </a:defRPr>
            </a:lvl9pPr>
          </a:lstStyle>
          <a:p>
            <a:pPr lvl="0"/>
            <a:r>
              <a:rPr lang="en-US" noProof="0"/>
              <a:t>Edit Master text styles</a:t>
            </a:r>
          </a:p>
        </p:txBody>
      </p:sp>
    </p:spTree>
    <p:extLst>
      <p:ext uri="{BB962C8B-B14F-4D97-AF65-F5344CB8AC3E}">
        <p14:creationId xmlns:p14="http://schemas.microsoft.com/office/powerpoint/2010/main" val="292179278"/>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2_Title &amp; subtitle">
    <p:spTree>
      <p:nvGrpSpPr>
        <p:cNvPr id="1" name=""/>
        <p:cNvGrpSpPr/>
        <p:nvPr/>
      </p:nvGrpSpPr>
      <p:grpSpPr>
        <a:xfrm>
          <a:off x="0" y="0"/>
          <a:ext cx="0" cy="0"/>
          <a:chOff x="0" y="0"/>
          <a:chExt cx="0" cy="0"/>
        </a:xfrm>
      </p:grpSpPr>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5"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2021.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3330624600"/>
      </p:ext>
    </p:extLst>
  </p:cSld>
  <p:clrMapOvr>
    <a:masterClrMapping/>
  </p:clrMapOvr>
  <p:transition>
    <p:fade/>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2_2 column content">
    <p:spTree>
      <p:nvGrpSpPr>
        <p:cNvPr id="1" name=""/>
        <p:cNvGrpSpPr/>
        <p:nvPr/>
      </p:nvGrpSpPr>
      <p:grpSpPr>
        <a:xfrm>
          <a:off x="0" y="0"/>
          <a:ext cx="0" cy="0"/>
          <a:chOff x="0" y="0"/>
          <a:chExt cx="0" cy="0"/>
        </a:xfrm>
      </p:grpSpPr>
      <p:sp>
        <p:nvSpPr>
          <p:cNvPr id="6" name="Content Placeholder 3"/>
          <p:cNvSpPr>
            <a:spLocks noGrp="1"/>
          </p:cNvSpPr>
          <p:nvPr>
            <p:ph sz="quarter" idx="10"/>
          </p:nvPr>
        </p:nvSpPr>
        <p:spPr>
          <a:xfrm>
            <a:off x="469901" y="1665289"/>
            <a:ext cx="4431857" cy="4633913"/>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Content Placeholder 3"/>
          <p:cNvSpPr>
            <a:spLocks noGrp="1"/>
          </p:cNvSpPr>
          <p:nvPr>
            <p:ph sz="quarter" idx="16"/>
          </p:nvPr>
        </p:nvSpPr>
        <p:spPr>
          <a:xfrm>
            <a:off x="5482100" y="1700213"/>
            <a:ext cx="6240000" cy="4598989"/>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0"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1"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592316611"/>
      </p:ext>
    </p:extLst>
  </p:cSld>
  <p:clrMapOvr>
    <a:masterClrMapping/>
  </p:clrMapOvr>
  <p:transition>
    <p:fade/>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5118502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bwMode="gray">
          <a:xfrm>
            <a:off x="475327" y="5845181"/>
            <a:ext cx="5594348"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tx1"/>
                </a:solidFill>
              </a:defRPr>
            </a:lvl1pPr>
            <a:lvl2pPr marL="0" indent="0" algn="l">
              <a:buNone/>
              <a:defRPr sz="1600" b="0"/>
            </a:lvl2pPr>
            <a:lvl3pPr marL="1219199" indent="0" algn="ctr">
              <a:buNone/>
              <a:defRPr sz="2400"/>
            </a:lvl3pPr>
            <a:lvl4pPr marL="1828798" indent="0" algn="ctr">
              <a:buNone/>
              <a:defRPr sz="2133"/>
            </a:lvl4pPr>
            <a:lvl5pPr marL="2438398" indent="0" algn="ctr">
              <a:buNone/>
              <a:defRPr sz="2133"/>
            </a:lvl5pPr>
            <a:lvl6pPr marL="3047997" indent="0" algn="ctr">
              <a:buNone/>
              <a:defRPr sz="2133"/>
            </a:lvl6pPr>
            <a:lvl7pPr marL="3657597" indent="0" algn="ctr">
              <a:buNone/>
              <a:defRPr sz="2133"/>
            </a:lvl7pPr>
            <a:lvl8pPr marL="4267195" indent="0" algn="ctr">
              <a:buNone/>
              <a:defRPr sz="2133"/>
            </a:lvl8pPr>
            <a:lvl9pPr marL="4876794" indent="0" algn="ctr">
              <a:buNone/>
              <a:defRPr sz="2133"/>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475326" y="6362701"/>
            <a:ext cx="5594349" cy="298451"/>
          </a:xfrm>
          <a:prstGeom prst="rect">
            <a:avLst/>
          </a:prstGeom>
        </p:spPr>
        <p:txBody>
          <a:bodyPr>
            <a:noAutofit/>
          </a:bodyPr>
          <a:lstStyle>
            <a:lvl1pPr>
              <a:spcAft>
                <a:spcPts val="0"/>
              </a:spcAft>
              <a:defRPr sz="1050">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Edit Master text styles</a:t>
            </a:r>
          </a:p>
        </p:txBody>
      </p:sp>
      <p:grpSp>
        <p:nvGrpSpPr>
          <p:cNvPr id="19" name="Group 18"/>
          <p:cNvGrpSpPr>
            <a:grpSpLocks noChangeAspect="1"/>
          </p:cNvGrpSpPr>
          <p:nvPr userDrawn="1"/>
        </p:nvGrpSpPr>
        <p:grpSpPr>
          <a:xfrm>
            <a:off x="475325" y="457200"/>
            <a:ext cx="1998000" cy="374400"/>
            <a:chOff x="398463" y="404813"/>
            <a:chExt cx="1627187" cy="307976"/>
          </a:xfrm>
          <a:solidFill>
            <a:schemeClr val="tx1"/>
          </a:solidFill>
        </p:grpSpPr>
        <p:sp>
          <p:nvSpPr>
            <p:cNvPr id="20"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1"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2"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3"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4"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5"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6"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7"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8"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sp>
          <p:nvSpPr>
            <p:cNvPr id="29"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GB" sz="2600" dirty="0">
                <a:solidFill>
                  <a:schemeClr val="bg1"/>
                </a:solidFill>
              </a:endParaRPr>
            </a:p>
          </p:txBody>
        </p:sp>
      </p:grpSp>
      <p:sp>
        <p:nvSpPr>
          <p:cNvPr id="30" name="Picture Placeholder 8"/>
          <p:cNvSpPr>
            <a:spLocks noGrp="1"/>
          </p:cNvSpPr>
          <p:nvPr>
            <p:ph type="pic" sz="quarter" idx="11"/>
          </p:nvPr>
        </p:nvSpPr>
        <p:spPr>
          <a:xfrm>
            <a:off x="3393716" y="727595"/>
            <a:ext cx="5400000" cy="5400000"/>
          </a:xfrm>
          <a:prstGeom prst="rect">
            <a:avLst/>
          </a:prstGeom>
        </p:spPr>
        <p:txBody>
          <a:bodyPr/>
          <a:lstStyle/>
          <a:p>
            <a:r>
              <a:rPr lang="en-US" noProof="0" dirty="0"/>
              <a:t>Click icon to add picture</a:t>
            </a:r>
          </a:p>
        </p:txBody>
      </p:sp>
    </p:spTree>
    <p:extLst>
      <p:ext uri="{BB962C8B-B14F-4D97-AF65-F5344CB8AC3E}">
        <p14:creationId xmlns:p14="http://schemas.microsoft.com/office/powerpoint/2010/main" val="3070944685"/>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9" name="TextBox 8"/>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3" name="TextBox 12"/>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143718541"/>
      </p:ext>
    </p:extLst>
  </p:cSld>
  <p:clrMapOvr>
    <a:masterClrMapping/>
  </p:clrMapOvr>
  <p:transition>
    <p:fade/>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022894576"/>
      </p:ext>
    </p:extLst>
  </p:cSld>
  <p:clrMapOvr>
    <a:masterClrMapping/>
  </p:clrMapOvr>
  <p:transition>
    <p:fade/>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17"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8" name="TextBox 17"/>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9" name="TextBox 18"/>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20" name="TextBox 19"/>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145641771"/>
      </p:ext>
    </p:extLst>
  </p:cSld>
  <p:clrMapOvr>
    <a:masterClrMapping/>
  </p:clrMapOvr>
  <p:transition>
    <p:fade/>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13" name="Text Placeholder 3"/>
          <p:cNvSpPr>
            <a:spLocks noGrp="1"/>
          </p:cNvSpPr>
          <p:nvPr>
            <p:ph type="body" sz="quarter" idx="10"/>
          </p:nvPr>
        </p:nvSpPr>
        <p:spPr>
          <a:xfrm>
            <a:off x="480485" y="1590677"/>
            <a:ext cx="9029604" cy="4708525"/>
          </a:xfrm>
          <a:prstGeom prst="rect">
            <a:avLst/>
          </a:prstGeom>
        </p:spPr>
        <p:txBody>
          <a:bodyPr>
            <a:noAutofit/>
          </a:bodyPr>
          <a:lstStyle>
            <a:lvl1pPr>
              <a:spcBef>
                <a:spcPts val="4800"/>
              </a:spcBef>
              <a:defRPr sz="2800">
                <a:solidFill>
                  <a:schemeClr val="bg1"/>
                </a:solidFill>
              </a:defRPr>
            </a:lvl1pPr>
            <a:lvl2pPr marL="609600" indent="-609600">
              <a:defRPr sz="4000">
                <a:solidFill>
                  <a:schemeClr val="bg2"/>
                </a:solidFill>
              </a:defRPr>
            </a:lvl2pPr>
            <a:lvl3pPr>
              <a:defRPr sz="4000">
                <a:solidFill>
                  <a:schemeClr val="bg2"/>
                </a:solidFill>
              </a:defRPr>
            </a:lvl3pPr>
            <a:lvl4pPr>
              <a:defRPr sz="4000">
                <a:solidFill>
                  <a:schemeClr val="bg2"/>
                </a:solidFill>
              </a:defRPr>
            </a:lvl4pPr>
            <a:lvl5pPr>
              <a:defRPr sz="4000">
                <a:solidFill>
                  <a:schemeClr val="bg2"/>
                </a:solidFill>
              </a:defRPr>
            </a:lvl5pPr>
          </a:lstStyle>
          <a:p>
            <a:pPr lvl="0"/>
            <a:r>
              <a:rPr lang="en-US" noProof="0"/>
              <a:t>Edit Master text styles</a:t>
            </a:r>
          </a:p>
        </p:txBody>
      </p:sp>
      <p:sp>
        <p:nvSpPr>
          <p:cNvPr id="14" name="TextBox 13"/>
          <p:cNvSpPr txBox="1"/>
          <p:nvPr userDrawn="1"/>
        </p:nvSpPr>
        <p:spPr>
          <a:xfrm>
            <a:off x="5825067" y="6477002"/>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469901"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6" name="TextBox 15"/>
          <p:cNvSpPr txBox="1"/>
          <p:nvPr userDrawn="1"/>
        </p:nvSpPr>
        <p:spPr>
          <a:xfrm>
            <a:off x="11414125" y="6477002"/>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Tree>
    <p:extLst>
      <p:ext uri="{BB962C8B-B14F-4D97-AF65-F5344CB8AC3E}">
        <p14:creationId xmlns:p14="http://schemas.microsoft.com/office/powerpoint/2010/main" val="582843648"/>
      </p:ext>
    </p:extLst>
  </p:cSld>
  <p:clrMapOvr>
    <a:masterClrMapping/>
  </p:clrMapOvr>
  <p:transition>
    <p:fade/>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4" name="Rectangle 3"/>
          <p:cNvSpPr/>
          <p:nvPr userDrawn="1"/>
        </p:nvSpPr>
        <p:spPr>
          <a:xfrm>
            <a:off x="4278314" y="1705968"/>
            <a:ext cx="363696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5" name="Rectangle 4"/>
          <p:cNvSpPr/>
          <p:nvPr userDrawn="1"/>
        </p:nvSpPr>
        <p:spPr>
          <a:xfrm>
            <a:off x="469901" y="1705968"/>
            <a:ext cx="3627438"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6" name="Rectangle 5"/>
          <p:cNvSpPr/>
          <p:nvPr userDrawn="1"/>
        </p:nvSpPr>
        <p:spPr>
          <a:xfrm>
            <a:off x="8104178" y="1705968"/>
            <a:ext cx="3629025"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467" noProof="0" dirty="0">
              <a:solidFill>
                <a:schemeClr val="bg1"/>
              </a:solidFill>
            </a:endParaRPr>
          </a:p>
        </p:txBody>
      </p:sp>
      <p:sp>
        <p:nvSpPr>
          <p:cNvPr id="7" name="Text Placeholder 8"/>
          <p:cNvSpPr>
            <a:spLocks noGrp="1"/>
          </p:cNvSpPr>
          <p:nvPr>
            <p:ph type="body" sz="quarter" idx="17"/>
          </p:nvPr>
        </p:nvSpPr>
        <p:spPr>
          <a:xfrm>
            <a:off x="4278314" y="1851443"/>
            <a:ext cx="3636962"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8"/>
          </p:nvPr>
        </p:nvSpPr>
        <p:spPr>
          <a:xfrm>
            <a:off x="469901" y="1851443"/>
            <a:ext cx="3627438"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9"/>
          </p:nvPr>
        </p:nvSpPr>
        <p:spPr>
          <a:xfrm>
            <a:off x="8093077" y="1851443"/>
            <a:ext cx="3629025" cy="3845755"/>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1"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2"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1582243747"/>
      </p:ext>
    </p:extLst>
  </p:cSld>
  <p:clrMapOvr>
    <a:masterClrMapping/>
  </p:clrMapOvr>
  <p:transition>
    <p:fade/>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1_4 column icon">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3"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6" y="2556000"/>
            <a:ext cx="2592000" cy="3394800"/>
          </a:xfrm>
        </p:spPr>
        <p:txBody>
          <a:bodyPr/>
          <a:lstStyle>
            <a:lvl1pPr>
              <a:defRPr b="1">
                <a:solidFill>
                  <a:schemeClr val="accent1"/>
                </a:solidFill>
              </a:defRPr>
            </a:lvl1pPr>
            <a:lvl2pPr>
              <a:spcAft>
                <a:spcPts val="1333"/>
              </a:spcAft>
              <a:defRPr/>
            </a:lvl2pPr>
            <a:lvl3pPr marL="0" indent="0">
              <a:spcAft>
                <a:spcPts val="1333"/>
              </a:spcAft>
              <a:buNone/>
              <a:defRPr/>
            </a:lvl3pPr>
            <a:lvl4pPr marL="235199" indent="-235199">
              <a:spcAft>
                <a:spcPts val="1333"/>
              </a:spcAft>
              <a:buFont typeface="Arial" panose="020B0604020202020204" pitchFamily="34" charset="0"/>
              <a:buChar char="•"/>
              <a:defRPr/>
            </a:lvl4pPr>
            <a:lvl5pPr marL="475200" indent="-235199">
              <a:spcAft>
                <a:spcPts val="1333"/>
              </a:spcAft>
              <a:defRPr baseline="0"/>
            </a:lvl5pPr>
            <a:lvl6pPr marL="475200" indent="-235199">
              <a:spcAft>
                <a:spcPts val="1333"/>
              </a:spcAft>
              <a:buFont typeface="Verdana" panose="020B0604030504040204" pitchFamily="34" charset="0"/>
              <a:buChar char="−"/>
              <a:defRPr/>
            </a:lvl6pPr>
            <a:lvl7pPr marL="475200" indent="-235199">
              <a:spcAft>
                <a:spcPts val="1333"/>
              </a:spcAft>
              <a:defRPr/>
            </a:lvl7pPr>
            <a:lvl8pPr marL="475200" indent="-235199">
              <a:spcAft>
                <a:spcPts val="1333"/>
              </a:spcAft>
              <a:defRPr/>
            </a:lvl8pPr>
            <a:lvl9pPr marL="475200" indent="-235199">
              <a:spcAft>
                <a:spcPts val="1333"/>
              </a:spcAft>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9"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US" noProof="0" dirty="0"/>
              <a:t>Click to add subtitle</a:t>
            </a:r>
          </a:p>
        </p:txBody>
      </p:sp>
      <p:sp>
        <p:nvSpPr>
          <p:cNvPr id="10"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lvl1pPr>
          </a:lstStyle>
          <a:p>
            <a:r>
              <a:rPr lang="en-US" noProof="0"/>
              <a:t>Click to edit Master title style</a:t>
            </a:r>
            <a:endParaRPr lang="en-US" noProof="0" dirty="0"/>
          </a:p>
        </p:txBody>
      </p:sp>
    </p:spTree>
    <p:extLst>
      <p:ext uri="{BB962C8B-B14F-4D97-AF65-F5344CB8AC3E}">
        <p14:creationId xmlns:p14="http://schemas.microsoft.com/office/powerpoint/2010/main" val="3053934229"/>
      </p:ext>
    </p:extLst>
  </p:cSld>
  <p:clrMapOvr>
    <a:masterClrMapping/>
  </p:clrMapOvr>
  <p:transition>
    <p:fade/>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4" name="Text Placeholder 8"/>
          <p:cNvSpPr>
            <a:spLocks noGrp="1"/>
          </p:cNvSpPr>
          <p:nvPr>
            <p:ph type="body" sz="quarter" idx="17"/>
          </p:nvPr>
        </p:nvSpPr>
        <p:spPr>
          <a:xfrm>
            <a:off x="469903"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5" name="Text Placeholder 8"/>
          <p:cNvSpPr>
            <a:spLocks noGrp="1"/>
          </p:cNvSpPr>
          <p:nvPr>
            <p:ph type="body" sz="quarter" idx="18"/>
          </p:nvPr>
        </p:nvSpPr>
        <p:spPr>
          <a:xfrm>
            <a:off x="9130100"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6" name="Text Placeholder 8"/>
          <p:cNvSpPr>
            <a:spLocks noGrp="1"/>
          </p:cNvSpPr>
          <p:nvPr>
            <p:ph type="body" sz="quarter" idx="19"/>
          </p:nvPr>
        </p:nvSpPr>
        <p:spPr>
          <a:xfrm>
            <a:off x="3356635"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7" name="Text Placeholder 8"/>
          <p:cNvSpPr>
            <a:spLocks noGrp="1"/>
          </p:cNvSpPr>
          <p:nvPr>
            <p:ph type="body" sz="quarter" idx="20"/>
          </p:nvPr>
        </p:nvSpPr>
        <p:spPr>
          <a:xfrm>
            <a:off x="6243367" y="2556000"/>
            <a:ext cx="2592000" cy="3394800"/>
          </a:xfrm>
        </p:spPr>
        <p:txBody>
          <a:bodyPr/>
          <a:lstStyle>
            <a:lvl1pPr>
              <a:defRPr b="1">
                <a:solidFill>
                  <a:schemeClr val="bg1"/>
                </a:solidFill>
              </a:defRPr>
            </a:lvl1pPr>
            <a:lvl2pPr>
              <a:spcAft>
                <a:spcPts val="1333"/>
              </a:spcAft>
              <a:defRPr>
                <a:solidFill>
                  <a:schemeClr val="bg1"/>
                </a:solidFill>
              </a:defRPr>
            </a:lvl2pPr>
            <a:lvl3pPr marL="0" indent="0">
              <a:spcAft>
                <a:spcPts val="1333"/>
              </a:spcAft>
              <a:buNone/>
              <a:defRPr>
                <a:solidFill>
                  <a:schemeClr val="bg1"/>
                </a:solidFill>
              </a:defRPr>
            </a:lvl3pPr>
            <a:lvl4pPr marL="235199" indent="-235199">
              <a:spcAft>
                <a:spcPts val="1333"/>
              </a:spcAft>
              <a:buFont typeface="Arial" panose="020B0604020202020204" pitchFamily="34" charset="0"/>
              <a:buChar char="•"/>
              <a:defRPr>
                <a:solidFill>
                  <a:schemeClr val="bg1"/>
                </a:solidFill>
              </a:defRPr>
            </a:lvl4pPr>
            <a:lvl5pPr marL="475200" indent="-235199">
              <a:spcAft>
                <a:spcPts val="1333"/>
              </a:spcAft>
              <a:defRPr baseline="0">
                <a:solidFill>
                  <a:schemeClr val="bg1"/>
                </a:solidFill>
              </a:defRPr>
            </a:lvl5pPr>
            <a:lvl6pPr marL="475200" indent="-235199">
              <a:spcAft>
                <a:spcPts val="1333"/>
              </a:spcAft>
              <a:buFont typeface="Verdana" panose="020B0604030504040204" pitchFamily="34" charset="0"/>
              <a:buChar char="−"/>
              <a:defRPr>
                <a:solidFill>
                  <a:schemeClr val="bg1"/>
                </a:solidFill>
              </a:defRPr>
            </a:lvl6pPr>
            <a:lvl7pPr marL="475200" indent="-235199">
              <a:spcAft>
                <a:spcPts val="1333"/>
              </a:spcAft>
              <a:defRPr>
                <a:solidFill>
                  <a:schemeClr val="bg1"/>
                </a:solidFill>
              </a:defRPr>
            </a:lvl7pPr>
            <a:lvl8pPr marL="475200" indent="-235199">
              <a:spcAft>
                <a:spcPts val="1333"/>
              </a:spcAft>
              <a:defRPr>
                <a:solidFill>
                  <a:schemeClr val="bg1"/>
                </a:solidFill>
              </a:defRPr>
            </a:lvl8pPr>
            <a:lvl9pPr marL="475200" indent="-235199">
              <a:spcAft>
                <a:spcPts val="1333"/>
              </a:spcAft>
              <a:defRPr>
                <a:solidFill>
                  <a:schemeClr val="bg1"/>
                </a:solidFill>
              </a:defRPr>
            </a:lvl9pPr>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13" name="TextBox 12"/>
          <p:cNvSpPr txBox="1"/>
          <p:nvPr userDrawn="1"/>
        </p:nvSpPr>
        <p:spPr>
          <a:xfrm>
            <a:off x="6335184" y="6477003"/>
            <a:ext cx="4896560" cy="200055"/>
          </a:xfrm>
          <a:prstGeom prst="rect">
            <a:avLst/>
          </a:prstGeom>
          <a:noFill/>
        </p:spPr>
        <p:txBody>
          <a:bodyPr wrap="square" lIns="0" tIns="0" rIns="0" bIns="0" rtlCol="0">
            <a:spAutoFit/>
          </a:bodyPr>
          <a:lstStyle/>
          <a:p>
            <a:pPr marL="0" indent="0" algn="r">
              <a:spcBef>
                <a:spcPts val="0"/>
              </a:spcBef>
              <a:buSzPct val="100000"/>
              <a:buFont typeface="Arial"/>
              <a:buNone/>
            </a:pPr>
            <a:r>
              <a:rPr lang="en-US" sz="650" noProof="0" dirty="0">
                <a:solidFill>
                  <a:schemeClr val="bg1"/>
                </a:solidFill>
              </a:rPr>
              <a:t>Presentation title</a:t>
            </a:r>
            <a:br>
              <a:rPr lang="en-US" sz="650" noProof="0" dirty="0">
                <a:solidFill>
                  <a:schemeClr val="bg1"/>
                </a:solidFill>
              </a:rPr>
            </a:br>
            <a:r>
              <a:rPr lang="en-US" sz="650" noProof="0" dirty="0">
                <a:solidFill>
                  <a:schemeClr val="bg1"/>
                </a:solidFill>
              </a:rPr>
              <a:t>[To edit, click View &gt; Slide Master &gt; Slide Master]</a:t>
            </a:r>
          </a:p>
        </p:txBody>
      </p:sp>
      <p:sp>
        <p:nvSpPr>
          <p:cNvPr id="14" name="TextBox 13"/>
          <p:cNvSpPr txBox="1"/>
          <p:nvPr userDrawn="1"/>
        </p:nvSpPr>
        <p:spPr>
          <a:xfrm>
            <a:off x="501654" y="6477002"/>
            <a:ext cx="5355167" cy="200055"/>
          </a:xfrm>
          <a:prstGeom prst="rect">
            <a:avLst/>
          </a:prstGeom>
          <a:noFill/>
        </p:spPr>
        <p:txBody>
          <a:bodyPr wrap="square" lIns="0" tIns="0" rIns="0" bIns="0" rtlCol="0">
            <a:spAutoFit/>
          </a:bodyPr>
          <a:lstStyle/>
          <a:p>
            <a:pPr marL="0" indent="0">
              <a:spcBef>
                <a:spcPts val="800"/>
              </a:spcBef>
              <a:buSzPct val="100000"/>
              <a:buFont typeface="Arial"/>
              <a:buNone/>
            </a:pPr>
            <a:r>
              <a:rPr lang="en-US" sz="650" noProof="0" dirty="0">
                <a:solidFill>
                  <a:schemeClr val="bg1"/>
                </a:solidFill>
              </a:rPr>
              <a:t>Member firms and DTTL: Insert appropriate copyright</a:t>
            </a:r>
            <a:br>
              <a:rPr lang="en-US" sz="650" noProof="0" dirty="0">
                <a:solidFill>
                  <a:schemeClr val="bg1"/>
                </a:solidFill>
              </a:rPr>
            </a:br>
            <a:r>
              <a:rPr lang="en-US" sz="650" noProof="0" dirty="0">
                <a:solidFill>
                  <a:schemeClr val="bg1"/>
                </a:solidFill>
              </a:rPr>
              <a:t>[To edit, click View &gt; Slide Master &gt; Slide Master]</a:t>
            </a:r>
          </a:p>
        </p:txBody>
      </p:sp>
      <p:sp>
        <p:nvSpPr>
          <p:cNvPr id="15" name="TextBox 14"/>
          <p:cNvSpPr txBox="1"/>
          <p:nvPr userDrawn="1"/>
        </p:nvSpPr>
        <p:spPr>
          <a:xfrm>
            <a:off x="11382379" y="6477003"/>
            <a:ext cx="307975" cy="100027"/>
          </a:xfrm>
          <a:prstGeom prst="rect">
            <a:avLst/>
          </a:prstGeom>
          <a:noFill/>
        </p:spPr>
        <p:txBody>
          <a:bodyPr wrap="square" lIns="0" tIns="0" rIns="0" bIns="0" rtlCol="0">
            <a:spAutoFit/>
          </a:bodyPr>
          <a:lstStyle/>
          <a:p>
            <a:pPr marL="0" indent="0" algn="r">
              <a:spcBef>
                <a:spcPts val="800"/>
              </a:spcBef>
              <a:buSzPct val="100000"/>
              <a:buFont typeface="Arial"/>
              <a:buNone/>
            </a:pPr>
            <a:fld id="{C58DF478-B544-4ED8-9ED4-6A2648E2D233}" type="slidenum">
              <a:rPr lang="en-US" sz="650" noProof="0" smtClean="0">
                <a:solidFill>
                  <a:schemeClr val="bg1"/>
                </a:solidFill>
              </a:rPr>
              <a:pPr marL="0" indent="0" algn="r">
                <a:spcBef>
                  <a:spcPts val="800"/>
                </a:spcBef>
                <a:buSzPct val="100000"/>
                <a:buFont typeface="Arial"/>
                <a:buNone/>
              </a:pPr>
              <a:t>‹#›</a:t>
            </a:fld>
            <a:endParaRPr lang="en-US" sz="650" noProof="0" dirty="0">
              <a:solidFill>
                <a:schemeClr val="bg1"/>
              </a:solidFill>
            </a:endParaRPr>
          </a:p>
        </p:txBody>
      </p:sp>
      <p:sp>
        <p:nvSpPr>
          <p:cNvPr id="16"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chemeClr val="bg1"/>
                </a:solidFill>
              </a:defRPr>
            </a:lvl1pPr>
          </a:lstStyle>
          <a:p>
            <a:pPr lvl="0"/>
            <a:r>
              <a:rPr lang="en-US" noProof="0" dirty="0"/>
              <a:t>Click to add subtitle</a:t>
            </a:r>
          </a:p>
        </p:txBody>
      </p:sp>
      <p:sp>
        <p:nvSpPr>
          <p:cNvPr id="17"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2000">
                <a:solidFill>
                  <a:schemeClr val="bg1"/>
                </a:solidFill>
              </a:defRPr>
            </a:lvl1pPr>
          </a:lstStyle>
          <a:p>
            <a:r>
              <a:rPr lang="en-US" noProof="0"/>
              <a:t>Click to edit Master title style</a:t>
            </a:r>
            <a:endParaRPr lang="en-US" noProof="0" dirty="0"/>
          </a:p>
        </p:txBody>
      </p:sp>
    </p:spTree>
    <p:extLst>
      <p:ext uri="{BB962C8B-B14F-4D97-AF65-F5344CB8AC3E}">
        <p14:creationId xmlns:p14="http://schemas.microsoft.com/office/powerpoint/2010/main" val="1600390978"/>
      </p:ext>
    </p:extLst>
  </p:cSld>
  <p:clrMapOvr>
    <a:masterClrMapping/>
  </p:clrMapOvr>
  <p:transition>
    <p:fade/>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userDrawn="1">
  <p:cSld name="Title Slide 2">
    <p:spTree>
      <p:nvGrpSpPr>
        <p:cNvPr id="1" name=""/>
        <p:cNvGrpSpPr/>
        <p:nvPr/>
      </p:nvGrpSpPr>
      <p:grpSpPr>
        <a:xfrm>
          <a:off x="0" y="0"/>
          <a:ext cx="0" cy="0"/>
          <a:chOff x="0" y="0"/>
          <a:chExt cx="0" cy="0"/>
        </a:xfrm>
      </p:grpSpPr>
      <p:sp>
        <p:nvSpPr>
          <p:cNvPr id="2" name="Title 1"/>
          <p:cNvSpPr>
            <a:spLocks noGrp="1"/>
          </p:cNvSpPr>
          <p:nvPr>
            <p:ph type="ctrTitle"/>
          </p:nvPr>
        </p:nvSpPr>
        <p:spPr>
          <a:xfrm>
            <a:off x="500820" y="1812924"/>
            <a:ext cx="3696000" cy="842400"/>
          </a:xfrm>
        </p:spPr>
        <p:txBody>
          <a:bodyPr/>
          <a:lstStyle>
            <a:lvl1pPr>
              <a:defRPr sz="2800">
                <a:solidFill>
                  <a:schemeClr val="accent1"/>
                </a:solidFill>
              </a:defRPr>
            </a:lvl1pPr>
          </a:lstStyle>
          <a:p>
            <a:r>
              <a:rPr lang="en-US"/>
              <a:t>Click to edit Master title style</a:t>
            </a:r>
            <a:endParaRPr lang="en-GB" dirty="0"/>
          </a:p>
        </p:txBody>
      </p:sp>
      <p:sp>
        <p:nvSpPr>
          <p:cNvPr id="3" name="Subtitle 2"/>
          <p:cNvSpPr>
            <a:spLocks noGrp="1"/>
          </p:cNvSpPr>
          <p:nvPr>
            <p:ph type="subTitle" idx="1"/>
          </p:nvPr>
        </p:nvSpPr>
        <p:spPr>
          <a:xfrm>
            <a:off x="500820" y="4357695"/>
            <a:ext cx="3696000" cy="1048554"/>
          </a:xfrm>
        </p:spPr>
        <p:txBody>
          <a:bodyPr>
            <a:normAutofit/>
          </a:bodyPr>
          <a:lstStyle>
            <a:lvl1pPr marL="0" indent="0" algn="l">
              <a:lnSpc>
                <a:spcPct val="120000"/>
              </a:lnSpc>
              <a:spcBef>
                <a:spcPts val="0"/>
              </a:spcBef>
              <a:buNone/>
              <a:defRPr sz="1400" b="0">
                <a:solidFill>
                  <a:schemeClr val="accent5"/>
                </a:solidFill>
              </a:defRPr>
            </a:lvl1pPr>
            <a:lvl2pPr marL="457211" indent="0" algn="ctr">
              <a:buNone/>
              <a:defRPr>
                <a:solidFill>
                  <a:schemeClr val="tx1">
                    <a:tint val="75000"/>
                  </a:schemeClr>
                </a:solidFill>
              </a:defRPr>
            </a:lvl2pPr>
            <a:lvl3pPr marL="914422" indent="0" algn="ctr">
              <a:buNone/>
              <a:defRPr>
                <a:solidFill>
                  <a:schemeClr val="tx1">
                    <a:tint val="75000"/>
                  </a:schemeClr>
                </a:solidFill>
              </a:defRPr>
            </a:lvl3pPr>
            <a:lvl4pPr marL="1371633" indent="0" algn="ctr">
              <a:buNone/>
              <a:defRPr>
                <a:solidFill>
                  <a:schemeClr val="tx1">
                    <a:tint val="75000"/>
                  </a:schemeClr>
                </a:solidFill>
              </a:defRPr>
            </a:lvl4pPr>
            <a:lvl5pPr marL="1828844" indent="0" algn="ctr">
              <a:buNone/>
              <a:defRPr>
                <a:solidFill>
                  <a:schemeClr val="tx1">
                    <a:tint val="75000"/>
                  </a:schemeClr>
                </a:solidFill>
              </a:defRPr>
            </a:lvl5pPr>
            <a:lvl6pPr marL="2286055" indent="0" algn="ctr">
              <a:buNone/>
              <a:defRPr>
                <a:solidFill>
                  <a:schemeClr val="tx1">
                    <a:tint val="75000"/>
                  </a:schemeClr>
                </a:solidFill>
              </a:defRPr>
            </a:lvl6pPr>
            <a:lvl7pPr marL="2743266" indent="0" algn="ctr">
              <a:buNone/>
              <a:defRPr>
                <a:solidFill>
                  <a:schemeClr val="tx1">
                    <a:tint val="75000"/>
                  </a:schemeClr>
                </a:solidFill>
              </a:defRPr>
            </a:lvl7pPr>
            <a:lvl8pPr marL="3200476" indent="0" algn="ctr">
              <a:buNone/>
              <a:defRPr>
                <a:solidFill>
                  <a:schemeClr val="tx1">
                    <a:tint val="75000"/>
                  </a:schemeClr>
                </a:solidFill>
              </a:defRPr>
            </a:lvl8pPr>
            <a:lvl9pPr marL="3657687" indent="0" algn="ctr">
              <a:buNone/>
              <a:defRPr>
                <a:solidFill>
                  <a:schemeClr val="tx1">
                    <a:tint val="75000"/>
                  </a:schemeClr>
                </a:solidFill>
              </a:defRPr>
            </a:lvl9pPr>
          </a:lstStyle>
          <a:p>
            <a:r>
              <a:rPr lang="en-US"/>
              <a:t>Click to edit Master subtitle style</a:t>
            </a:r>
            <a:endParaRPr lang="en-GB" dirty="0"/>
          </a:p>
        </p:txBody>
      </p:sp>
      <p:sp>
        <p:nvSpPr>
          <p:cNvPr id="14" name="Slide Number Placeholder 7"/>
          <p:cNvSpPr>
            <a:spLocks noGrp="1"/>
          </p:cNvSpPr>
          <p:nvPr>
            <p:ph type="sldNum" sz="quarter" idx="4"/>
          </p:nvPr>
        </p:nvSpPr>
        <p:spPr>
          <a:xfrm>
            <a:off x="10629330" y="6407835"/>
            <a:ext cx="1056117" cy="252000"/>
          </a:xfrm>
          <a:prstGeom prst="rect">
            <a:avLst/>
          </a:prstGeom>
        </p:spPr>
        <p:txBody>
          <a:bodyPr vert="horz" lIns="0" tIns="0" rIns="0" bIns="0" rtlCol="0" anchor="ctr" anchorCtr="0"/>
          <a:lstStyle>
            <a:lvl1pPr algn="r">
              <a:defRPr sz="800" b="0">
                <a:solidFill>
                  <a:srgbClr val="8C8C8C"/>
                </a:solidFill>
              </a:defRPr>
            </a:lvl1pPr>
          </a:lstStyle>
          <a:p>
            <a:fld id="{95CC1D26-A9BD-4BDE-BDD9-08EDBAE96860}" type="slidenum">
              <a:rPr lang="en-GB" smtClean="0"/>
              <a:pPr/>
              <a:t>‹#›</a:t>
            </a:fld>
            <a:endParaRPr lang="en-GB" dirty="0"/>
          </a:p>
        </p:txBody>
      </p:sp>
      <p:sp>
        <p:nvSpPr>
          <p:cNvPr id="11" name="Text Placeholder 5"/>
          <p:cNvSpPr>
            <a:spLocks noGrp="1"/>
          </p:cNvSpPr>
          <p:nvPr>
            <p:ph type="body" sz="quarter" idx="10"/>
          </p:nvPr>
        </p:nvSpPr>
        <p:spPr>
          <a:xfrm>
            <a:off x="500067" y="2663187"/>
            <a:ext cx="3696000" cy="1699200"/>
          </a:xfrm>
        </p:spPr>
        <p:txBody>
          <a:bodyPr>
            <a:noAutofit/>
          </a:bodyPr>
          <a:lstStyle>
            <a:lvl1pPr marL="0" indent="0">
              <a:buNone/>
              <a:defRPr sz="2800">
                <a:solidFill>
                  <a:schemeClr val="accent2"/>
                </a:solidFill>
              </a:defRPr>
            </a:lvl1pPr>
          </a:lstStyle>
          <a:p>
            <a:pPr lvl="0"/>
            <a:r>
              <a:rPr lang="en-US"/>
              <a:t>Click to edit Master text styles</a:t>
            </a:r>
          </a:p>
        </p:txBody>
      </p:sp>
      <p:sp>
        <p:nvSpPr>
          <p:cNvPr id="6" name="Rectangle 5">
            <a:extLst>
              <a:ext uri="{FF2B5EF4-FFF2-40B4-BE49-F238E27FC236}">
                <a16:creationId xmlns:a16="http://schemas.microsoft.com/office/drawing/2014/main" id="{0E2D901D-DAE1-46E9-83E3-441292FAA936}"/>
              </a:ext>
            </a:extLst>
          </p:cNvPr>
          <p:cNvSpPr/>
          <p:nvPr userDrawn="1"/>
        </p:nvSpPr>
        <p:spPr>
          <a:xfrm>
            <a:off x="228022" y="6484166"/>
            <a:ext cx="4572000" cy="215444"/>
          </a:xfrm>
          <a:prstGeom prst="rect">
            <a:avLst/>
          </a:prstGeom>
        </p:spPr>
        <p:txBody>
          <a:bodyPr>
            <a:spAutoFit/>
          </a:bodyPr>
          <a:lstStyle/>
          <a:p>
            <a:pPr defTabSz="914422">
              <a:defRPr/>
            </a:pPr>
            <a:r>
              <a:rPr lang="en-GB" sz="800" dirty="0">
                <a:latin typeface="Verdana"/>
                <a:ea typeface="Verdana" panose="020B0604030504040204" pitchFamily="34" charset="0"/>
                <a:cs typeface="Times New Roman" panose="02020603050405020304" pitchFamily="18" charset="0"/>
              </a:rPr>
              <a:t>© 2019. For information, contact Deloitte Touche Tohmatsu Limited.</a:t>
            </a:r>
            <a:endParaRPr lang="en-US" sz="800" dirty="0">
              <a:latin typeface="Verdana"/>
              <a:ea typeface="Verdan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669078836"/>
      </p:ext>
    </p:extLst>
  </p:cSld>
  <p:clrMapOvr>
    <a:masterClrMapping/>
  </p:clrMapOvr>
  <p:transition>
    <p:fade/>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userDrawn="1">
  <p:cSld name="4_Title Slide - Black">
    <p:bg bwMode="gray">
      <p:bgPr>
        <a:blipFill dpi="0" rotWithShape="1">
          <a:blip r:embed="rId2" cstate="email">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dirty="0"/>
              <a:t>Click icon to add picture</a:t>
            </a:r>
          </a:p>
        </p:txBody>
      </p:sp>
      <p:sp>
        <p:nvSpPr>
          <p:cNvPr id="3" name="Subtitle 2"/>
          <p:cNvSpPr>
            <a:spLocks noGrp="1"/>
          </p:cNvSpPr>
          <p:nvPr>
            <p:ph type="subTitle" idx="1" hasCustomPrompt="1"/>
          </p:nvPr>
        </p:nvSpPr>
        <p:spPr bwMode="gray">
          <a:xfrm>
            <a:off x="503990" y="5864231"/>
            <a:ext cx="5592011" cy="505645"/>
          </a:xfrm>
          <a:prstGeom prst="rect">
            <a:avLst/>
          </a:prstGeom>
        </p:spPr>
        <p:txBody>
          <a:bodyPr lIns="0" tIns="0" rIns="0" bIns="0" anchor="b" anchorCtr="0">
            <a:noAutofit/>
          </a:bodyPr>
          <a:lstStyle>
            <a:lvl1pPr marL="0" indent="0" algn="l">
              <a:lnSpc>
                <a:spcPct val="100000"/>
              </a:lnSpc>
              <a:spcAft>
                <a:spcPts val="0"/>
              </a:spcAft>
              <a:buNone/>
              <a:defRPr sz="1800" b="1">
                <a:solidFill>
                  <a:schemeClr val="bg1"/>
                </a:solidFill>
              </a:defRPr>
            </a:lvl1pPr>
            <a:lvl2pPr marL="0" marR="0" indent="0" algn="l" defTabSz="914422" rtl="0" eaLnBrk="1" fontAlgn="auto" latinLnBrk="0" hangingPunct="1">
              <a:lnSpc>
                <a:spcPct val="100000"/>
              </a:lnSpc>
              <a:spcBef>
                <a:spcPts val="0"/>
              </a:spcBef>
              <a:spcAft>
                <a:spcPts val="0"/>
              </a:spcAft>
              <a:buClrTx/>
              <a:buSzPct val="100000"/>
              <a:buFont typeface="Arial"/>
              <a:buNone/>
              <a:tabLst/>
              <a:defRPr sz="1600" b="0">
                <a:solidFill>
                  <a:schemeClr val="bg1"/>
                </a:solidFill>
              </a:defRPr>
            </a:lvl2pPr>
            <a:lvl3pPr marL="0" indent="0" algn="l">
              <a:spcAft>
                <a:spcPts val="0"/>
              </a:spcAft>
              <a:buNone/>
              <a:defRPr sz="1600">
                <a:solidFill>
                  <a:schemeClr val="bg1"/>
                </a:solidFill>
              </a:defRPr>
            </a:lvl3pPr>
            <a:lvl4pPr marL="1371633" indent="0" algn="ctr">
              <a:buNone/>
              <a:defRPr sz="1600"/>
            </a:lvl4pPr>
            <a:lvl5pPr marL="1828844" indent="0" algn="ctr">
              <a:buNone/>
              <a:defRPr sz="1600"/>
            </a:lvl5pPr>
            <a:lvl6pPr marL="2286055" indent="0" algn="ctr">
              <a:buNone/>
              <a:defRPr sz="1600"/>
            </a:lvl6pPr>
            <a:lvl7pPr marL="2743266" indent="0" algn="ctr">
              <a:buNone/>
              <a:defRPr sz="1600"/>
            </a:lvl7pPr>
            <a:lvl8pPr marL="3200476" indent="0" algn="ctr">
              <a:buNone/>
              <a:defRPr sz="1600"/>
            </a:lvl8pPr>
            <a:lvl9pPr marL="3657687" indent="0" algn="ctr">
              <a:buNone/>
              <a:defRPr sz="1600"/>
            </a:lvl9pPr>
          </a:lstStyle>
          <a:p>
            <a:r>
              <a:rPr lang="en-US" noProof="0" dirty="0"/>
              <a:t>Click to edit Master title style</a:t>
            </a:r>
          </a:p>
          <a:p>
            <a:pPr marL="0" marR="0" lvl="1" indent="0" algn="l" defTabSz="914422" rtl="0" eaLnBrk="1" fontAlgn="auto" latinLnBrk="0" hangingPunct="1">
              <a:lnSpc>
                <a:spcPct val="100000"/>
              </a:lnSpc>
              <a:spcBef>
                <a:spcPts val="0"/>
              </a:spcBef>
              <a:spcAft>
                <a:spcPts val="0"/>
              </a:spcAft>
              <a:buClrTx/>
              <a:buSzPct val="100000"/>
              <a:buFont typeface="Arial"/>
              <a:buNone/>
              <a:tabLst/>
              <a:defRPr/>
            </a:pPr>
            <a:r>
              <a:rPr lang="en-US" noProof="0" dirty="0"/>
              <a:t>Click to edit Master subtitle style</a:t>
            </a:r>
          </a:p>
        </p:txBody>
      </p:sp>
      <p:sp>
        <p:nvSpPr>
          <p:cNvPr id="5" name="Text Placeholder 4"/>
          <p:cNvSpPr>
            <a:spLocks noGrp="1"/>
          </p:cNvSpPr>
          <p:nvPr>
            <p:ph type="body" sz="quarter" idx="10"/>
          </p:nvPr>
        </p:nvSpPr>
        <p:spPr>
          <a:xfrm>
            <a:off x="501652" y="6381750"/>
            <a:ext cx="5594349" cy="298450"/>
          </a:xfrm>
          <a:prstGeom prst="rect">
            <a:avLst/>
          </a:prstGeom>
        </p:spPr>
        <p:txBody>
          <a:bodyPr/>
          <a:lstStyle>
            <a:lvl1pPr>
              <a:spcAft>
                <a:spcPts val="0"/>
              </a:spcAft>
              <a:defRPr sz="10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1" name="Group 20"/>
          <p:cNvGrpSpPr/>
          <p:nvPr userDrawn="1"/>
        </p:nvGrpSpPr>
        <p:grpSpPr>
          <a:xfrm>
            <a:off x="503988" y="378000"/>
            <a:ext cx="2160000" cy="307976"/>
            <a:chOff x="398463" y="404813"/>
            <a:chExt cx="1627187" cy="307976"/>
          </a:xfrm>
          <a:solidFill>
            <a:schemeClr val="bg1"/>
          </a:solidFill>
        </p:grpSpPr>
        <p:sp>
          <p:nvSpPr>
            <p:cNvPr id="11"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2"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3"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4"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5"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6"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7"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8"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19"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sp>
          <p:nvSpPr>
            <p:cNvPr id="20"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noProof="0" dirty="0">
                <a:solidFill>
                  <a:schemeClr val="bg1"/>
                </a:solidFill>
              </a:endParaRPr>
            </a:p>
          </p:txBody>
        </p:sp>
      </p:grpSp>
    </p:spTree>
    <p:extLst>
      <p:ext uri="{BB962C8B-B14F-4D97-AF65-F5344CB8AC3E}">
        <p14:creationId xmlns:p14="http://schemas.microsoft.com/office/powerpoint/2010/main" val="9393173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userDrawn="1">
  <p:cSld name="2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dirty="0"/>
              <a:t>Click to edit Master title style</a:t>
            </a:r>
          </a:p>
        </p:txBody>
      </p:sp>
      <p:sp>
        <p:nvSpPr>
          <p:cNvPr id="3" name="TextBox 2">
            <a:extLst>
              <a:ext uri="{FF2B5EF4-FFF2-40B4-BE49-F238E27FC236}">
                <a16:creationId xmlns:a16="http://schemas.microsoft.com/office/drawing/2014/main" id="{BEC5FB2D-51C4-446B-B46B-3B301738D071}"/>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4" name="TextBox 3">
            <a:extLst>
              <a:ext uri="{FF2B5EF4-FFF2-40B4-BE49-F238E27FC236}">
                <a16:creationId xmlns:a16="http://schemas.microsoft.com/office/drawing/2014/main" id="{2DCDCA34-5067-4E2C-9834-B642B8C03FF8}"/>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3070872781"/>
      </p:ext>
    </p:extLst>
  </p:cSld>
  <p:clrMapOvr>
    <a:masterClrMapping/>
  </p:clrMapOvr>
  <p:transition>
    <p:fade/>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userDrawn="1">
  <p:cSld name="1_Contents with imag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2"/>
            </p:custDataLst>
          </p:nvPr>
        </p:nvGraphicFramePr>
        <p:xfrm>
          <a:off x="1589" y="1588"/>
          <a:ext cx="1588" cy="1588"/>
        </p:xfrm>
        <a:graphic>
          <a:graphicData uri="http://schemas.openxmlformats.org/presentationml/2006/ole">
            <mc:AlternateContent xmlns:mc="http://schemas.openxmlformats.org/markup-compatibility/2006">
              <mc:Choice xmlns:v="urn:schemas-microsoft-com:vml" Requires="v">
                <p:oleObj spid="_x0000_s2058" name="think-cell Slide" r:id="rId5" imgW="470" imgH="469" progId="TCLayout.ActiveDocument.1">
                  <p:embed/>
                </p:oleObj>
              </mc:Choice>
              <mc:Fallback>
                <p:oleObj name="think-cell Slide" r:id="rId5" imgW="470" imgH="469" progId="TCLayout.ActiveDocument.1">
                  <p:embed/>
                  <p:pic>
                    <p:nvPicPr>
                      <p:cNvPr id="3" name="Object 2" hidden="1"/>
                      <p:cNvPicPr/>
                      <p:nvPr/>
                    </p:nvPicPr>
                    <p:blipFill>
                      <a:blip r:embed="rId6"/>
                      <a:stretch>
                        <a:fillRect/>
                      </a:stretch>
                    </p:blipFill>
                    <p:spPr>
                      <a:xfrm>
                        <a:off x="1589" y="1588"/>
                        <a:ext cx="1588" cy="1588"/>
                      </a:xfrm>
                      <a:prstGeom prst="rect">
                        <a:avLst/>
                      </a:prstGeom>
                    </p:spPr>
                  </p:pic>
                </p:oleObj>
              </mc:Fallback>
            </mc:AlternateContent>
          </a:graphicData>
        </a:graphic>
      </p:graphicFrame>
      <p:sp>
        <p:nvSpPr>
          <p:cNvPr id="2" name="Rectangle 1" hidden="1"/>
          <p:cNvSpPr/>
          <p:nvPr userDrawn="1">
            <p:custDataLst>
              <p:tags r:id="rId3"/>
            </p:custDataLst>
          </p:nvPr>
        </p:nvSpPr>
        <p:spPr bwMode="gray">
          <a:xfrm>
            <a:off x="1" y="2"/>
            <a:ext cx="158750" cy="158750"/>
          </a:xfrm>
          <a:prstGeom prst="rect">
            <a:avLst/>
          </a:prstGeom>
          <a:solidFill>
            <a:schemeClr val="accent3"/>
          </a:solidFill>
          <a:ln w="19050" algn="ctr">
            <a:noFill/>
            <a:miter lim="800000"/>
            <a:headEnd/>
            <a:tailEnd/>
          </a:ln>
        </p:spPr>
        <p:txBody>
          <a:bodyPr wrap="none" lIns="0" tIns="0" rIns="0" bIns="0" rtlCol="0" anchor="ctr"/>
          <a:lstStyle/>
          <a:p>
            <a:pPr marL="0" lvl="0" indent="0" algn="ctr" eaLnBrk="1">
              <a:lnSpc>
                <a:spcPct val="100000"/>
              </a:lnSpc>
              <a:spcBef>
                <a:spcPct val="0"/>
              </a:spcBef>
              <a:spcAft>
                <a:spcPct val="0"/>
              </a:spcAft>
              <a:buFont typeface="Wingdings 2" pitchFamily="18" charset="2"/>
              <a:buNone/>
            </a:pPr>
            <a:endParaRPr lang="en-US" sz="1800"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5" name="Picture Placeholder 9"/>
          <p:cNvSpPr>
            <a:spLocks noGrp="1"/>
          </p:cNvSpPr>
          <p:nvPr>
            <p:ph type="pic" sz="quarter" idx="15"/>
          </p:nvPr>
        </p:nvSpPr>
        <p:spPr>
          <a:xfrm>
            <a:off x="5604867" y="1700213"/>
            <a:ext cx="6117233" cy="4598988"/>
          </a:xfrm>
        </p:spPr>
        <p:txBody>
          <a:bodyPr/>
          <a:lstStyle/>
          <a:p>
            <a:r>
              <a:rPr lang="en-US" noProof="0" dirty="0"/>
              <a:t>Drag picture to placeholder or click icon to add</a:t>
            </a:r>
          </a:p>
        </p:txBody>
      </p:sp>
      <p:sp>
        <p:nvSpPr>
          <p:cNvPr id="6" name="Content Placeholder 3"/>
          <p:cNvSpPr>
            <a:spLocks noGrp="1"/>
          </p:cNvSpPr>
          <p:nvPr>
            <p:ph sz="quarter" idx="10"/>
          </p:nvPr>
        </p:nvSpPr>
        <p:spPr>
          <a:xfrm>
            <a:off x="469902" y="1665291"/>
            <a:ext cx="4333663" cy="4633911"/>
          </a:xfrm>
          <a:prstGeom prst="rect">
            <a:avLst/>
          </a:prstGeom>
        </p:spPr>
        <p:txBody>
          <a:bodyPr/>
          <a:lstStyle>
            <a:lvl1pPr>
              <a:tabLst>
                <a:tab pos="6705592" algn="r"/>
              </a:tabLst>
              <a:defRPr/>
            </a:lvl1pPr>
            <a:lvl2pPr>
              <a:tabLst>
                <a:tab pos="6705592" algn="r"/>
              </a:tabLst>
              <a:defRPr/>
            </a:lvl2pPr>
            <a:lvl3pPr>
              <a:tabLst>
                <a:tab pos="6705592" algn="r"/>
              </a:tabLst>
              <a:defRPr/>
            </a:lvl3pPr>
            <a:lvl4pPr>
              <a:tabLst>
                <a:tab pos="6705592" algn="r"/>
              </a:tabLst>
              <a:defRPr/>
            </a:lvl4pPr>
            <a:lvl5pPr>
              <a:tabLst>
                <a:tab pos="6705592"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1800" b="0">
                <a:solidFill>
                  <a:srgbClr val="575757"/>
                </a:solidFill>
              </a:defRPr>
            </a:lvl1pPr>
          </a:lstStyle>
          <a:p>
            <a:pPr lvl="0"/>
            <a:r>
              <a:rPr lang="en-US" noProof="0" dirty="0"/>
              <a:t>Click to add subtitle</a:t>
            </a:r>
          </a:p>
        </p:txBody>
      </p:sp>
      <p:sp>
        <p:nvSpPr>
          <p:cNvPr id="9" name="Title Placeholder 1"/>
          <p:cNvSpPr>
            <a:spLocks noGrp="1"/>
          </p:cNvSpPr>
          <p:nvPr>
            <p:ph type="title"/>
          </p:nvPr>
        </p:nvSpPr>
        <p:spPr>
          <a:xfrm>
            <a:off x="469902" y="402587"/>
            <a:ext cx="11252200" cy="334102"/>
          </a:xfrm>
          <a:prstGeom prst="rect">
            <a:avLst/>
          </a:prstGeom>
        </p:spPr>
        <p:txBody>
          <a:bodyPr vert="horz" lIns="0" tIns="0" rIns="0" bIns="0" rtlCol="0" anchor="t" anchorCtr="0">
            <a:noAutofit/>
          </a:bodyPr>
          <a:lstStyle>
            <a:lvl1pPr>
              <a:defRPr sz="1800"/>
            </a:lvl1pPr>
          </a:lstStyle>
          <a:p>
            <a:r>
              <a:rPr lang="en-US" noProof="0" dirty="0"/>
              <a:t>Click to edit Master title style</a:t>
            </a:r>
          </a:p>
        </p:txBody>
      </p:sp>
    </p:spTree>
    <p:extLst>
      <p:ext uri="{BB962C8B-B14F-4D97-AF65-F5344CB8AC3E}">
        <p14:creationId xmlns:p14="http://schemas.microsoft.com/office/powerpoint/2010/main" val="2158662891"/>
      </p:ext>
    </p:extLst>
  </p:cSld>
  <p:clrMapOvr>
    <a:masterClrMapping/>
  </p:clrMapOvr>
  <p:transition>
    <p:fade/>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userDrawn="1">
  <p:cSld name="2_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2" y="317502"/>
            <a:ext cx="11188700" cy="698500"/>
          </a:xfrm>
          <a:prstGeom prst="rect">
            <a:avLst/>
          </a:prstGeom>
        </p:spPr>
        <p:txBody>
          <a:bodyPr vert="horz" lIns="0" tIns="0" rIns="0" bIns="0" rtlCol="0" anchor="t" anchorCtr="0">
            <a:noAutofit/>
          </a:bodyPr>
          <a:lstStyle>
            <a:lvl1pPr>
              <a:defRPr/>
            </a:lvl1pPr>
          </a:lstStyle>
          <a:p>
            <a:r>
              <a:rPr lang="en-US" noProof="0" dirty="0"/>
              <a:t>Click to add title</a:t>
            </a:r>
          </a:p>
        </p:txBody>
      </p:sp>
      <p:sp>
        <p:nvSpPr>
          <p:cNvPr id="5" name="Picture Placeholder 9"/>
          <p:cNvSpPr>
            <a:spLocks noGrp="1"/>
          </p:cNvSpPr>
          <p:nvPr>
            <p:ph type="pic" sz="quarter" idx="15"/>
          </p:nvPr>
        </p:nvSpPr>
        <p:spPr>
          <a:xfrm>
            <a:off x="5450351" y="1701802"/>
            <a:ext cx="6240000" cy="4679950"/>
          </a:xfrm>
        </p:spPr>
        <p:txBody>
          <a:bodyPr/>
          <a:lstStyle/>
          <a:p>
            <a:r>
              <a:rPr lang="en-US" noProof="0" dirty="0"/>
              <a:t>Click icon to add picture</a:t>
            </a:r>
          </a:p>
        </p:txBody>
      </p:sp>
      <p:sp>
        <p:nvSpPr>
          <p:cNvPr id="6" name="Content Placeholder 3"/>
          <p:cNvSpPr>
            <a:spLocks noGrp="1"/>
          </p:cNvSpPr>
          <p:nvPr>
            <p:ph sz="quarter" idx="10"/>
          </p:nvPr>
        </p:nvSpPr>
        <p:spPr>
          <a:xfrm>
            <a:off x="501652" y="1665291"/>
            <a:ext cx="4456429" cy="4716463"/>
          </a:xfrm>
          <a:prstGeom prst="rect">
            <a:avLst/>
          </a:prstGeom>
        </p:spPr>
        <p:txBody>
          <a:bodyPr/>
          <a:lstStyle>
            <a:lvl1pPr>
              <a:tabLst>
                <a:tab pos="5029320" algn="r"/>
              </a:tabLst>
              <a:defRPr/>
            </a:lvl1pPr>
            <a:lvl2pPr>
              <a:tabLst>
                <a:tab pos="5029320" algn="r"/>
              </a:tabLst>
              <a:defRPr/>
            </a:lvl2pPr>
            <a:lvl3pPr>
              <a:tabLst>
                <a:tab pos="5029320" algn="r"/>
              </a:tabLst>
              <a:defRPr/>
            </a:lvl3pPr>
            <a:lvl4pPr>
              <a:tabLst>
                <a:tab pos="5029320" algn="r"/>
              </a:tabLst>
              <a:defRPr/>
            </a:lvl4pPr>
            <a:lvl5pPr>
              <a:tabLst>
                <a:tab pos="5029320"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786976298"/>
      </p:ext>
    </p:extLst>
  </p:cSld>
  <p:clrMapOvr>
    <a:masterClrMapping/>
  </p:clrMapOvr>
  <p:transition>
    <p:fade/>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userDrawn="1">
  <p:cSld name="2_Contents">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4" name="Content Placeholder 3"/>
          <p:cNvSpPr>
            <a:spLocks noGrp="1"/>
          </p:cNvSpPr>
          <p:nvPr>
            <p:ph sz="quarter" idx="10"/>
          </p:nvPr>
        </p:nvSpPr>
        <p:spPr>
          <a:xfrm>
            <a:off x="469902" y="1665292"/>
            <a:ext cx="9348787" cy="4633910"/>
          </a:xfrm>
          <a:prstGeom prst="rect">
            <a:avLst/>
          </a:prstGeom>
        </p:spPr>
        <p:txBody>
          <a:bodyPr/>
          <a:lstStyle>
            <a:lvl1pPr>
              <a:tabLst>
                <a:tab pos="8972541" algn="r"/>
              </a:tabLst>
              <a:defRPr/>
            </a:lvl1pPr>
            <a:lvl2pPr>
              <a:tabLst>
                <a:tab pos="8972541" algn="r"/>
              </a:tabLst>
              <a:defRPr/>
            </a:lvl2pPr>
            <a:lvl3pPr>
              <a:tabLst>
                <a:tab pos="8972541" algn="r"/>
              </a:tabLst>
              <a:defRPr/>
            </a:lvl3pPr>
            <a:lvl4pPr>
              <a:tabLst>
                <a:tab pos="8972541" algn="r"/>
              </a:tabLst>
              <a:defRPr/>
            </a:lvl4pPr>
            <a:lvl5pPr>
              <a:tabLst>
                <a:tab pos="6705592" algn="r"/>
              </a:tabLst>
              <a:defRPr baseline="0"/>
            </a:lvl5pPr>
            <a:lvl6pPr marL="475200" indent="0">
              <a:buNone/>
              <a:tabLst>
                <a:tab pos="8972541" algn="r"/>
              </a:tabLst>
              <a:defRPr/>
            </a:lvl6pPr>
            <a:lvl7pPr>
              <a:tabLst>
                <a:tab pos="8972541" algn="r"/>
              </a:tabLst>
              <a:defRPr/>
            </a:lvl7pPr>
            <a:lvl8pPr>
              <a:tabLst>
                <a:tab pos="8972541" algn="r"/>
              </a:tabLst>
              <a:defRPr/>
            </a:lvl8pPr>
            <a:lvl9pPr>
              <a:tabLst>
                <a:tab pos="8972541" algn="r"/>
              </a:tabLst>
              <a:defRPr/>
            </a:lvl9pPr>
          </a:lstStyle>
          <a:p>
            <a:pPr lvl="0"/>
            <a:r>
              <a:rPr lang="en-GB" dirty="0"/>
              <a:t>Click to edit Master text styles</a:t>
            </a:r>
            <a:endParaRPr lang="en-GB"/>
          </a:p>
          <a:p>
            <a:pPr lvl="1"/>
            <a:r>
              <a:rPr lang="en-GB" dirty="0"/>
              <a:t>Second level</a:t>
            </a:r>
            <a:endParaRPr lang="en-GB"/>
          </a:p>
          <a:p>
            <a:pPr lvl="2"/>
            <a:r>
              <a:rPr lang="en-GB" dirty="0"/>
              <a:t>Third level</a:t>
            </a:r>
            <a:endParaRPr lang="en-GB"/>
          </a:p>
          <a:p>
            <a:pPr lvl="3"/>
            <a:r>
              <a:rPr lang="en-GB" dirty="0"/>
              <a:t>Fourth level</a:t>
            </a:r>
            <a:endParaRPr lang="en-GB"/>
          </a:p>
          <a:p>
            <a:pPr lvl="4"/>
            <a:r>
              <a:rPr lang="en-GB"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454540525"/>
      </p:ext>
    </p:extLst>
  </p:cSld>
  <p:clrMapOvr>
    <a:masterClrMapping/>
  </p:clrMapOvr>
  <p:transition>
    <p:fade/>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subtitle &amp; 1 column - large">
    <p:spTree>
      <p:nvGrpSpPr>
        <p:cNvPr id="1" name=""/>
        <p:cNvGrpSpPr/>
        <p:nvPr/>
      </p:nvGrpSpPr>
      <p:grpSpPr>
        <a:xfrm>
          <a:off x="0" y="0"/>
          <a:ext cx="0" cy="0"/>
          <a:chOff x="0" y="0"/>
          <a:chExt cx="0" cy="0"/>
        </a:xfrm>
      </p:grpSpPr>
      <p:sp>
        <p:nvSpPr>
          <p:cNvPr id="6"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5"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8" name="Text Placeholder 18"/>
          <p:cNvSpPr>
            <a:spLocks noGrp="1"/>
          </p:cNvSpPr>
          <p:nvPr>
            <p:ph idx="1"/>
          </p:nvPr>
        </p:nvSpPr>
        <p:spPr>
          <a:xfrm>
            <a:off x="469902" y="1676404"/>
            <a:ext cx="11252200" cy="4622799"/>
          </a:xfrm>
          <a:prstGeom prst="rect">
            <a:avLst/>
          </a:prstGeom>
        </p:spPr>
        <p:txBody>
          <a:bodyPr vert="horz" lIns="0" tIns="0" rIns="0" bIns="0" rtlCol="0">
            <a:noAutofit/>
          </a:bodyPr>
          <a:lstStyle>
            <a:lvl1pPr>
              <a:defRPr sz="16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4253375208"/>
      </p:ext>
    </p:extLst>
  </p:cSld>
  <p:clrMapOvr>
    <a:masterClrMapping/>
  </p:clrMapOvr>
  <p:transition>
    <p:fade/>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 Column">
    <p:spTree>
      <p:nvGrpSpPr>
        <p:cNvPr id="1" name=""/>
        <p:cNvGrpSpPr/>
        <p:nvPr/>
      </p:nvGrpSpPr>
      <p:grpSpPr>
        <a:xfrm>
          <a:off x="0" y="0"/>
          <a:ext cx="0" cy="0"/>
          <a:chOff x="0" y="0"/>
          <a:chExt cx="0" cy="0"/>
        </a:xfrm>
      </p:grpSpPr>
      <p:sp>
        <p:nvSpPr>
          <p:cNvPr id="2" name="Title 1"/>
          <p:cNvSpPr>
            <a:spLocks noGrp="1"/>
          </p:cNvSpPr>
          <p:nvPr>
            <p:ph type="title"/>
          </p:nvPr>
        </p:nvSpPr>
        <p:spPr bwMode="gray">
          <a:xfrm>
            <a:off x="469902" y="402588"/>
            <a:ext cx="11252200" cy="410433"/>
          </a:xfrm>
        </p:spPr>
        <p:txBody>
          <a:bodyPr>
            <a:spAutoFit/>
          </a:bodyPr>
          <a:lstStyle/>
          <a:p>
            <a:r>
              <a:rPr lang="en-US"/>
              <a:t>Click to edit Master title style</a:t>
            </a:r>
            <a:endParaRPr lang="en-US" dirty="0"/>
          </a:p>
        </p:txBody>
      </p:sp>
      <p:sp>
        <p:nvSpPr>
          <p:cNvPr id="8" name="Text Placeholder 7"/>
          <p:cNvSpPr>
            <a:spLocks noGrp="1"/>
          </p:cNvSpPr>
          <p:nvPr>
            <p:ph type="body" sz="quarter" idx="11"/>
          </p:nvPr>
        </p:nvSpPr>
        <p:spPr bwMode="gray">
          <a:xfrm>
            <a:off x="552451" y="779466"/>
            <a:ext cx="11106912" cy="221599"/>
          </a:xfrm>
          <a:noFill/>
          <a:ln w="9525">
            <a:noFill/>
            <a:miter lim="800000"/>
            <a:headEnd/>
            <a:tailEnd/>
          </a:ln>
        </p:spPr>
        <p:txBody>
          <a:bodyPr lIns="0" tIns="0" rIns="0" bIns="0">
            <a:spAutoFit/>
          </a:bodyPr>
          <a:lstStyle>
            <a:lvl1pPr algn="l" rtl="0" eaLnBrk="0" fontAlgn="base" hangingPunct="0">
              <a:lnSpc>
                <a:spcPct val="90000"/>
              </a:lnSpc>
              <a:spcBef>
                <a:spcPct val="0"/>
              </a:spcBef>
              <a:spcAft>
                <a:spcPct val="0"/>
              </a:spcAft>
              <a:defRPr lang="en-US" sz="1600" b="0" kern="1200" dirty="0">
                <a:solidFill>
                  <a:schemeClr val="tx1"/>
                </a:solidFill>
                <a:latin typeface="Arial" pitchFamily="34" charset="0"/>
                <a:ea typeface="+mn-ea"/>
                <a:cs typeface="Arial" pitchFamily="34" charset="0"/>
              </a:defRPr>
            </a:lvl1pPr>
          </a:lstStyle>
          <a:p>
            <a:pPr lvl="0"/>
            <a:r>
              <a:rPr lang="en-US"/>
              <a:t>Click to edit Master text styles</a:t>
            </a:r>
          </a:p>
        </p:txBody>
      </p:sp>
      <p:sp>
        <p:nvSpPr>
          <p:cNvPr id="10" name="Content Placeholder 20"/>
          <p:cNvSpPr>
            <a:spLocks noGrp="1"/>
          </p:cNvSpPr>
          <p:nvPr>
            <p:ph sz="quarter" idx="12"/>
          </p:nvPr>
        </p:nvSpPr>
        <p:spPr bwMode="gray">
          <a:xfrm>
            <a:off x="548640" y="1399032"/>
            <a:ext cx="11106912" cy="4883434"/>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57960924"/>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3_Title, subtitle &amp; 1 column text">
    <p:spTree>
      <p:nvGrpSpPr>
        <p:cNvPr id="1" name=""/>
        <p:cNvGrpSpPr/>
        <p:nvPr/>
      </p:nvGrpSpPr>
      <p:grpSpPr>
        <a:xfrm>
          <a:off x="0" y="0"/>
          <a:ext cx="0" cy="0"/>
          <a:chOff x="0" y="0"/>
          <a:chExt cx="0" cy="0"/>
        </a:xfrm>
      </p:grpSpPr>
      <p:pic>
        <p:nvPicPr>
          <p:cNvPr id="4" name="Picture 3"/>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0" y="0"/>
            <a:ext cx="12192000" cy="6858000"/>
          </a:xfrm>
          <a:prstGeom prst="rect">
            <a:avLst/>
          </a:prstGeom>
        </p:spPr>
      </p:pic>
      <p:sp>
        <p:nvSpPr>
          <p:cNvPr id="6" name="Title Placeholder 1"/>
          <p:cNvSpPr>
            <a:spLocks noGrp="1"/>
          </p:cNvSpPr>
          <p:nvPr>
            <p:ph type="title" hasCustomPrompt="1"/>
          </p:nvPr>
        </p:nvSpPr>
        <p:spPr>
          <a:xfrm>
            <a:off x="501652" y="317502"/>
            <a:ext cx="11180232" cy="698501"/>
          </a:xfrm>
          <a:prstGeom prst="rect">
            <a:avLst/>
          </a:prstGeom>
        </p:spPr>
        <p:txBody>
          <a:bodyPr vert="horz" lIns="0" tIns="0" rIns="0" bIns="0" rtlCol="0" anchor="t" anchorCtr="0">
            <a:noAutofit/>
          </a:bodyPr>
          <a:lstStyle>
            <a:lvl1pPr>
              <a:defRPr>
                <a:solidFill>
                  <a:schemeClr val="bg1"/>
                </a:solidFill>
              </a:defRPr>
            </a:lvl1pPr>
          </a:lstStyle>
          <a:p>
            <a:r>
              <a:rPr lang="en-US" dirty="0"/>
              <a:t>Click to add title</a:t>
            </a:r>
          </a:p>
        </p:txBody>
      </p:sp>
    </p:spTree>
    <p:extLst>
      <p:ext uri="{BB962C8B-B14F-4D97-AF65-F5344CB8AC3E}">
        <p14:creationId xmlns:p14="http://schemas.microsoft.com/office/powerpoint/2010/main" val="1990387863"/>
      </p:ext>
    </p:extLst>
  </p:cSld>
  <p:clrMapOvr>
    <a:masterClrMapping/>
  </p:clrMapOvr>
  <p:transition>
    <p:fade/>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userDrawn="1">
  <p:cSld name="2_Title &amp; 1 column text">
    <p:spTree>
      <p:nvGrpSpPr>
        <p:cNvPr id="1" name=""/>
        <p:cNvGrpSpPr/>
        <p:nvPr/>
      </p:nvGrpSpPr>
      <p:grpSpPr>
        <a:xfrm>
          <a:off x="0" y="0"/>
          <a:ext cx="0" cy="0"/>
          <a:chOff x="0" y="0"/>
          <a:chExt cx="0" cy="0"/>
        </a:xfrm>
      </p:grpSpPr>
      <p:sp>
        <p:nvSpPr>
          <p:cNvPr id="5" name="Title Placeholder 1"/>
          <p:cNvSpPr>
            <a:spLocks noGrp="1"/>
          </p:cNvSpPr>
          <p:nvPr>
            <p:ph type="title"/>
          </p:nvPr>
        </p:nvSpPr>
        <p:spPr>
          <a:xfrm>
            <a:off x="469902" y="402588"/>
            <a:ext cx="11252200" cy="698501"/>
          </a:xfrm>
          <a:prstGeom prst="rect">
            <a:avLst/>
          </a:prstGeom>
        </p:spPr>
        <p:txBody>
          <a:bodyPr vert="horz" lIns="0" tIns="0" rIns="0" bIns="0" rtlCol="0" anchor="t" anchorCtr="0">
            <a:noAutofit/>
          </a:bodyPr>
          <a:lstStyle>
            <a:lvl1pPr>
              <a:defRPr sz="2400"/>
            </a:lvl1pPr>
          </a:lstStyle>
          <a:p>
            <a:r>
              <a:rPr lang="en-GB" noProof="0" dirty="0"/>
              <a:t>Click to edit Master title style</a:t>
            </a:r>
            <a:endParaRPr lang="en-GB" dirty="0"/>
          </a:p>
        </p:txBody>
      </p:sp>
      <p:sp>
        <p:nvSpPr>
          <p:cNvPr id="4" name="Text Placeholder 8"/>
          <p:cNvSpPr>
            <a:spLocks noGrp="1"/>
          </p:cNvSpPr>
          <p:nvPr>
            <p:ph type="body" sz="quarter" idx="13" hasCustomPrompt="1"/>
          </p:nvPr>
        </p:nvSpPr>
        <p:spPr>
          <a:xfrm>
            <a:off x="469902" y="736690"/>
            <a:ext cx="11252200" cy="757255"/>
          </a:xfrm>
          <a:prstGeom prst="rect">
            <a:avLst/>
          </a:prstGeom>
        </p:spPr>
        <p:txBody>
          <a:bodyPr lIns="0" tIns="0" rIns="0" bIns="0">
            <a:noAutofit/>
          </a:bodyPr>
          <a:lstStyle>
            <a:lvl1pPr marL="0" indent="0">
              <a:buNone/>
              <a:defRPr sz="2000" b="0">
                <a:solidFill>
                  <a:srgbClr val="575757"/>
                </a:solidFill>
              </a:defRPr>
            </a:lvl1pPr>
          </a:lstStyle>
          <a:p>
            <a:pPr lvl="0"/>
            <a:r>
              <a:rPr lang="en-GB" noProof="0" dirty="0"/>
              <a:t>Click to add subtitle</a:t>
            </a:r>
            <a:endParaRPr lang="en-GB"/>
          </a:p>
        </p:txBody>
      </p:sp>
      <p:sp>
        <p:nvSpPr>
          <p:cNvPr id="14" name="Text Placeholder 18"/>
          <p:cNvSpPr>
            <a:spLocks noGrp="1"/>
          </p:cNvSpPr>
          <p:nvPr>
            <p:ph idx="1"/>
          </p:nvPr>
        </p:nvSpPr>
        <p:spPr>
          <a:xfrm>
            <a:off x="469902" y="1665291"/>
            <a:ext cx="11252200" cy="4633911"/>
          </a:xfrm>
          <a:prstGeom prst="rect">
            <a:avLst/>
          </a:prstGeom>
        </p:spPr>
        <p:txBody>
          <a:bodyPr vert="horz" lIns="0" tIns="0" rIns="0" bIns="0" rtlCol="0">
            <a:noAutofit/>
          </a:bodyPr>
          <a:lstStyle/>
          <a:p>
            <a:pPr lvl="0"/>
            <a:r>
              <a:rPr lang="en-GB" noProof="0" dirty="0"/>
              <a:t>Click to edit Master text styles</a:t>
            </a:r>
            <a:endParaRPr lang="en-GB"/>
          </a:p>
          <a:p>
            <a:pPr lvl="1"/>
            <a:r>
              <a:rPr lang="en-GB" noProof="0" dirty="0"/>
              <a:t>Second level</a:t>
            </a:r>
            <a:endParaRPr lang="en-GB"/>
          </a:p>
          <a:p>
            <a:pPr lvl="2"/>
            <a:r>
              <a:rPr lang="en-GB" noProof="0" dirty="0"/>
              <a:t>Third level</a:t>
            </a:r>
            <a:endParaRPr lang="en-GB"/>
          </a:p>
          <a:p>
            <a:pPr lvl="3"/>
            <a:r>
              <a:rPr lang="en-GB" noProof="0" dirty="0"/>
              <a:t>Fourth level</a:t>
            </a:r>
            <a:endParaRPr lang="en-GB"/>
          </a:p>
          <a:p>
            <a:pPr lvl="4"/>
            <a:r>
              <a:rPr lang="en-GB" noProof="0" dirty="0"/>
              <a:t>Fifth level</a:t>
            </a:r>
            <a:endParaRPr lang="en-GB"/>
          </a:p>
        </p:txBody>
      </p:sp>
      <p:sp>
        <p:nvSpPr>
          <p:cNvPr id="2" name="Footer Placeholder 1"/>
          <p:cNvSpPr>
            <a:spLocks noGrp="1"/>
          </p:cNvSpPr>
          <p:nvPr>
            <p:ph type="ftr" sz="quarter" idx="14"/>
          </p:nvPr>
        </p:nvSpPr>
        <p:spPr/>
        <p:txBody>
          <a:bodyPr/>
          <a:lstStyle/>
          <a:p>
            <a:endParaRPr lang="en-GB" dirty="0"/>
          </a:p>
        </p:txBody>
      </p:sp>
    </p:spTree>
    <p:extLst>
      <p:ext uri="{BB962C8B-B14F-4D97-AF65-F5344CB8AC3E}">
        <p14:creationId xmlns:p14="http://schemas.microsoft.com/office/powerpoint/2010/main" val="363301603"/>
      </p:ext>
    </p:extLst>
  </p:cSld>
  <p:clrMapOvr>
    <a:masterClrMapping/>
  </p:clrMapOvr>
  <p:transition>
    <p:fade/>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1"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dirty="0"/>
              <a:t>Click to add subtitle</a:t>
            </a:r>
          </a:p>
        </p:txBody>
      </p:sp>
      <p:sp>
        <p:nvSpPr>
          <p:cNvPr id="14" name="Title Placeholder 1"/>
          <p:cNvSpPr>
            <a:spLocks noGrp="1"/>
          </p:cNvSpPr>
          <p:nvPr>
            <p:ph type="title"/>
          </p:nvPr>
        </p:nvSpPr>
        <p:spPr>
          <a:xfrm>
            <a:off x="501651" y="317500"/>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endParaRPr lang="en-US" noProof="0" dirty="0"/>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Tree>
    <p:extLst>
      <p:ext uri="{BB962C8B-B14F-4D97-AF65-F5344CB8AC3E}">
        <p14:creationId xmlns:p14="http://schemas.microsoft.com/office/powerpoint/2010/main" val="1751842457"/>
      </p:ext>
    </p:extLst>
  </p:cSld>
  <p:clrMapOvr>
    <a:masterClrMapping/>
  </p:clrMapOvr>
  <p:transition>
    <p:fade/>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userDrawn="1">
  <p:cSld name="2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3" y="727200"/>
            <a:ext cx="7200000" cy="5400000"/>
          </a:xfrm>
          <a:prstGeom prst="rect">
            <a:avLst/>
          </a:prstGeom>
        </p:spPr>
        <p:txBody>
          <a:bodyPr/>
          <a:lstStyle/>
          <a:p>
            <a:r>
              <a:rPr lang="en-US" noProof="0" dirty="0"/>
              <a:t>Click icon to add picture</a:t>
            </a:r>
          </a:p>
        </p:txBody>
      </p:sp>
      <p:sp>
        <p:nvSpPr>
          <p:cNvPr id="3" name="Subtitle 2"/>
          <p:cNvSpPr>
            <a:spLocks noGrp="1"/>
          </p:cNvSpPr>
          <p:nvPr>
            <p:ph type="subTitle" idx="1" hasCustomPrompt="1"/>
          </p:nvPr>
        </p:nvSpPr>
        <p:spPr bwMode="gray">
          <a:xfrm>
            <a:off x="501653" y="5864232"/>
            <a:ext cx="5594348" cy="505645"/>
          </a:xfrm>
          <a:prstGeom prst="rect">
            <a:avLst/>
          </a:prstGeom>
        </p:spPr>
        <p:txBody>
          <a:bodyPr lIns="0" tIns="0" rIns="0" bIns="0" anchor="b" anchorCtr="0">
            <a:noAutofit/>
          </a:bodyPr>
          <a:lstStyle>
            <a:lvl1pPr marL="0" indent="0" algn="l">
              <a:lnSpc>
                <a:spcPct val="100000"/>
              </a:lnSpc>
              <a:spcAft>
                <a:spcPts val="0"/>
              </a:spcAft>
              <a:buNone/>
              <a:defRPr sz="1662" b="1">
                <a:solidFill>
                  <a:schemeClr val="tx1"/>
                </a:solidFill>
              </a:defRPr>
            </a:lvl1pPr>
            <a:lvl2pPr marL="0" indent="0" algn="l">
              <a:buNone/>
              <a:defRPr sz="1477" b="0"/>
            </a:lvl2pPr>
            <a:lvl3pPr marL="844083" indent="0" algn="ctr">
              <a:buNone/>
              <a:defRPr sz="1662"/>
            </a:lvl3pPr>
            <a:lvl4pPr marL="1266124" indent="0" algn="ctr">
              <a:buNone/>
              <a:defRPr sz="1477"/>
            </a:lvl4pPr>
            <a:lvl5pPr marL="1688165" indent="0" algn="ctr">
              <a:buNone/>
              <a:defRPr sz="1477"/>
            </a:lvl5pPr>
            <a:lvl6pPr marL="2110207" indent="0" algn="ctr">
              <a:buNone/>
              <a:defRPr sz="1477"/>
            </a:lvl6pPr>
            <a:lvl7pPr marL="2532248" indent="0" algn="ctr">
              <a:buNone/>
              <a:defRPr sz="1477"/>
            </a:lvl7pPr>
            <a:lvl8pPr marL="2954289" indent="0" algn="ctr">
              <a:buNone/>
              <a:defRPr sz="1477"/>
            </a:lvl8pPr>
            <a:lvl9pPr marL="3376331" indent="0" algn="ctr">
              <a:buNone/>
              <a:defRPr sz="1477"/>
            </a:lvl9pPr>
          </a:lstStyle>
          <a:p>
            <a:r>
              <a:rPr lang="en-US" noProof="0" dirty="0"/>
              <a:t>Click to edit Master title style</a:t>
            </a:r>
          </a:p>
          <a:p>
            <a:pPr lvl="1"/>
            <a:r>
              <a:rPr lang="en-US" noProof="0" dirty="0"/>
              <a:t>Click to edit Master subtitle style</a:t>
            </a:r>
          </a:p>
        </p:txBody>
      </p:sp>
      <p:sp>
        <p:nvSpPr>
          <p:cNvPr id="5" name="Text Placeholder 4"/>
          <p:cNvSpPr>
            <a:spLocks noGrp="1"/>
          </p:cNvSpPr>
          <p:nvPr>
            <p:ph type="body" sz="quarter" idx="10"/>
          </p:nvPr>
        </p:nvSpPr>
        <p:spPr>
          <a:xfrm>
            <a:off x="501651" y="6381750"/>
            <a:ext cx="5594349" cy="298450"/>
          </a:xfrm>
          <a:prstGeom prst="rect">
            <a:avLst/>
          </a:prstGeom>
        </p:spPr>
        <p:txBody>
          <a:bodyPr/>
          <a:lstStyle>
            <a:lvl1pPr>
              <a:spcAft>
                <a:spcPts val="0"/>
              </a:spcAft>
              <a:defRPr sz="923">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7" name="Group 6"/>
          <p:cNvGrpSpPr/>
          <p:nvPr userDrawn="1"/>
        </p:nvGrpSpPr>
        <p:grpSpPr>
          <a:xfrm>
            <a:off x="503988" y="378000"/>
            <a:ext cx="2304000" cy="432000"/>
            <a:chOff x="398463" y="404813"/>
            <a:chExt cx="1627187" cy="307976"/>
          </a:xfrm>
          <a:solidFill>
            <a:schemeClr val="tx1"/>
          </a:solidFill>
        </p:grpSpPr>
        <p:sp>
          <p:nvSpPr>
            <p:cNvPr id="8"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0"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1"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2"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3"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4"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5"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6"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7"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sp>
          <p:nvSpPr>
            <p:cNvPr id="18"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prstClr val="white"/>
                </a:solidFill>
                <a:cs typeface="Arial" panose="020B0604020202020204" pitchFamily="34" charset="0"/>
              </a:endParaRPr>
            </a:p>
          </p:txBody>
        </p:sp>
      </p:grpSp>
    </p:spTree>
    <p:extLst>
      <p:ext uri="{BB962C8B-B14F-4D97-AF65-F5344CB8AC3E}">
        <p14:creationId xmlns:p14="http://schemas.microsoft.com/office/powerpoint/2010/main" val="631753399"/>
      </p:ext>
    </p:extLst>
  </p:cSld>
  <p:clrMapOvr>
    <a:masterClrMapping/>
  </p:clrMapOvr>
  <p:transition>
    <p:fade/>
  </p:transition>
  <p:extLst>
    <p:ext uri="{DCECCB84-F9BA-43D5-87BE-67443E8EF086}">
      <p15:sldGuideLst xmlns:p15="http://schemas.microsoft.com/office/powerpoint/2012/main">
        <p15:guide id="1" orient="horz" pos="4088">
          <p15:clr>
            <a:srgbClr val="FBAE4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28000" y="651600"/>
            <a:ext cx="11136000" cy="757255"/>
          </a:xfrm>
          <a:prstGeom prst="rect">
            <a:avLst/>
          </a:prstGeom>
        </p:spPr>
        <p:txBody>
          <a:bodyPr lIns="0" tIns="0" rIns="0" bIns="0">
            <a:noAutofit/>
          </a:bodyPr>
          <a:lstStyle>
            <a:lvl1pPr marL="0" indent="0">
              <a:buNone/>
              <a:defRPr sz="2000" b="0">
                <a:solidFill>
                  <a:srgbClr val="575757"/>
                </a:solidFill>
              </a:defRPr>
            </a:lvl1pPr>
          </a:lstStyle>
          <a:p>
            <a:pPr lvl="0"/>
            <a:r>
              <a:rPr lang="en-US" dirty="0"/>
              <a:t>Click to add subtitle</a:t>
            </a:r>
          </a:p>
        </p:txBody>
      </p:sp>
      <p:sp>
        <p:nvSpPr>
          <p:cNvPr id="14" name="Title Placeholder 1"/>
          <p:cNvSpPr>
            <a:spLocks noGrp="1"/>
          </p:cNvSpPr>
          <p:nvPr>
            <p:ph type="title"/>
          </p:nvPr>
        </p:nvSpPr>
        <p:spPr>
          <a:xfrm>
            <a:off x="528000" y="295683"/>
            <a:ext cx="11136000" cy="469492"/>
          </a:xfrm>
          <a:prstGeom prst="rect">
            <a:avLst/>
          </a:prstGeom>
        </p:spPr>
        <p:txBody>
          <a:bodyPr vert="horz" lIns="0" tIns="0" rIns="0" bIns="0" rtlCol="0" anchor="t" anchorCtr="0">
            <a:noAutofit/>
          </a:bodyPr>
          <a:lstStyle>
            <a:lvl1pPr>
              <a:defRPr/>
            </a:lvl1pPr>
          </a:lstStyle>
          <a:p>
            <a:r>
              <a:rPr lang="en-US"/>
              <a:t>Click to edit Master title style</a:t>
            </a:r>
            <a:endParaRPr lang="en-US" dirty="0"/>
          </a:p>
        </p:txBody>
      </p:sp>
      <p:sp>
        <p:nvSpPr>
          <p:cNvPr id="8" name="Text Placeholder 18"/>
          <p:cNvSpPr>
            <a:spLocks noGrp="1"/>
          </p:cNvSpPr>
          <p:nvPr>
            <p:ph idx="1"/>
          </p:nvPr>
        </p:nvSpPr>
        <p:spPr>
          <a:xfrm>
            <a:off x="528000" y="1700213"/>
            <a:ext cx="11139067" cy="4678986"/>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Tree>
    <p:extLst>
      <p:ext uri="{BB962C8B-B14F-4D97-AF65-F5344CB8AC3E}">
        <p14:creationId xmlns:p14="http://schemas.microsoft.com/office/powerpoint/2010/main" val="1251049316"/>
      </p:ext>
    </p:extLst>
  </p:cSld>
  <p:clrMapOvr>
    <a:masterClrMapping/>
  </p:clrMapOvr>
  <p:transition>
    <p:fade/>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004206"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38850819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pic>
        <p:nvPicPr>
          <p:cNvPr id="30" name="LogoDisclaimerPage"/>
          <p:cNvPicPr>
            <a:picLocks noChangeAspect="1"/>
          </p:cNvPicPr>
          <p:nvPr userDrawn="1"/>
        </p:nvPicPr>
        <p:blipFill>
          <a:blip r:embed="rId2"/>
          <a:stretch>
            <a:fillRect/>
          </a:stretch>
        </p:blipFill>
        <p:spPr>
          <a:xfrm>
            <a:off x="430929" y="421118"/>
            <a:ext cx="2141721" cy="938735"/>
          </a:xfrm>
          <a:prstGeom prst="rect">
            <a:avLst/>
          </a:prstGeom>
        </p:spPr>
      </p:pic>
    </p:spTree>
    <p:extLst>
      <p:ext uri="{BB962C8B-B14F-4D97-AF65-F5344CB8AC3E}">
        <p14:creationId xmlns:p14="http://schemas.microsoft.com/office/powerpoint/2010/main" val="3524912600"/>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105216980"/>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a:solidFill>
                  <a:prstClr val="white"/>
                </a:solidFill>
              </a:endParaRPr>
            </a:p>
          </p:txBody>
        </p:sp>
      </p:grpSp>
    </p:spTree>
    <p:extLst>
      <p:ext uri="{BB962C8B-B14F-4D97-AF65-F5344CB8AC3E}">
        <p14:creationId xmlns:p14="http://schemas.microsoft.com/office/powerpoint/2010/main" val="558029314"/>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766101961"/>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34620977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15722281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414105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2022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50909963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Divider - Deloitt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tx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Tree>
    <p:extLst>
      <p:ext uri="{BB962C8B-B14F-4D97-AF65-F5344CB8AC3E}">
        <p14:creationId xmlns:p14="http://schemas.microsoft.com/office/powerpoint/2010/main" val="409692518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890518529"/>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331169183"/>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2631887602"/>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106438079"/>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Key statement white">
    <p:bg>
      <p:bgRef idx="1001">
        <a:schemeClr val="bg1"/>
      </p:bgRef>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tx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Tree>
    <p:extLst>
      <p:ext uri="{BB962C8B-B14F-4D97-AF65-F5344CB8AC3E}">
        <p14:creationId xmlns:p14="http://schemas.microsoft.com/office/powerpoint/2010/main" val="3211191162"/>
      </p:ext>
    </p:extLst>
  </p:cSld>
  <p:clrMapOvr>
    <a:overrideClrMapping bg1="lt1" tx1="dk1" bg2="lt2" tx2="dk2" accent1="accent1" accent2="accent2" accent3="accent3" accent4="accent4" accent5="accent5" accent6="accent6" hlink="hlink" folHlink="folHlink"/>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Contents">
    <p:spTree>
      <p:nvGrpSpPr>
        <p:cNvPr id="1" name=""/>
        <p:cNvGrpSpPr/>
        <p:nvPr/>
      </p:nvGrpSpPr>
      <p:grpSpPr>
        <a:xfrm>
          <a:off x="0" y="0"/>
          <a:ext cx="0" cy="0"/>
          <a:chOff x="0" y="0"/>
          <a:chExt cx="0" cy="0"/>
        </a:xfrm>
      </p:grpSpPr>
      <p:sp>
        <p:nvSpPr>
          <p:cNvPr id="4" name="Content Placeholder 3"/>
          <p:cNvSpPr>
            <a:spLocks noGrp="1"/>
          </p:cNvSpPr>
          <p:nvPr>
            <p:ph sz="quarter" idx="10"/>
          </p:nvPr>
        </p:nvSpPr>
        <p:spPr>
          <a:xfrm>
            <a:off x="501652" y="1665292"/>
            <a:ext cx="9277350" cy="4716463"/>
          </a:xfrm>
          <a:prstGeom prst="rect">
            <a:avLst/>
          </a:prstGeom>
        </p:spPr>
        <p:txBody>
          <a:bodyPr/>
          <a:lstStyle>
            <a:lvl1pPr>
              <a:tabLst>
                <a:tab pos="8464418" algn="r"/>
              </a:tabLst>
              <a:defRPr/>
            </a:lvl1pPr>
            <a:lvl2pPr>
              <a:tabLst>
                <a:tab pos="8464418" algn="r"/>
              </a:tabLst>
              <a:defRPr/>
            </a:lvl2pPr>
            <a:lvl3pPr>
              <a:tabLst>
                <a:tab pos="8464418" algn="r"/>
              </a:tabLst>
              <a:defRPr/>
            </a:lvl3pPr>
            <a:lvl4pPr>
              <a:tabLst>
                <a:tab pos="8464418" algn="r"/>
              </a:tabLst>
              <a:defRPr/>
            </a:lvl4pPr>
            <a:lvl5pPr>
              <a:tabLst>
                <a:tab pos="6325849" algn="r"/>
              </a:tabLst>
              <a:defRPr baseline="0"/>
            </a:lvl5pPr>
            <a:lvl6pPr>
              <a:tabLst>
                <a:tab pos="8464418" algn="r"/>
              </a:tabLst>
              <a:defRPr/>
            </a:lvl6pPr>
            <a:lvl7pPr>
              <a:tabLst>
                <a:tab pos="8464418" algn="r"/>
              </a:tabLst>
              <a:defRPr/>
            </a:lvl7pPr>
            <a:lvl8pPr>
              <a:tabLst>
                <a:tab pos="8464418" algn="r"/>
              </a:tabLst>
              <a:defRPr/>
            </a:lvl8pPr>
            <a:lvl9pPr>
              <a:tabLst>
                <a:tab pos="8464418" algn="r"/>
              </a:tabLst>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Placeholder 1"/>
          <p:cNvSpPr>
            <a:spLocks noGrp="1"/>
          </p:cNvSpPr>
          <p:nvPr>
            <p:ph type="title" hasCustomPrompt="1"/>
          </p:nvPr>
        </p:nvSpPr>
        <p:spPr>
          <a:xfrm>
            <a:off x="501652" y="317503"/>
            <a:ext cx="11180231" cy="698501"/>
          </a:xfrm>
          <a:prstGeom prst="rect">
            <a:avLst/>
          </a:prstGeom>
        </p:spPr>
        <p:txBody>
          <a:bodyPr vert="horz" lIns="0" tIns="0" rIns="0" bIns="0" rtlCol="0" anchor="t" anchorCtr="0">
            <a:noAutofit/>
          </a:bodyPr>
          <a:lstStyle>
            <a:lvl1pPr>
              <a:defRPr/>
            </a:lvl1pPr>
          </a:lstStyle>
          <a:p>
            <a:r>
              <a:rPr lang="en-US"/>
              <a:t>Click to add title</a:t>
            </a:r>
          </a:p>
        </p:txBody>
      </p:sp>
    </p:spTree>
    <p:extLst>
      <p:ext uri="{BB962C8B-B14F-4D97-AF65-F5344CB8AC3E}">
        <p14:creationId xmlns:p14="http://schemas.microsoft.com/office/powerpoint/2010/main" val="4239565897"/>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Contents with image">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1"/>
            <a:ext cx="11188699" cy="6985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5" name="Picture Placeholder 9"/>
          <p:cNvSpPr>
            <a:spLocks noGrp="1"/>
          </p:cNvSpPr>
          <p:nvPr>
            <p:ph type="pic" sz="quarter" idx="15"/>
          </p:nvPr>
        </p:nvSpPr>
        <p:spPr>
          <a:xfrm>
            <a:off x="5450353" y="1701804"/>
            <a:ext cx="6240000" cy="4679950"/>
          </a:xfrm>
        </p:spPr>
        <p:txBody>
          <a:bodyPr/>
          <a:lstStyle/>
          <a:p>
            <a:r>
              <a:rPr lang="en-US" noProof="0"/>
              <a:t>Click icon to add picture</a:t>
            </a:r>
          </a:p>
        </p:txBody>
      </p:sp>
      <p:sp>
        <p:nvSpPr>
          <p:cNvPr id="6" name="Content Placeholder 3"/>
          <p:cNvSpPr>
            <a:spLocks noGrp="1"/>
          </p:cNvSpPr>
          <p:nvPr>
            <p:ph sz="quarter" idx="10"/>
          </p:nvPr>
        </p:nvSpPr>
        <p:spPr>
          <a:xfrm>
            <a:off x="501653" y="1665292"/>
            <a:ext cx="4456429"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4289881149"/>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itle &amp; 1 column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1"/>
            <a:ext cx="11188699" cy="698500"/>
          </a:xfrm>
        </p:spPr>
        <p:txBody>
          <a:bodyPr/>
          <a:lstStyle/>
          <a:p>
            <a:r>
              <a:rPr lang="en-US" noProof="0"/>
              <a:t>Click to edit Master title style</a:t>
            </a:r>
          </a:p>
        </p:txBody>
      </p:sp>
      <p:sp>
        <p:nvSpPr>
          <p:cNvPr id="14" name="Text Placeholder 18"/>
          <p:cNvSpPr>
            <a:spLocks noGrp="1"/>
          </p:cNvSpPr>
          <p:nvPr>
            <p:ph idx="1"/>
          </p:nvPr>
        </p:nvSpPr>
        <p:spPr>
          <a:xfrm>
            <a:off x="501653" y="1665292"/>
            <a:ext cx="11165416"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47936094"/>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1814"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516474119"/>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itle, subtitle &amp; 1 column - large">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501653" y="1700213"/>
            <a:ext cx="11165416" cy="4678986"/>
          </a:xfrm>
          <a:prstGeom prst="rect">
            <a:avLst/>
          </a:prstGeom>
        </p:spPr>
        <p:txBody>
          <a:bodyPr vert="horz" lIns="0" tIns="0" rIns="0" bIns="0" rtlCol="0">
            <a:noAutofit/>
          </a:bodyPr>
          <a:lstStyle>
            <a:lvl1pPr>
              <a:defRPr sz="2012"/>
            </a:lvl1pPr>
            <a:lvl2pPr>
              <a:defRPr sz="2012"/>
            </a:lvl2pPr>
            <a:lvl3pPr>
              <a:defRPr sz="2012"/>
            </a:lvl3pPr>
            <a:lvl4pPr>
              <a:defRPr sz="2012"/>
            </a:lvl4pPr>
            <a:lvl5pPr>
              <a:defRPr sz="2012"/>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97158730"/>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itle, subtitle &amp;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1654" y="2052003"/>
            <a:ext cx="11188699" cy="4069013"/>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4" y="1665289"/>
            <a:ext cx="11188699" cy="392112"/>
          </a:xfrm>
        </p:spPr>
        <p:txBody>
          <a:bodyPr/>
          <a:lstStyle/>
          <a:p>
            <a:pPr lvl="0"/>
            <a:r>
              <a:rPr lang="en-US" noProof="0"/>
              <a:t>Click to edit Master text styles</a:t>
            </a:r>
          </a:p>
        </p:txBody>
      </p:sp>
      <p:sp>
        <p:nvSpPr>
          <p:cNvPr id="19" name="Text Placeholder 7"/>
          <p:cNvSpPr>
            <a:spLocks noGrp="1"/>
          </p:cNvSpPr>
          <p:nvPr>
            <p:ph type="body" sz="quarter" idx="23"/>
          </p:nvPr>
        </p:nvSpPr>
        <p:spPr>
          <a:xfrm>
            <a:off x="501651" y="6121017"/>
            <a:ext cx="1118869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249238880"/>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3 chart">
    <p:spTree>
      <p:nvGrpSpPr>
        <p:cNvPr id="1" name=""/>
        <p:cNvGrpSpPr/>
        <p:nvPr/>
      </p:nvGrpSpPr>
      <p:grpSpPr>
        <a:xfrm>
          <a:off x="0" y="0"/>
          <a:ext cx="0" cy="0"/>
          <a:chOff x="0" y="0"/>
          <a:chExt cx="0" cy="0"/>
        </a:xfrm>
      </p:grpSpPr>
      <p:sp>
        <p:nvSpPr>
          <p:cNvPr id="15"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6"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7" name="Chart Placeholder 3"/>
          <p:cNvSpPr>
            <a:spLocks noGrp="1"/>
          </p:cNvSpPr>
          <p:nvPr>
            <p:ph type="chart" sz="quarter" idx="15"/>
          </p:nvPr>
        </p:nvSpPr>
        <p:spPr>
          <a:xfrm>
            <a:off x="504000" y="2051999"/>
            <a:ext cx="3549549" cy="4069014"/>
          </a:xfrm>
          <a:prstGeom prst="rect">
            <a:avLst/>
          </a:prstGeom>
        </p:spPr>
        <p:txBody>
          <a:bodyPr/>
          <a:lstStyle/>
          <a:p>
            <a:r>
              <a:rPr lang="en-US" noProof="0"/>
              <a:t>Click icon to add chart</a:t>
            </a:r>
          </a:p>
        </p:txBody>
      </p:sp>
      <p:sp>
        <p:nvSpPr>
          <p:cNvPr id="18" name="Text Placeholder 8"/>
          <p:cNvSpPr>
            <a:spLocks noGrp="1"/>
          </p:cNvSpPr>
          <p:nvPr>
            <p:ph type="body" sz="quarter" idx="18"/>
          </p:nvPr>
        </p:nvSpPr>
        <p:spPr>
          <a:xfrm>
            <a:off x="501652" y="1665289"/>
            <a:ext cx="3562351" cy="392112"/>
          </a:xfrm>
        </p:spPr>
        <p:txBody>
          <a:bodyPr/>
          <a:lstStyle/>
          <a:p>
            <a:pPr lvl="0"/>
            <a:r>
              <a:rPr lang="en-US" noProof="0"/>
              <a:t>Click to edit Master text styles</a:t>
            </a:r>
          </a:p>
        </p:txBody>
      </p:sp>
      <p:sp>
        <p:nvSpPr>
          <p:cNvPr id="7" name="Chart Placeholder 3"/>
          <p:cNvSpPr>
            <a:spLocks noGrp="1"/>
          </p:cNvSpPr>
          <p:nvPr>
            <p:ph type="chart" sz="quarter" idx="19"/>
          </p:nvPr>
        </p:nvSpPr>
        <p:spPr>
          <a:xfrm>
            <a:off x="4303186" y="2051999"/>
            <a:ext cx="3561616" cy="4069014"/>
          </a:xfrm>
          <a:prstGeom prst="rect">
            <a:avLst/>
          </a:prstGeom>
        </p:spPr>
        <p:txBody>
          <a:bodyPr/>
          <a:lstStyle/>
          <a:p>
            <a:r>
              <a:rPr lang="en-US" noProof="0"/>
              <a:t>Click icon to add chart</a:t>
            </a:r>
          </a:p>
        </p:txBody>
      </p:sp>
      <p:sp>
        <p:nvSpPr>
          <p:cNvPr id="8" name="Text Placeholder 8"/>
          <p:cNvSpPr>
            <a:spLocks noGrp="1"/>
          </p:cNvSpPr>
          <p:nvPr>
            <p:ph type="body" sz="quarter" idx="20"/>
          </p:nvPr>
        </p:nvSpPr>
        <p:spPr>
          <a:xfrm>
            <a:off x="4303185" y="1665289"/>
            <a:ext cx="3561615" cy="392112"/>
          </a:xfrm>
        </p:spPr>
        <p:txBody>
          <a:bodyPr/>
          <a:lstStyle/>
          <a:p>
            <a:pPr lvl="0"/>
            <a:r>
              <a:rPr lang="en-US" noProof="0"/>
              <a:t>Click to edit Master text styles</a:t>
            </a:r>
          </a:p>
        </p:txBody>
      </p:sp>
      <p:sp>
        <p:nvSpPr>
          <p:cNvPr id="9" name="Chart Placeholder 3"/>
          <p:cNvSpPr>
            <a:spLocks noGrp="1"/>
          </p:cNvSpPr>
          <p:nvPr>
            <p:ph type="chart" sz="quarter" idx="21"/>
          </p:nvPr>
        </p:nvSpPr>
        <p:spPr>
          <a:xfrm>
            <a:off x="8126397" y="2051999"/>
            <a:ext cx="3563953" cy="4069014"/>
          </a:xfrm>
          <a:prstGeom prst="rect">
            <a:avLst/>
          </a:prstGeom>
        </p:spPr>
        <p:txBody>
          <a:bodyPr/>
          <a:lstStyle/>
          <a:p>
            <a:r>
              <a:rPr lang="en-US" noProof="0"/>
              <a:t>Click icon to add chart</a:t>
            </a:r>
          </a:p>
        </p:txBody>
      </p:sp>
      <p:sp>
        <p:nvSpPr>
          <p:cNvPr id="10" name="Text Placeholder 8"/>
          <p:cNvSpPr>
            <a:spLocks noGrp="1"/>
          </p:cNvSpPr>
          <p:nvPr>
            <p:ph type="body" sz="quarter" idx="22"/>
          </p:nvPr>
        </p:nvSpPr>
        <p:spPr>
          <a:xfrm>
            <a:off x="8126399" y="1659145"/>
            <a:ext cx="3563954" cy="398256"/>
          </a:xfrm>
        </p:spPr>
        <p:txBody>
          <a:bodyPr/>
          <a:lstStyle/>
          <a:p>
            <a:pPr lvl="0"/>
            <a:r>
              <a:rPr lang="en-US" noProof="0"/>
              <a:t>Click to edit Master text styles</a:t>
            </a:r>
          </a:p>
        </p:txBody>
      </p:sp>
      <p:sp>
        <p:nvSpPr>
          <p:cNvPr id="12" name="Text Placeholder 7"/>
          <p:cNvSpPr>
            <a:spLocks noGrp="1"/>
          </p:cNvSpPr>
          <p:nvPr>
            <p:ph type="body" sz="quarter" idx="23"/>
          </p:nvPr>
        </p:nvSpPr>
        <p:spPr>
          <a:xfrm>
            <a:off x="501649" y="6121017"/>
            <a:ext cx="11165419" cy="260737"/>
          </a:xfrm>
        </p:spPr>
        <p:txBody>
          <a:bodyPr>
            <a:no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4026502970"/>
      </p:ext>
    </p:extLst>
  </p:cSld>
  <p:clrMapOvr>
    <a:masterClrMapping/>
  </p:clrMapOvr>
  <p:transition>
    <p:fade/>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2 columns of text">
    <p:spTree>
      <p:nvGrpSpPr>
        <p:cNvPr id="1" name=""/>
        <p:cNvGrpSpPr/>
        <p:nvPr/>
      </p:nvGrpSpPr>
      <p:grpSpPr>
        <a:xfrm>
          <a:off x="0" y="0"/>
          <a:ext cx="0" cy="0"/>
          <a:chOff x="0" y="0"/>
          <a:chExt cx="0" cy="0"/>
        </a:xfrm>
      </p:grpSpPr>
      <p:sp>
        <p:nvSpPr>
          <p:cNvPr id="14" name="Title Placeholder 1"/>
          <p:cNvSpPr>
            <a:spLocks noGrp="1"/>
          </p:cNvSpPr>
          <p:nvPr>
            <p:ph type="title" hasCustomPrompt="1"/>
          </p:nvPr>
        </p:nvSpPr>
        <p:spPr>
          <a:xfrm>
            <a:off x="501653" y="317502"/>
            <a:ext cx="1120266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9" name="Text Placeholder 8"/>
          <p:cNvSpPr>
            <a:spLocks noGrp="1"/>
          </p:cNvSpPr>
          <p:nvPr>
            <p:ph type="body" sz="quarter" idx="13" hasCustomPrompt="1"/>
          </p:nvPr>
        </p:nvSpPr>
        <p:spPr>
          <a:xfrm>
            <a:off x="501653" y="651601"/>
            <a:ext cx="1120266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Content Placeholder 3"/>
          <p:cNvSpPr>
            <a:spLocks noGrp="1"/>
          </p:cNvSpPr>
          <p:nvPr>
            <p:ph sz="quarter" idx="10"/>
          </p:nvPr>
        </p:nvSpPr>
        <p:spPr>
          <a:xfrm>
            <a:off x="501651" y="1665288"/>
            <a:ext cx="5305578"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5" name="Content Placeholder 3"/>
          <p:cNvSpPr>
            <a:spLocks noGrp="1"/>
          </p:cNvSpPr>
          <p:nvPr>
            <p:ph sz="quarter" idx="20"/>
          </p:nvPr>
        </p:nvSpPr>
        <p:spPr>
          <a:xfrm>
            <a:off x="6381539" y="1665288"/>
            <a:ext cx="5322781" cy="4716461"/>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139560879"/>
      </p:ext>
    </p:extLst>
  </p:cSld>
  <p:clrMapOvr>
    <a:masterClrMapping/>
  </p:clrMapOvr>
  <p:transition>
    <p:fade/>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2 columns - large">
    <p:spTree>
      <p:nvGrpSpPr>
        <p:cNvPr id="1" name=""/>
        <p:cNvGrpSpPr/>
        <p:nvPr/>
      </p:nvGrpSpPr>
      <p:grpSpPr>
        <a:xfrm>
          <a:off x="0" y="0"/>
          <a:ext cx="0" cy="0"/>
          <a:chOff x="0" y="0"/>
          <a:chExt cx="0" cy="0"/>
        </a:xfrm>
      </p:grpSpPr>
      <p:sp>
        <p:nvSpPr>
          <p:cNvPr id="7"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8"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1" name="Content Placeholder 3"/>
          <p:cNvSpPr>
            <a:spLocks noGrp="1"/>
          </p:cNvSpPr>
          <p:nvPr>
            <p:ph sz="quarter" idx="10"/>
          </p:nvPr>
        </p:nvSpPr>
        <p:spPr>
          <a:xfrm>
            <a:off x="501650" y="1665288"/>
            <a:ext cx="530558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Content Placeholder 3"/>
          <p:cNvSpPr>
            <a:spLocks noGrp="1"/>
          </p:cNvSpPr>
          <p:nvPr>
            <p:ph sz="quarter" idx="20"/>
          </p:nvPr>
        </p:nvSpPr>
        <p:spPr>
          <a:xfrm>
            <a:off x="6384002" y="1665288"/>
            <a:ext cx="5306350" cy="4716461"/>
          </a:xfrm>
          <a:prstGeom prst="rect">
            <a:avLst/>
          </a:prstGeom>
        </p:spPr>
        <p:txBody>
          <a:bodyPr>
            <a:noAutofit/>
          </a:bodyPr>
          <a:lstStyle>
            <a:lvl1pPr>
              <a:tabLst>
                <a:tab pos="6325849" algn="r"/>
              </a:tabLst>
              <a:defRPr sz="2012"/>
            </a:lvl1pPr>
            <a:lvl2pPr>
              <a:tabLst>
                <a:tab pos="6325849" algn="r"/>
              </a:tabLst>
              <a:defRPr sz="2012"/>
            </a:lvl2pPr>
            <a:lvl3pPr>
              <a:tabLst>
                <a:tab pos="6325849" algn="r"/>
              </a:tabLst>
              <a:defRPr sz="2012"/>
            </a:lvl3pPr>
            <a:lvl4pPr>
              <a:tabLst>
                <a:tab pos="6325849" algn="r"/>
              </a:tabLst>
              <a:defRPr sz="2012"/>
            </a:lvl4pPr>
            <a:lvl5pPr>
              <a:tabLst>
                <a:tab pos="6325849" algn="r"/>
              </a:tabLst>
              <a:defRPr baseline="0"/>
            </a:lvl5pPr>
            <a:lvl6pPr>
              <a:defRPr sz="2012"/>
            </a:lvl6pPr>
            <a:lvl7pPr>
              <a:defRPr sz="2012"/>
            </a:lvl7pPr>
            <a:lvl8pPr>
              <a:defRPr sz="2012"/>
            </a:lvl8pPr>
            <a:lvl9pPr>
              <a:defRPr sz="2012"/>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983406222"/>
      </p:ext>
    </p:extLst>
  </p:cSld>
  <p:clrMapOvr>
    <a:masterClrMapping/>
  </p:clrMapOvr>
  <p:transition>
    <p:fade/>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Text and chart">
    <p:spTree>
      <p:nvGrpSpPr>
        <p:cNvPr id="1" name=""/>
        <p:cNvGrpSpPr/>
        <p:nvPr/>
      </p:nvGrpSpPr>
      <p:grpSpPr>
        <a:xfrm>
          <a:off x="0" y="0"/>
          <a:ext cx="0" cy="0"/>
          <a:chOff x="0" y="0"/>
          <a:chExt cx="0" cy="0"/>
        </a:xfrm>
      </p:grpSpPr>
      <p:sp>
        <p:nvSpPr>
          <p:cNvPr id="10" name="Content Placeholder 3"/>
          <p:cNvSpPr>
            <a:spLocks noGrp="1"/>
          </p:cNvSpPr>
          <p:nvPr>
            <p:ph sz="quarter" idx="10"/>
          </p:nvPr>
        </p:nvSpPr>
        <p:spPr>
          <a:xfrm>
            <a:off x="501653" y="1665292"/>
            <a:ext cx="5355166" cy="4455725"/>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Chart Placeholder 2"/>
          <p:cNvSpPr>
            <a:spLocks noGrp="1"/>
          </p:cNvSpPr>
          <p:nvPr>
            <p:ph type="chart" sz="quarter" idx="21"/>
          </p:nvPr>
        </p:nvSpPr>
        <p:spPr>
          <a:xfrm>
            <a:off x="6341222" y="2125013"/>
            <a:ext cx="5349128" cy="3996000"/>
          </a:xfrm>
        </p:spPr>
        <p:txBody>
          <a:bodyPr/>
          <a:lstStyle/>
          <a:p>
            <a:r>
              <a:rPr lang="en-US" noProof="0"/>
              <a:t>Click icon to add chart</a:t>
            </a:r>
          </a:p>
        </p:txBody>
      </p:sp>
      <p:sp>
        <p:nvSpPr>
          <p:cNvPr id="6" name="Text Placeholder 5"/>
          <p:cNvSpPr>
            <a:spLocks noGrp="1"/>
          </p:cNvSpPr>
          <p:nvPr>
            <p:ph type="body" sz="quarter" idx="22"/>
          </p:nvPr>
        </p:nvSpPr>
        <p:spPr>
          <a:xfrm>
            <a:off x="6341222" y="1665288"/>
            <a:ext cx="5349128"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51" y="6121017"/>
            <a:ext cx="11188699" cy="260737"/>
          </a:xfrm>
        </p:spPr>
        <p:txBody>
          <a:bodyPr>
            <a:normAutofit/>
          </a:bodyPr>
          <a:lstStyle>
            <a:lvl1pPr>
              <a:spcAft>
                <a:spcPts val="0"/>
              </a:spcAft>
              <a:defRPr sz="1141"/>
            </a:lvl1pPr>
          </a:lstStyle>
          <a:p>
            <a:pPr lvl="0"/>
            <a:r>
              <a:rPr lang="en-US" noProof="0"/>
              <a:t>Click to edit Master text styles</a:t>
            </a:r>
          </a:p>
        </p:txBody>
      </p:sp>
    </p:spTree>
    <p:extLst>
      <p:ext uri="{BB962C8B-B14F-4D97-AF65-F5344CB8AC3E}">
        <p14:creationId xmlns:p14="http://schemas.microsoft.com/office/powerpoint/2010/main" val="2869948179"/>
      </p:ext>
    </p:extLst>
  </p:cSld>
  <p:clrMapOvr>
    <a:masterClrMapping/>
  </p:clrMapOvr>
  <p:transition>
    <p:fade/>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2 chart">
    <p:spTree>
      <p:nvGrpSpPr>
        <p:cNvPr id="1" name=""/>
        <p:cNvGrpSpPr/>
        <p:nvPr/>
      </p:nvGrpSpPr>
      <p:grpSpPr>
        <a:xfrm>
          <a:off x="0" y="0"/>
          <a:ext cx="0" cy="0"/>
          <a:chOff x="0" y="0"/>
          <a:chExt cx="0" cy="0"/>
        </a:xfrm>
      </p:grpSpPr>
      <p:sp>
        <p:nvSpPr>
          <p:cNvPr id="3" name="Chart Placeholder 2"/>
          <p:cNvSpPr>
            <a:spLocks noGrp="1"/>
          </p:cNvSpPr>
          <p:nvPr>
            <p:ph type="chart" sz="quarter" idx="21"/>
          </p:nvPr>
        </p:nvSpPr>
        <p:spPr>
          <a:xfrm>
            <a:off x="6341223" y="2125013"/>
            <a:ext cx="5349129" cy="3996000"/>
          </a:xfrm>
        </p:spPr>
        <p:txBody>
          <a:bodyPr/>
          <a:lstStyle/>
          <a:p>
            <a:r>
              <a:rPr lang="en-US" noProof="0"/>
              <a:t>Click icon to add chart</a:t>
            </a:r>
          </a:p>
        </p:txBody>
      </p:sp>
      <p:sp>
        <p:nvSpPr>
          <p:cNvPr id="6" name="Text Placeholder 5"/>
          <p:cNvSpPr>
            <a:spLocks noGrp="1"/>
          </p:cNvSpPr>
          <p:nvPr>
            <p:ph type="body" sz="quarter" idx="22"/>
          </p:nvPr>
        </p:nvSpPr>
        <p:spPr>
          <a:xfrm>
            <a:off x="6341224" y="1665288"/>
            <a:ext cx="5349129" cy="420687"/>
          </a:xfrm>
        </p:spPr>
        <p:txBody>
          <a:bodyPr/>
          <a:lstStyle/>
          <a:p>
            <a:pPr lvl="0"/>
            <a:r>
              <a:rPr lang="en-US" noProof="0"/>
              <a:t>Click to edit Master text styles</a:t>
            </a:r>
          </a:p>
        </p:txBody>
      </p:sp>
      <p:sp>
        <p:nvSpPr>
          <p:cNvPr id="11"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3"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5" name="Text Placeholder 7"/>
          <p:cNvSpPr>
            <a:spLocks noGrp="1"/>
          </p:cNvSpPr>
          <p:nvPr>
            <p:ph type="body" sz="quarter" idx="23"/>
          </p:nvPr>
        </p:nvSpPr>
        <p:spPr>
          <a:xfrm>
            <a:off x="501649" y="6121017"/>
            <a:ext cx="11165419" cy="260737"/>
          </a:xfrm>
        </p:spPr>
        <p:txBody>
          <a:bodyPr>
            <a:normAutofit/>
          </a:bodyPr>
          <a:lstStyle>
            <a:lvl1pPr>
              <a:spcAft>
                <a:spcPts val="0"/>
              </a:spcAft>
              <a:defRPr sz="1141"/>
            </a:lvl1pPr>
          </a:lstStyle>
          <a:p>
            <a:pPr lvl="0"/>
            <a:r>
              <a:rPr lang="en-US" noProof="0"/>
              <a:t>Click to edit Master text styles</a:t>
            </a:r>
          </a:p>
        </p:txBody>
      </p:sp>
      <p:sp>
        <p:nvSpPr>
          <p:cNvPr id="9" name="Chart Placeholder 2"/>
          <p:cNvSpPr>
            <a:spLocks noGrp="1"/>
          </p:cNvSpPr>
          <p:nvPr>
            <p:ph type="chart" sz="quarter" idx="24"/>
          </p:nvPr>
        </p:nvSpPr>
        <p:spPr>
          <a:xfrm>
            <a:off x="501652" y="2125013"/>
            <a:ext cx="5339063" cy="3996000"/>
          </a:xfrm>
        </p:spPr>
        <p:txBody>
          <a:bodyPr/>
          <a:lstStyle/>
          <a:p>
            <a:r>
              <a:rPr lang="en-US" noProof="0"/>
              <a:t>Click icon to add chart</a:t>
            </a:r>
          </a:p>
        </p:txBody>
      </p:sp>
      <p:sp>
        <p:nvSpPr>
          <p:cNvPr id="12" name="Text Placeholder 5"/>
          <p:cNvSpPr>
            <a:spLocks noGrp="1"/>
          </p:cNvSpPr>
          <p:nvPr>
            <p:ph type="body" sz="quarter" idx="25"/>
          </p:nvPr>
        </p:nvSpPr>
        <p:spPr>
          <a:xfrm>
            <a:off x="501650" y="1665288"/>
            <a:ext cx="5339064" cy="420687"/>
          </a:xfrm>
        </p:spPr>
        <p:txBody>
          <a:bodyPr/>
          <a:lstStyle/>
          <a:p>
            <a:pPr lvl="0"/>
            <a:r>
              <a:rPr lang="en-US" noProof="0"/>
              <a:t>Click to edit Master text styles</a:t>
            </a:r>
          </a:p>
        </p:txBody>
      </p:sp>
    </p:spTree>
    <p:extLst>
      <p:ext uri="{BB962C8B-B14F-4D97-AF65-F5344CB8AC3E}">
        <p14:creationId xmlns:p14="http://schemas.microsoft.com/office/powerpoint/2010/main" val="2738971478"/>
      </p:ext>
    </p:extLst>
  </p:cSld>
  <p:clrMapOvr>
    <a:masterClrMapping/>
  </p:clrMapOvr>
  <p:transition>
    <p:fade/>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2 column content">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4"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501652" y="1665292"/>
            <a:ext cx="4431857" cy="4716463"/>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Content Placeholder 3"/>
          <p:cNvSpPr>
            <a:spLocks noGrp="1"/>
          </p:cNvSpPr>
          <p:nvPr>
            <p:ph sz="quarter" idx="16"/>
          </p:nvPr>
        </p:nvSpPr>
        <p:spPr>
          <a:xfrm>
            <a:off x="5450352" y="1700217"/>
            <a:ext cx="6240000" cy="4681537"/>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585043489"/>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2 content with quote ">
    <p:spTree>
      <p:nvGrpSpPr>
        <p:cNvPr id="1" name=""/>
        <p:cNvGrpSpPr/>
        <p:nvPr/>
      </p:nvGrpSpPr>
      <p:grpSpPr>
        <a:xfrm>
          <a:off x="0" y="0"/>
          <a:ext cx="0" cy="0"/>
          <a:chOff x="0" y="0"/>
          <a:chExt cx="0" cy="0"/>
        </a:xfrm>
      </p:grpSpPr>
      <p:sp>
        <p:nvSpPr>
          <p:cNvPr id="7" name="Title Placeholder 1"/>
          <p:cNvSpPr>
            <a:spLocks noGrp="1"/>
          </p:cNvSpPr>
          <p:nvPr>
            <p:ph type="title" hasCustomPrompt="1"/>
          </p:nvPr>
        </p:nvSpPr>
        <p:spPr>
          <a:xfrm>
            <a:off x="501651" y="317500"/>
            <a:ext cx="11188699" cy="334100"/>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6" name="Content Placeholder 3"/>
          <p:cNvSpPr>
            <a:spLocks noGrp="1"/>
          </p:cNvSpPr>
          <p:nvPr>
            <p:ph sz="quarter" idx="10"/>
          </p:nvPr>
        </p:nvSpPr>
        <p:spPr>
          <a:xfrm>
            <a:off x="7577884" y="1658683"/>
            <a:ext cx="4112468" cy="4723072"/>
          </a:xfrm>
          <a:prstGeom prst="rect">
            <a:avLst/>
          </a:prstGeom>
        </p:spPr>
        <p:txBody>
          <a:bodyPr>
            <a:noAutofit/>
          </a:bodyPr>
          <a:lstStyle>
            <a:lvl1pPr>
              <a:tabLst>
                <a:tab pos="6325849" algn="r"/>
              </a:tabLst>
              <a:defRPr sz="3019">
                <a:solidFill>
                  <a:schemeClr val="accent3"/>
                </a:solidFill>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p:txBody>
      </p:sp>
      <p:sp>
        <p:nvSpPr>
          <p:cNvPr id="8" name="Content Placeholder 3"/>
          <p:cNvSpPr>
            <a:spLocks noGrp="1"/>
          </p:cNvSpPr>
          <p:nvPr>
            <p:ph sz="quarter" idx="16"/>
          </p:nvPr>
        </p:nvSpPr>
        <p:spPr>
          <a:xfrm>
            <a:off x="501651" y="1665291"/>
            <a:ext cx="6506348" cy="4716462"/>
          </a:xfrm>
          <a:prstGeom prst="rect">
            <a:avLst/>
          </a:prstGeom>
        </p:spPr>
        <p:txBody>
          <a:bodyPr/>
          <a:lstStyle>
            <a:lvl1pPr>
              <a:tabLst>
                <a:tab pos="6325849" algn="r"/>
              </a:tabLst>
              <a:defRPr/>
            </a:lvl1pPr>
            <a:lvl2pPr>
              <a:tabLst>
                <a:tab pos="6325849" algn="r"/>
              </a:tabLst>
              <a:defRPr/>
            </a:lvl2pPr>
            <a:lvl3pPr>
              <a:tabLst>
                <a:tab pos="6325849" algn="r"/>
              </a:tabLst>
              <a:defRPr/>
            </a:lvl3pPr>
            <a:lvl4pPr>
              <a:tabLst>
                <a:tab pos="6325849" algn="r"/>
              </a:tabLst>
              <a:defRPr/>
            </a:lvl4pPr>
            <a:lvl5pPr>
              <a:tabLst>
                <a:tab pos="6325849" algn="r"/>
              </a:tabLst>
              <a:defRPr baseline="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3" hasCustomPrompt="1"/>
          </p:nvPr>
        </p:nvSpPr>
        <p:spPr>
          <a:xfrm>
            <a:off x="501654"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124435197"/>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Team profil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Picture Placeholder 6"/>
          <p:cNvSpPr>
            <a:spLocks noGrp="1"/>
          </p:cNvSpPr>
          <p:nvPr>
            <p:ph type="pic" sz="quarter" idx="13"/>
          </p:nvPr>
        </p:nvSpPr>
        <p:spPr>
          <a:xfrm>
            <a:off x="501649" y="1700213"/>
            <a:ext cx="2712000" cy="1260000"/>
          </a:xfrm>
        </p:spPr>
        <p:txBody>
          <a:bodyPr lIns="0" tIns="0" rIns="0" bIns="0">
            <a:noAutofit/>
          </a:bodyPr>
          <a:lstStyle/>
          <a:p>
            <a:r>
              <a:rPr lang="en-US" noProof="0"/>
              <a:t>Click icon to add picture</a:t>
            </a:r>
          </a:p>
        </p:txBody>
      </p:sp>
      <p:sp>
        <p:nvSpPr>
          <p:cNvPr id="5" name="Picture Placeholder 6"/>
          <p:cNvSpPr>
            <a:spLocks noGrp="1"/>
          </p:cNvSpPr>
          <p:nvPr>
            <p:ph type="pic" sz="quarter" idx="14"/>
          </p:nvPr>
        </p:nvSpPr>
        <p:spPr>
          <a:xfrm>
            <a:off x="3327216" y="1700213"/>
            <a:ext cx="2712000" cy="1260000"/>
          </a:xfrm>
        </p:spPr>
        <p:txBody>
          <a:bodyPr lIns="0" tIns="0" rIns="0" bIns="0">
            <a:noAutofit/>
          </a:bodyPr>
          <a:lstStyle/>
          <a:p>
            <a:r>
              <a:rPr lang="en-US" noProof="0"/>
              <a:t>Click icon to add picture</a:t>
            </a:r>
          </a:p>
        </p:txBody>
      </p:sp>
      <p:sp>
        <p:nvSpPr>
          <p:cNvPr id="6" name="Picture Placeholder 6"/>
          <p:cNvSpPr>
            <a:spLocks noGrp="1"/>
          </p:cNvSpPr>
          <p:nvPr>
            <p:ph type="pic" sz="quarter" idx="15"/>
          </p:nvPr>
        </p:nvSpPr>
        <p:spPr>
          <a:xfrm>
            <a:off x="6152784" y="1700213"/>
            <a:ext cx="2712000" cy="1260000"/>
          </a:xfrm>
        </p:spPr>
        <p:txBody>
          <a:bodyPr lIns="0" tIns="0" rIns="0" bIns="0">
            <a:noAutofit/>
          </a:bodyPr>
          <a:lstStyle/>
          <a:p>
            <a:r>
              <a:rPr lang="en-US" noProof="0"/>
              <a:t>Click icon to add picture</a:t>
            </a:r>
          </a:p>
        </p:txBody>
      </p:sp>
      <p:sp>
        <p:nvSpPr>
          <p:cNvPr id="7" name="Picture Placeholder 6"/>
          <p:cNvSpPr>
            <a:spLocks noGrp="1"/>
          </p:cNvSpPr>
          <p:nvPr>
            <p:ph type="pic" sz="quarter" idx="16"/>
          </p:nvPr>
        </p:nvSpPr>
        <p:spPr>
          <a:xfrm>
            <a:off x="8978351" y="1700213"/>
            <a:ext cx="2712000" cy="1260000"/>
          </a:xfrm>
        </p:spPr>
        <p:txBody>
          <a:bodyPr lIns="0" tIns="0" rIns="0" bIns="0">
            <a:noAutofit/>
          </a:bodyPr>
          <a:lstStyle/>
          <a:p>
            <a:r>
              <a:rPr lang="en-US" noProof="0"/>
              <a:t>Click icon to add picture</a:t>
            </a:r>
          </a:p>
        </p:txBody>
      </p:sp>
      <p:sp>
        <p:nvSpPr>
          <p:cNvPr id="9" name="Text Placeholder 8"/>
          <p:cNvSpPr>
            <a:spLocks noGrp="1"/>
          </p:cNvSpPr>
          <p:nvPr>
            <p:ph type="body" sz="quarter" idx="17"/>
          </p:nvPr>
        </p:nvSpPr>
        <p:spPr>
          <a:xfrm>
            <a:off x="501652" y="3124200"/>
            <a:ext cx="2720468" cy="3257548"/>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p:nvPr>
        </p:nvSpPr>
        <p:spPr>
          <a:xfrm>
            <a:off x="6149965" y="3120551"/>
            <a:ext cx="2712000" cy="326119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19"/>
          </p:nvPr>
        </p:nvSpPr>
        <p:spPr>
          <a:xfrm>
            <a:off x="3330040" y="3124203"/>
            <a:ext cx="2712000" cy="3257549"/>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Text Placeholder 8"/>
          <p:cNvSpPr>
            <a:spLocks noGrp="1"/>
          </p:cNvSpPr>
          <p:nvPr>
            <p:ph type="body" sz="quarter" idx="20"/>
          </p:nvPr>
        </p:nvSpPr>
        <p:spPr>
          <a:xfrm>
            <a:off x="8993169" y="3108508"/>
            <a:ext cx="2697183" cy="3273240"/>
          </a:xfrm>
        </p:spPr>
        <p:txBody>
          <a:bodyPr/>
          <a:lstStyle>
            <a:lvl1pPr>
              <a:defRPr b="1">
                <a:solidFill>
                  <a:schemeClr val="accent1"/>
                </a:solidFill>
              </a:defRPr>
            </a:lvl1pPr>
            <a:lvl2pPr>
              <a:spcAft>
                <a:spcPts val="0"/>
              </a:spcAft>
              <a:defRPr/>
            </a:lvl2pPr>
            <a:lvl3pPr marL="0" indent="0">
              <a:spcAft>
                <a:spcPts val="0"/>
              </a:spcAft>
              <a:buNone/>
              <a:defRPr/>
            </a:lvl3pPr>
            <a:lvl4pPr marL="221880" indent="-221880">
              <a:spcAft>
                <a:spcPts val="0"/>
              </a:spcAft>
              <a:buFont typeface="Arial" panose="020B0604020202020204" pitchFamily="34" charset="0"/>
              <a:buChar char="•"/>
              <a:defRPr/>
            </a:lvl4pPr>
            <a:lvl5pPr marL="448288" indent="-221880">
              <a:spcAft>
                <a:spcPts val="0"/>
              </a:spcAft>
              <a:defRPr baseline="0"/>
            </a:lvl5pPr>
            <a:lvl6pPr marL="448288" indent="-221880">
              <a:spcAft>
                <a:spcPts val="0"/>
              </a:spcAft>
              <a:buFont typeface="Verdana" panose="020B0604030504040204" pitchFamily="34" charset="0"/>
              <a:buChar char="−"/>
              <a:defRPr/>
            </a:lvl6pPr>
            <a:lvl7pPr marL="448288" indent="-221880">
              <a:spcAft>
                <a:spcPts val="0"/>
              </a:spcAft>
              <a:defRPr/>
            </a:lvl7pPr>
            <a:lvl8pPr marL="448288" indent="-221880">
              <a:spcAft>
                <a:spcPts val="0"/>
              </a:spcAft>
              <a:defRPr/>
            </a:lvl8pPr>
            <a:lvl9pPr marL="448288" indent="-221880">
              <a:spcAft>
                <a:spcPts val="0"/>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8"/>
          <p:cNvSpPr>
            <a:spLocks noGrp="1"/>
          </p:cNvSpPr>
          <p:nvPr>
            <p:ph type="body" sz="quarter" idx="21" hasCustomPrompt="1"/>
          </p:nvPr>
        </p:nvSpPr>
        <p:spPr>
          <a:xfrm>
            <a:off x="501650" y="651601"/>
            <a:ext cx="111887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865978929"/>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3441937520"/>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3 picture and text">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Picture Placeholder 7"/>
          <p:cNvSpPr>
            <a:spLocks noGrp="1"/>
          </p:cNvSpPr>
          <p:nvPr>
            <p:ph type="pic" sz="quarter" idx="13"/>
          </p:nvPr>
        </p:nvSpPr>
        <p:spPr>
          <a:xfrm>
            <a:off x="501654" y="1700217"/>
            <a:ext cx="3695699" cy="1971675"/>
          </a:xfrm>
        </p:spPr>
        <p:txBody>
          <a:bodyPr/>
          <a:lstStyle/>
          <a:p>
            <a:r>
              <a:rPr lang="en-US" noProof="0"/>
              <a:t>Click icon to add picture</a:t>
            </a:r>
          </a:p>
        </p:txBody>
      </p:sp>
      <p:sp>
        <p:nvSpPr>
          <p:cNvPr id="5" name="Picture Placeholder 7"/>
          <p:cNvSpPr>
            <a:spLocks noGrp="1"/>
          </p:cNvSpPr>
          <p:nvPr>
            <p:ph type="pic" sz="quarter" idx="14"/>
          </p:nvPr>
        </p:nvSpPr>
        <p:spPr>
          <a:xfrm>
            <a:off x="8006398" y="1700217"/>
            <a:ext cx="3683953" cy="1971675"/>
          </a:xfrm>
        </p:spPr>
        <p:txBody>
          <a:bodyPr/>
          <a:lstStyle/>
          <a:p>
            <a:r>
              <a:rPr lang="en-US" noProof="0"/>
              <a:t>Click icon to add picture</a:t>
            </a:r>
          </a:p>
        </p:txBody>
      </p:sp>
      <p:sp>
        <p:nvSpPr>
          <p:cNvPr id="6" name="Picture Placeholder 7"/>
          <p:cNvSpPr>
            <a:spLocks noGrp="1"/>
          </p:cNvSpPr>
          <p:nvPr>
            <p:ph type="pic" sz="quarter" idx="15"/>
          </p:nvPr>
        </p:nvSpPr>
        <p:spPr>
          <a:xfrm>
            <a:off x="4273077" y="1700217"/>
            <a:ext cx="3657600" cy="1971675"/>
          </a:xfrm>
        </p:spPr>
        <p:txBody>
          <a:bodyPr/>
          <a:lstStyle/>
          <a:p>
            <a:r>
              <a:rPr lang="en-US" noProof="0"/>
              <a:t>Click icon to add picture</a:t>
            </a:r>
          </a:p>
        </p:txBody>
      </p:sp>
      <p:sp>
        <p:nvSpPr>
          <p:cNvPr id="9" name="Text Placeholder 18"/>
          <p:cNvSpPr>
            <a:spLocks noGrp="1"/>
          </p:cNvSpPr>
          <p:nvPr>
            <p:ph idx="1" hasCustomPrompt="1"/>
          </p:nvPr>
        </p:nvSpPr>
        <p:spPr>
          <a:xfrm>
            <a:off x="501650" y="3832225"/>
            <a:ext cx="368395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Text Placeholder 18"/>
          <p:cNvSpPr>
            <a:spLocks noGrp="1"/>
          </p:cNvSpPr>
          <p:nvPr>
            <p:ph idx="16" hasCustomPrompt="1"/>
          </p:nvPr>
        </p:nvSpPr>
        <p:spPr>
          <a:xfrm>
            <a:off x="4267203" y="3832225"/>
            <a:ext cx="3657600"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Text Placeholder 18"/>
          <p:cNvSpPr>
            <a:spLocks noGrp="1"/>
          </p:cNvSpPr>
          <p:nvPr>
            <p:ph idx="17" hasCustomPrompt="1"/>
          </p:nvPr>
        </p:nvSpPr>
        <p:spPr>
          <a:xfrm>
            <a:off x="8006398" y="3832225"/>
            <a:ext cx="3683953" cy="2095200"/>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8"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334837746"/>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Title &amp; subtitle">
    <p:spTree>
      <p:nvGrpSpPr>
        <p:cNvPr id="1" name=""/>
        <p:cNvGrpSpPr/>
        <p:nvPr/>
      </p:nvGrpSpPr>
      <p:grpSpPr>
        <a:xfrm>
          <a:off x="0" y="0"/>
          <a:ext cx="0" cy="0"/>
          <a:chOff x="0" y="0"/>
          <a:chExt cx="0" cy="0"/>
        </a:xfrm>
      </p:grpSpPr>
      <p:sp>
        <p:nvSpPr>
          <p:cNvPr id="10"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1"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Tree>
    <p:extLst>
      <p:ext uri="{BB962C8B-B14F-4D97-AF65-F5344CB8AC3E}">
        <p14:creationId xmlns:p14="http://schemas.microsoft.com/office/powerpoint/2010/main" val="725422603"/>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586711110"/>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a:solidFill>
                <a:prstClr val="white"/>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3717144148"/>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a:solidFill>
                <a:prstClr val="white"/>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40716153"/>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4 column icon">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096836"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827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2558" y="2556000"/>
            <a:ext cx="2592000" cy="3394800"/>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4062359604"/>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showMasterSp="0" preserve="1" userDrawn="1">
  <p:cSld name="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algn="r">
              <a:buSzPct val="100000"/>
              <a:buFont typeface="Arial"/>
              <a:buNone/>
            </a:pPr>
            <a:r>
              <a:rPr lang="en-US" sz="818">
                <a:solidFill>
                  <a:prstClr val="white"/>
                </a:solidFill>
              </a:rPr>
              <a:t>Presentation title</a:t>
            </a:r>
            <a:br>
              <a:rPr lang="en-US" sz="818">
                <a:solidFill>
                  <a:prstClr val="white"/>
                </a:solidFill>
              </a:rPr>
            </a:br>
            <a:r>
              <a:rPr lang="en-US" sz="818">
                <a:solidFill>
                  <a:prstClr val="white"/>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a:spcBef>
                <a:spcPts val="755"/>
              </a:spcBef>
              <a:buSzPct val="100000"/>
              <a:buFont typeface="Arial"/>
              <a:buNone/>
            </a:pPr>
            <a:r>
              <a:rPr lang="fr-FR" sz="818">
                <a:solidFill>
                  <a:prstClr val="white"/>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algn="r">
              <a:spcBef>
                <a:spcPts val="755"/>
              </a:spcBef>
              <a:buSzPct val="100000"/>
              <a:buFont typeface="Arial"/>
              <a:buNone/>
            </a:pPr>
            <a:fld id="{C58DF478-B544-4ED8-9ED4-6A2648E2D233}" type="slidenum">
              <a:rPr lang="en-US" sz="818" smtClean="0">
                <a:solidFill>
                  <a:prstClr val="white"/>
                </a:solidFill>
              </a:rPr>
              <a:pPr algn="r">
                <a:spcBef>
                  <a:spcPts val="755"/>
                </a:spcBef>
                <a:buSzPct val="100000"/>
                <a:buFont typeface="Arial"/>
                <a:buNone/>
              </a:pPr>
              <a:t>‹#›</a:t>
            </a:fld>
            <a:endParaRPr lang="en-US" sz="818">
              <a:solidFill>
                <a:prstClr val="white"/>
              </a:solidFill>
            </a:endParaRPr>
          </a:p>
        </p:txBody>
      </p:sp>
    </p:spTree>
    <p:extLst>
      <p:ext uri="{BB962C8B-B14F-4D97-AF65-F5344CB8AC3E}">
        <p14:creationId xmlns:p14="http://schemas.microsoft.com/office/powerpoint/2010/main" val="970468948"/>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Title, subtitle, 1 column text with charts">
    <p:spTree>
      <p:nvGrpSpPr>
        <p:cNvPr id="1" name=""/>
        <p:cNvGrpSpPr/>
        <p:nvPr/>
      </p:nvGrpSpPr>
      <p:grpSpPr>
        <a:xfrm>
          <a:off x="0" y="0"/>
          <a:ext cx="0" cy="0"/>
          <a:chOff x="0" y="0"/>
          <a:chExt cx="0" cy="0"/>
        </a:xfrm>
      </p:grpSpPr>
      <p:sp>
        <p:nvSpPr>
          <p:cNvPr id="8"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9" name="Title Placeholder 1"/>
          <p:cNvSpPr>
            <a:spLocks noGrp="1"/>
          </p:cNvSpPr>
          <p:nvPr>
            <p:ph type="title" hasCustomPrompt="1"/>
          </p:nvPr>
        </p:nvSpPr>
        <p:spPr>
          <a:xfrm>
            <a:off x="501651" y="317502"/>
            <a:ext cx="11188699" cy="334101"/>
          </a:xfrm>
          <a:prstGeom prst="rect">
            <a:avLst/>
          </a:prstGeom>
        </p:spPr>
        <p:txBody>
          <a:bodyPr vert="horz" lIns="0" tIns="0" rIns="0" bIns="0" rtlCol="0" anchor="t" anchorCtr="0">
            <a:noAutofit/>
          </a:bodyPr>
          <a:lstStyle>
            <a:lvl1pPr>
              <a:defRPr/>
            </a:lvl1pPr>
          </a:lstStyle>
          <a:p>
            <a:r>
              <a:rPr lang="en-US" noProof="0"/>
              <a:t>Click to add title</a:t>
            </a:r>
          </a:p>
        </p:txBody>
      </p:sp>
      <p:sp>
        <p:nvSpPr>
          <p:cNvPr id="10" name="Text Placeholder 18"/>
          <p:cNvSpPr>
            <a:spLocks noGrp="1"/>
          </p:cNvSpPr>
          <p:nvPr>
            <p:ph idx="1"/>
          </p:nvPr>
        </p:nvSpPr>
        <p:spPr>
          <a:xfrm>
            <a:off x="501652" y="1665292"/>
            <a:ext cx="5594351" cy="4716463"/>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37282269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noProof="0"/>
              <a:t>Click to edit Master title style</a:t>
            </a:r>
          </a:p>
        </p:txBody>
      </p:sp>
    </p:spTree>
    <p:extLst>
      <p:ext uri="{BB962C8B-B14F-4D97-AF65-F5344CB8AC3E}">
        <p14:creationId xmlns:p14="http://schemas.microsoft.com/office/powerpoint/2010/main" val="3950714516"/>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65434824"/>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1_Title Slide -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505856" y="727200"/>
            <a:ext cx="7200000" cy="5400000"/>
          </a:xfrm>
          <a:prstGeom prst="rect">
            <a:avLst/>
          </a:prstGeom>
        </p:spPr>
        <p:txBody>
          <a:bodyPr/>
          <a:lstStyle>
            <a:lvl1pPr>
              <a:defRPr>
                <a:solidFill>
                  <a:schemeClr val="bg1"/>
                </a:solidFill>
              </a:defRPr>
            </a:lvl1pPr>
          </a:lstStyle>
          <a:p>
            <a:r>
              <a:rPr lang="en-US" noProof="0"/>
              <a:t>Click icon to add picture</a:t>
            </a:r>
          </a:p>
        </p:txBody>
      </p:sp>
      <p:sp>
        <p:nvSpPr>
          <p:cNvPr id="3" name="Subtitle 2"/>
          <p:cNvSpPr>
            <a:spLocks noGrp="1"/>
          </p:cNvSpPr>
          <p:nvPr>
            <p:ph type="subTitle" idx="1" hasCustomPrompt="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bg1"/>
                </a:solidFill>
              </a:defRPr>
            </a:lvl1pPr>
            <a:lvl2pPr marL="0" marR="0" indent="0" algn="l" defTabSz="1150154" rtl="0" eaLnBrk="1" fontAlgn="auto" latinLnBrk="0" hangingPunct="1">
              <a:lnSpc>
                <a:spcPct val="100000"/>
              </a:lnSpc>
              <a:spcBef>
                <a:spcPts val="0"/>
              </a:spcBef>
              <a:spcAft>
                <a:spcPts val="0"/>
              </a:spcAft>
              <a:buClrTx/>
              <a:buSzPct val="100000"/>
              <a:buFont typeface="Arial"/>
              <a:buNone/>
              <a:tabLst/>
              <a:defRPr sz="2012" b="0">
                <a:solidFill>
                  <a:schemeClr val="bg1"/>
                </a:solidFill>
              </a:defRPr>
            </a:lvl2pPr>
            <a:lvl3pPr marL="0" indent="0" algn="l">
              <a:spcAft>
                <a:spcPts val="0"/>
              </a:spcAft>
              <a:buNone/>
              <a:defRPr sz="2012">
                <a:solidFill>
                  <a:schemeClr val="bg1"/>
                </a:solidFill>
              </a:defRPr>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marL="0" marR="0" lvl="1" indent="0" algn="l" defTabSz="1150154" rtl="0" eaLnBrk="1" fontAlgn="auto" latinLnBrk="0" hangingPunct="1">
              <a:lnSpc>
                <a:spcPct val="100000"/>
              </a:lnSpc>
              <a:spcBef>
                <a:spcPts val="0"/>
              </a:spcBef>
              <a:spcAft>
                <a:spcPts val="0"/>
              </a:spcAft>
              <a:buClrTx/>
              <a:buSzPct val="100000"/>
              <a:buFont typeface="Arial"/>
              <a:buNone/>
              <a:tabLst/>
              <a:defRPr/>
            </a:pPr>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13092742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6.xml><?xml version="1.0" encoding="utf-8"?>
<p:sldLayout xmlns:a="http://schemas.openxmlformats.org/drawingml/2006/main" xmlns:r="http://schemas.openxmlformats.org/officeDocument/2006/relationships" xmlns:p="http://schemas.openxmlformats.org/presentationml/2006/main" showMasterSp="0" preserve="1" userDrawn="1">
  <p:cSld name="1_Title Slide - White">
    <p:bg bwMode="gray">
      <p:bgPr>
        <a:solidFill>
          <a:schemeClr val="bg1"/>
        </a:solidFill>
        <a:effectLst/>
      </p:bgPr>
    </p:bg>
    <p:spTree>
      <p:nvGrpSpPr>
        <p:cNvPr id="1" name=""/>
        <p:cNvGrpSpPr/>
        <p:nvPr/>
      </p:nvGrpSpPr>
      <p:grpSpPr>
        <a:xfrm>
          <a:off x="0" y="0"/>
          <a:ext cx="0" cy="0"/>
          <a:chOff x="0" y="0"/>
          <a:chExt cx="0" cy="0"/>
        </a:xfrm>
      </p:grpSpPr>
      <p:sp>
        <p:nvSpPr>
          <p:cNvPr id="9" name="Picture Placeholder 8"/>
          <p:cNvSpPr>
            <a:spLocks noGrp="1" noChangeAspect="1"/>
          </p:cNvSpPr>
          <p:nvPr>
            <p:ph type="pic" sz="quarter" idx="11"/>
          </p:nvPr>
        </p:nvSpPr>
        <p:spPr>
          <a:xfrm>
            <a:off x="2489814" y="727200"/>
            <a:ext cx="7200000" cy="5400000"/>
          </a:xfrm>
          <a:prstGeom prst="rect">
            <a:avLst/>
          </a:prstGeom>
        </p:spPr>
        <p:txBody>
          <a:bodyPr/>
          <a:lstStyle/>
          <a:p>
            <a:r>
              <a:rPr lang="en-US" noProof="0"/>
              <a:t>Click icon to add picture</a:t>
            </a:r>
          </a:p>
        </p:txBody>
      </p:sp>
      <p:sp>
        <p:nvSpPr>
          <p:cNvPr id="3" name="Subtitle 2"/>
          <p:cNvSpPr>
            <a:spLocks noGrp="1"/>
          </p:cNvSpPr>
          <p:nvPr>
            <p:ph type="subTitle" idx="1" hasCustomPrompt="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264" b="1">
                <a:solidFill>
                  <a:schemeClr val="tx1"/>
                </a:solidFill>
              </a:defRPr>
            </a:lvl1pPr>
            <a:lvl2pPr marL="0" indent="0" algn="l">
              <a:buNone/>
              <a:defRPr sz="2012" b="0"/>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title style</a:t>
            </a:r>
          </a:p>
          <a:p>
            <a:pPr lvl="1"/>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19" name="Group 18"/>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881020227"/>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7.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Black">
    <p:bg bwMode="gray">
      <p:bgPr>
        <a:blipFill dpi="0" rotWithShape="1">
          <a:blip r:embed="rId2" cstate="screen">
            <a:lum/>
            <a:extLst>
              <a:ext uri="{28A0092B-C50C-407E-A947-70E740481C1C}">
                <a14:useLocalDpi xmlns:a14="http://schemas.microsoft.com/office/drawing/2010/main"/>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3990" y="5864229"/>
            <a:ext cx="5592010"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bg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22" name="Group 21"/>
          <p:cNvGrpSpPr>
            <a:grpSpLocks noChangeAspect="1"/>
          </p:cNvGrpSpPr>
          <p:nvPr userDrawn="1"/>
        </p:nvGrpSpPr>
        <p:grpSpPr>
          <a:xfrm>
            <a:off x="501651" y="378003"/>
            <a:ext cx="2159032" cy="326302"/>
            <a:chOff x="398463" y="404813"/>
            <a:chExt cx="1627187" cy="307976"/>
          </a:xfrm>
          <a:solidFill>
            <a:schemeClr val="bg1"/>
          </a:solidFill>
        </p:grpSpPr>
        <p:sp>
          <p:nvSpPr>
            <p:cNvPr id="23" name="Oval 5"/>
            <p:cNvSpPr>
              <a:spLocks noChangeArrowheads="1"/>
            </p:cNvSpPr>
            <p:nvPr userDrawn="1"/>
          </p:nvSpPr>
          <p:spPr bwMode="auto">
            <a:xfrm>
              <a:off x="1938338" y="625476"/>
              <a:ext cx="87312" cy="87313"/>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Freeform 6"/>
            <p:cNvSpPr>
              <a:spLocks noEditPoints="1"/>
            </p:cNvSpPr>
            <p:nvPr userDrawn="1"/>
          </p:nvSpPr>
          <p:spPr bwMode="auto">
            <a:xfrm>
              <a:off x="398463" y="406401"/>
              <a:ext cx="247650" cy="301625"/>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7"/>
            <p:cNvSpPr>
              <a:spLocks noChangeArrowheads="1"/>
            </p:cNvSpPr>
            <p:nvPr userDrawn="1"/>
          </p:nvSpPr>
          <p:spPr bwMode="auto">
            <a:xfrm>
              <a:off x="906463" y="404813"/>
              <a:ext cx="74612" cy="303213"/>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8"/>
            <p:cNvSpPr>
              <a:spLocks noEditPoints="1"/>
            </p:cNvSpPr>
            <p:nvPr userDrawn="1"/>
          </p:nvSpPr>
          <p:spPr bwMode="auto">
            <a:xfrm>
              <a:off x="1011238" y="479426"/>
              <a:ext cx="215900" cy="231775"/>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Rectangle 9"/>
            <p:cNvSpPr>
              <a:spLocks noChangeArrowheads="1"/>
            </p:cNvSpPr>
            <p:nvPr userDrawn="1"/>
          </p:nvSpPr>
          <p:spPr bwMode="auto">
            <a:xfrm>
              <a:off x="1257300" y="482601"/>
              <a:ext cx="74612" cy="225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Rectangle 10"/>
            <p:cNvSpPr>
              <a:spLocks noChangeArrowheads="1"/>
            </p:cNvSpPr>
            <p:nvPr userDrawn="1"/>
          </p:nvSpPr>
          <p:spPr bwMode="auto">
            <a:xfrm>
              <a:off x="1257300" y="404813"/>
              <a:ext cx="74612" cy="50800"/>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1"/>
            <p:cNvSpPr>
              <a:spLocks/>
            </p:cNvSpPr>
            <p:nvPr userDrawn="1"/>
          </p:nvSpPr>
          <p:spPr bwMode="auto">
            <a:xfrm>
              <a:off x="1362075" y="411163"/>
              <a:ext cx="158750" cy="300038"/>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0" name="Freeform 12"/>
            <p:cNvSpPr>
              <a:spLocks/>
            </p:cNvSpPr>
            <p:nvPr userDrawn="1"/>
          </p:nvSpPr>
          <p:spPr bwMode="auto">
            <a:xfrm>
              <a:off x="1535113" y="411163"/>
              <a:ext cx="158750" cy="300038"/>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1" name="Freeform 13"/>
            <p:cNvSpPr>
              <a:spLocks noEditPoints="1"/>
            </p:cNvSpPr>
            <p:nvPr userDrawn="1"/>
          </p:nvSpPr>
          <p:spPr bwMode="auto">
            <a:xfrm>
              <a:off x="1709738" y="479426"/>
              <a:ext cx="211137" cy="231775"/>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32" name="Freeform 14"/>
            <p:cNvSpPr>
              <a:spLocks noEditPoints="1"/>
            </p:cNvSpPr>
            <p:nvPr userDrawn="1"/>
          </p:nvSpPr>
          <p:spPr bwMode="auto">
            <a:xfrm>
              <a:off x="668338" y="479426"/>
              <a:ext cx="209550" cy="231775"/>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150699145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8.xml><?xml version="1.0" encoding="utf-8"?>
<p:sldLayout xmlns:a="http://schemas.openxmlformats.org/drawingml/2006/main" xmlns:r="http://schemas.openxmlformats.org/officeDocument/2006/relationships" xmlns:p="http://schemas.openxmlformats.org/presentationml/2006/main" showMasterSp="0" preserve="1" userDrawn="1">
  <p:cSld name="1_Title Slide - Circle White">
    <p:bg bwMode="gray">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gray">
          <a:xfrm>
            <a:off x="3336000" y="1368000"/>
            <a:ext cx="5520000" cy="4140000"/>
          </a:xfrm>
          <a:prstGeom prst="ellipse">
            <a:avLst/>
          </a:prstGeom>
          <a:ln w="25400">
            <a:solidFill>
              <a:schemeClr val="accent1"/>
            </a:solidFill>
          </a:ln>
        </p:spPr>
        <p:txBody>
          <a:bodyPr lIns="108000" tIns="108000" rIns="108000" bIns="108000" anchor="ctr" anchorCtr="0">
            <a:normAutofit/>
          </a:bodyPr>
          <a:lstStyle>
            <a:lvl1pPr algn="ctr">
              <a:lnSpc>
                <a:spcPts val="5283"/>
              </a:lnSpc>
              <a:defRPr sz="4528" b="0">
                <a:solidFill>
                  <a:schemeClr val="tx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Subtitle 2"/>
          <p:cNvSpPr>
            <a:spLocks noGrp="1"/>
          </p:cNvSpPr>
          <p:nvPr>
            <p:ph type="subTitle" idx="1"/>
          </p:nvPr>
        </p:nvSpPr>
        <p:spPr bwMode="gray">
          <a:xfrm>
            <a:off x="501651" y="5864229"/>
            <a:ext cx="5594348" cy="505645"/>
          </a:xfrm>
          <a:prstGeom prst="rect">
            <a:avLst/>
          </a:prstGeom>
        </p:spPr>
        <p:txBody>
          <a:bodyPr lIns="0" tIns="0" rIns="0" bIns="0" anchor="b" anchorCtr="0">
            <a:noAutofit/>
          </a:bodyPr>
          <a:lstStyle>
            <a:lvl1pPr marL="0" indent="0" algn="l">
              <a:lnSpc>
                <a:spcPct val="100000"/>
              </a:lnSpc>
              <a:spcAft>
                <a:spcPts val="0"/>
              </a:spcAft>
              <a:buNone/>
              <a:defRPr sz="2012">
                <a:solidFill>
                  <a:schemeClr val="tx1"/>
                </a:solidFill>
              </a:defRPr>
            </a:lvl1pPr>
            <a:lvl2pPr marL="575077" indent="0" algn="ctr">
              <a:buNone/>
              <a:defRPr sz="2516"/>
            </a:lvl2pPr>
            <a:lvl3pPr marL="1150154" indent="0" algn="ctr">
              <a:buNone/>
              <a:defRPr sz="2264"/>
            </a:lvl3pPr>
            <a:lvl4pPr marL="1725231" indent="0" algn="ctr">
              <a:buNone/>
              <a:defRPr sz="2012"/>
            </a:lvl4pPr>
            <a:lvl5pPr marL="2300309" indent="0" algn="ctr">
              <a:buNone/>
              <a:defRPr sz="2012"/>
            </a:lvl5pPr>
            <a:lvl6pPr marL="2875386" indent="0" algn="ctr">
              <a:buNone/>
              <a:defRPr sz="2012"/>
            </a:lvl6pPr>
            <a:lvl7pPr marL="3450463" indent="0" algn="ctr">
              <a:buNone/>
              <a:defRPr sz="2012"/>
            </a:lvl7pPr>
            <a:lvl8pPr marL="4025540" indent="0" algn="ctr">
              <a:buNone/>
              <a:defRPr sz="2012"/>
            </a:lvl8pPr>
            <a:lvl9pPr marL="4600616" indent="0" algn="ctr">
              <a:buNone/>
              <a:defRPr sz="2012"/>
            </a:lvl9pPr>
          </a:lstStyle>
          <a:p>
            <a:r>
              <a:rPr lang="en-US" noProof="0"/>
              <a:t>Click to edit Master subtitle style</a:t>
            </a:r>
          </a:p>
        </p:txBody>
      </p:sp>
      <p:sp>
        <p:nvSpPr>
          <p:cNvPr id="5" name="Text Placeholder 4"/>
          <p:cNvSpPr>
            <a:spLocks noGrp="1"/>
          </p:cNvSpPr>
          <p:nvPr>
            <p:ph type="body" sz="quarter" idx="10"/>
          </p:nvPr>
        </p:nvSpPr>
        <p:spPr>
          <a:xfrm>
            <a:off x="501653" y="6381750"/>
            <a:ext cx="5594349" cy="298450"/>
          </a:xfrm>
          <a:prstGeom prst="rect">
            <a:avLst/>
          </a:prstGeom>
        </p:spPr>
        <p:txBody>
          <a:bodyPr/>
          <a:lstStyle>
            <a:lvl1pPr>
              <a:spcAft>
                <a:spcPts val="0"/>
              </a:spcAft>
              <a:defRPr sz="1258">
                <a:solidFill>
                  <a:schemeClr val="tx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noProof="0"/>
              <a:t>Click to edit Master text styles</a:t>
            </a:r>
          </a:p>
        </p:txBody>
      </p:sp>
      <p:grpSp>
        <p:nvGrpSpPr>
          <p:cNvPr id="4" name="Group 3"/>
          <p:cNvGrpSpPr/>
          <p:nvPr userDrawn="1"/>
        </p:nvGrpSpPr>
        <p:grpSpPr>
          <a:xfrm>
            <a:off x="501651" y="378003"/>
            <a:ext cx="2159032" cy="326302"/>
            <a:chOff x="439792" y="416850"/>
            <a:chExt cx="1892808" cy="359839"/>
          </a:xfrm>
        </p:grpSpPr>
        <p:sp>
          <p:nvSpPr>
            <p:cNvPr id="20" name="Oval 5"/>
            <p:cNvSpPr>
              <a:spLocks noChangeArrowheads="1"/>
            </p:cNvSpPr>
            <p:nvPr userDrawn="1"/>
          </p:nvSpPr>
          <p:spPr bwMode="auto">
            <a:xfrm>
              <a:off x="2231035" y="674673"/>
              <a:ext cx="101565" cy="102016"/>
            </a:xfrm>
            <a:prstGeom prst="ellipse">
              <a:avLst/>
            </a:prstGeom>
            <a:solidFill>
              <a:schemeClr val="accent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1" name="Freeform 6"/>
            <p:cNvSpPr>
              <a:spLocks noEditPoints="1"/>
            </p:cNvSpPr>
            <p:nvPr userDrawn="1"/>
          </p:nvSpPr>
          <p:spPr bwMode="auto">
            <a:xfrm>
              <a:off x="439792" y="418705"/>
              <a:ext cx="288076" cy="352418"/>
            </a:xfrm>
            <a:custGeom>
              <a:avLst/>
              <a:gdLst>
                <a:gd name="T0" fmla="*/ 287 w 287"/>
                <a:gd name="T1" fmla="*/ 166 h 347"/>
                <a:gd name="T2" fmla="*/ 240 w 287"/>
                <a:gd name="T3" fmla="*/ 300 h 347"/>
                <a:gd name="T4" fmla="*/ 109 w 287"/>
                <a:gd name="T5" fmla="*/ 347 h 347"/>
                <a:gd name="T6" fmla="*/ 0 w 287"/>
                <a:gd name="T7" fmla="*/ 347 h 347"/>
                <a:gd name="T8" fmla="*/ 0 w 287"/>
                <a:gd name="T9" fmla="*/ 0 h 347"/>
                <a:gd name="T10" fmla="*/ 117 w 287"/>
                <a:gd name="T11" fmla="*/ 0 h 347"/>
                <a:gd name="T12" fmla="*/ 243 w 287"/>
                <a:gd name="T13" fmla="*/ 43 h 347"/>
                <a:gd name="T14" fmla="*/ 287 w 287"/>
                <a:gd name="T15" fmla="*/ 166 h 347"/>
                <a:gd name="T16" fmla="*/ 192 w 287"/>
                <a:gd name="T17" fmla="*/ 170 h 347"/>
                <a:gd name="T18" fmla="*/ 174 w 287"/>
                <a:gd name="T19" fmla="*/ 99 h 347"/>
                <a:gd name="T20" fmla="*/ 118 w 287"/>
                <a:gd name="T21" fmla="*/ 76 h 347"/>
                <a:gd name="T22" fmla="*/ 91 w 287"/>
                <a:gd name="T23" fmla="*/ 76 h 347"/>
                <a:gd name="T24" fmla="*/ 91 w 287"/>
                <a:gd name="T25" fmla="*/ 270 h 347"/>
                <a:gd name="T26" fmla="*/ 111 w 287"/>
                <a:gd name="T27" fmla="*/ 270 h 347"/>
                <a:gd name="T28" fmla="*/ 173 w 287"/>
                <a:gd name="T29" fmla="*/ 245 h 347"/>
                <a:gd name="T30" fmla="*/ 192 w 287"/>
                <a:gd name="T31" fmla="*/ 170 h 3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87" h="347">
                  <a:moveTo>
                    <a:pt x="287" y="166"/>
                  </a:moveTo>
                  <a:cubicBezTo>
                    <a:pt x="287" y="224"/>
                    <a:pt x="271" y="269"/>
                    <a:pt x="240" y="300"/>
                  </a:cubicBezTo>
                  <a:cubicBezTo>
                    <a:pt x="209" y="331"/>
                    <a:pt x="165" y="347"/>
                    <a:pt x="109" y="347"/>
                  </a:cubicBezTo>
                  <a:cubicBezTo>
                    <a:pt x="0" y="347"/>
                    <a:pt x="0" y="347"/>
                    <a:pt x="0" y="347"/>
                  </a:cubicBezTo>
                  <a:cubicBezTo>
                    <a:pt x="0" y="0"/>
                    <a:pt x="0" y="0"/>
                    <a:pt x="0" y="0"/>
                  </a:cubicBezTo>
                  <a:cubicBezTo>
                    <a:pt x="117" y="0"/>
                    <a:pt x="117" y="0"/>
                    <a:pt x="117" y="0"/>
                  </a:cubicBezTo>
                  <a:cubicBezTo>
                    <a:pt x="171" y="0"/>
                    <a:pt x="213" y="15"/>
                    <a:pt x="243" y="43"/>
                  </a:cubicBezTo>
                  <a:cubicBezTo>
                    <a:pt x="272" y="72"/>
                    <a:pt x="287" y="113"/>
                    <a:pt x="287" y="166"/>
                  </a:cubicBezTo>
                  <a:moveTo>
                    <a:pt x="192" y="170"/>
                  </a:moveTo>
                  <a:cubicBezTo>
                    <a:pt x="192" y="138"/>
                    <a:pt x="186" y="114"/>
                    <a:pt x="174" y="99"/>
                  </a:cubicBezTo>
                  <a:cubicBezTo>
                    <a:pt x="161" y="84"/>
                    <a:pt x="143" y="76"/>
                    <a:pt x="118" y="76"/>
                  </a:cubicBezTo>
                  <a:cubicBezTo>
                    <a:pt x="91" y="76"/>
                    <a:pt x="91" y="76"/>
                    <a:pt x="91" y="76"/>
                  </a:cubicBezTo>
                  <a:cubicBezTo>
                    <a:pt x="91" y="270"/>
                    <a:pt x="91" y="270"/>
                    <a:pt x="91" y="270"/>
                  </a:cubicBezTo>
                  <a:cubicBezTo>
                    <a:pt x="111" y="270"/>
                    <a:pt x="111" y="270"/>
                    <a:pt x="111" y="270"/>
                  </a:cubicBezTo>
                  <a:cubicBezTo>
                    <a:pt x="139" y="270"/>
                    <a:pt x="160" y="262"/>
                    <a:pt x="173" y="245"/>
                  </a:cubicBezTo>
                  <a:cubicBezTo>
                    <a:pt x="186" y="229"/>
                    <a:pt x="192" y="204"/>
                    <a:pt x="192" y="170"/>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2" name="Rectangle 7"/>
            <p:cNvSpPr>
              <a:spLocks noChangeArrowheads="1"/>
            </p:cNvSpPr>
            <p:nvPr userDrawn="1"/>
          </p:nvSpPr>
          <p:spPr bwMode="auto">
            <a:xfrm>
              <a:off x="1030718" y="416850"/>
              <a:ext cx="86792" cy="354274"/>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3" name="Freeform 8"/>
            <p:cNvSpPr>
              <a:spLocks noEditPoints="1"/>
            </p:cNvSpPr>
            <p:nvPr userDrawn="1"/>
          </p:nvSpPr>
          <p:spPr bwMode="auto">
            <a:xfrm>
              <a:off x="1152596" y="504028"/>
              <a:ext cx="251143" cy="270806"/>
            </a:xfrm>
            <a:custGeom>
              <a:avLst/>
              <a:gdLst>
                <a:gd name="T0" fmla="*/ 252 w 252"/>
                <a:gd name="T1" fmla="*/ 133 h 267"/>
                <a:gd name="T2" fmla="*/ 218 w 252"/>
                <a:gd name="T3" fmla="*/ 232 h 267"/>
                <a:gd name="T4" fmla="*/ 125 w 252"/>
                <a:gd name="T5" fmla="*/ 267 h 267"/>
                <a:gd name="T6" fmla="*/ 34 w 252"/>
                <a:gd name="T7" fmla="*/ 231 h 267"/>
                <a:gd name="T8" fmla="*/ 0 w 252"/>
                <a:gd name="T9" fmla="*/ 133 h 267"/>
                <a:gd name="T10" fmla="*/ 33 w 252"/>
                <a:gd name="T11" fmla="*/ 35 h 267"/>
                <a:gd name="T12" fmla="*/ 127 w 252"/>
                <a:gd name="T13" fmla="*/ 0 h 267"/>
                <a:gd name="T14" fmla="*/ 192 w 252"/>
                <a:gd name="T15" fmla="*/ 16 h 267"/>
                <a:gd name="T16" fmla="*/ 236 w 252"/>
                <a:gd name="T17" fmla="*/ 63 h 267"/>
                <a:gd name="T18" fmla="*/ 252 w 252"/>
                <a:gd name="T19" fmla="*/ 133 h 267"/>
                <a:gd name="T20" fmla="*/ 88 w 252"/>
                <a:gd name="T21" fmla="*/ 133 h 267"/>
                <a:gd name="T22" fmla="*/ 97 w 252"/>
                <a:gd name="T23" fmla="*/ 184 h 267"/>
                <a:gd name="T24" fmla="*/ 126 w 252"/>
                <a:gd name="T25" fmla="*/ 201 h 267"/>
                <a:gd name="T26" fmla="*/ 155 w 252"/>
                <a:gd name="T27" fmla="*/ 184 h 267"/>
                <a:gd name="T28" fmla="*/ 163 w 252"/>
                <a:gd name="T29" fmla="*/ 133 h 267"/>
                <a:gd name="T30" fmla="*/ 155 w 252"/>
                <a:gd name="T31" fmla="*/ 83 h 267"/>
                <a:gd name="T32" fmla="*/ 126 w 252"/>
                <a:gd name="T33" fmla="*/ 66 h 267"/>
                <a:gd name="T34" fmla="*/ 97 w 252"/>
                <a:gd name="T35" fmla="*/ 83 h 267"/>
                <a:gd name="T36" fmla="*/ 88 w 252"/>
                <a:gd name="T37" fmla="*/ 133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252" h="267">
                  <a:moveTo>
                    <a:pt x="252" y="133"/>
                  </a:moveTo>
                  <a:cubicBezTo>
                    <a:pt x="252" y="175"/>
                    <a:pt x="241" y="208"/>
                    <a:pt x="218" y="232"/>
                  </a:cubicBezTo>
                  <a:cubicBezTo>
                    <a:pt x="196" y="256"/>
                    <a:pt x="165" y="267"/>
                    <a:pt x="125" y="267"/>
                  </a:cubicBezTo>
                  <a:cubicBezTo>
                    <a:pt x="87" y="267"/>
                    <a:pt x="56" y="255"/>
                    <a:pt x="34" y="231"/>
                  </a:cubicBezTo>
                  <a:cubicBezTo>
                    <a:pt x="11" y="207"/>
                    <a:pt x="0" y="174"/>
                    <a:pt x="0" y="133"/>
                  </a:cubicBezTo>
                  <a:cubicBezTo>
                    <a:pt x="0" y="91"/>
                    <a:pt x="11" y="58"/>
                    <a:pt x="33" y="35"/>
                  </a:cubicBezTo>
                  <a:cubicBezTo>
                    <a:pt x="55" y="12"/>
                    <a:pt x="86" y="0"/>
                    <a:pt x="127" y="0"/>
                  </a:cubicBezTo>
                  <a:cubicBezTo>
                    <a:pt x="151" y="0"/>
                    <a:pt x="173" y="5"/>
                    <a:pt x="192" y="16"/>
                  </a:cubicBezTo>
                  <a:cubicBezTo>
                    <a:pt x="211" y="27"/>
                    <a:pt x="226" y="42"/>
                    <a:pt x="236" y="63"/>
                  </a:cubicBezTo>
                  <a:cubicBezTo>
                    <a:pt x="247" y="83"/>
                    <a:pt x="252" y="106"/>
                    <a:pt x="252" y="133"/>
                  </a:cubicBezTo>
                  <a:moveTo>
                    <a:pt x="88" y="133"/>
                  </a:moveTo>
                  <a:cubicBezTo>
                    <a:pt x="88" y="155"/>
                    <a:pt x="91" y="172"/>
                    <a:pt x="97" y="184"/>
                  </a:cubicBezTo>
                  <a:cubicBezTo>
                    <a:pt x="103" y="195"/>
                    <a:pt x="112" y="201"/>
                    <a:pt x="126" y="201"/>
                  </a:cubicBezTo>
                  <a:cubicBezTo>
                    <a:pt x="140" y="201"/>
                    <a:pt x="149" y="195"/>
                    <a:pt x="155" y="184"/>
                  </a:cubicBezTo>
                  <a:cubicBezTo>
                    <a:pt x="160" y="172"/>
                    <a:pt x="163" y="155"/>
                    <a:pt x="163" y="133"/>
                  </a:cubicBezTo>
                  <a:cubicBezTo>
                    <a:pt x="163" y="111"/>
                    <a:pt x="160" y="94"/>
                    <a:pt x="155" y="83"/>
                  </a:cubicBezTo>
                  <a:cubicBezTo>
                    <a:pt x="149" y="72"/>
                    <a:pt x="139" y="66"/>
                    <a:pt x="126" y="66"/>
                  </a:cubicBezTo>
                  <a:cubicBezTo>
                    <a:pt x="112" y="66"/>
                    <a:pt x="103" y="72"/>
                    <a:pt x="97" y="83"/>
                  </a:cubicBezTo>
                  <a:cubicBezTo>
                    <a:pt x="91" y="94"/>
                    <a:pt x="88" y="111"/>
                    <a:pt x="88" y="133"/>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4" name="Rectangle 9"/>
            <p:cNvSpPr>
              <a:spLocks noChangeArrowheads="1"/>
            </p:cNvSpPr>
            <p:nvPr userDrawn="1"/>
          </p:nvSpPr>
          <p:spPr bwMode="auto">
            <a:xfrm>
              <a:off x="1438825" y="507737"/>
              <a:ext cx="86792" cy="263386"/>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5" name="Rectangle 10"/>
            <p:cNvSpPr>
              <a:spLocks noChangeArrowheads="1"/>
            </p:cNvSpPr>
            <p:nvPr userDrawn="1"/>
          </p:nvSpPr>
          <p:spPr bwMode="auto">
            <a:xfrm>
              <a:off x="1438825" y="416850"/>
              <a:ext cx="86792" cy="59355"/>
            </a:xfrm>
            <a:prstGeom prst="rect">
              <a:avLst/>
            </a:pr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6" name="Freeform 11"/>
            <p:cNvSpPr>
              <a:spLocks/>
            </p:cNvSpPr>
            <p:nvPr userDrawn="1"/>
          </p:nvSpPr>
          <p:spPr bwMode="auto">
            <a:xfrm>
              <a:off x="1560703" y="424269"/>
              <a:ext cx="184664" cy="350564"/>
            </a:xfrm>
            <a:custGeom>
              <a:avLst/>
              <a:gdLst>
                <a:gd name="T0" fmla="*/ 142 w 184"/>
                <a:gd name="T1" fmla="*/ 274 h 344"/>
                <a:gd name="T2" fmla="*/ 184 w 184"/>
                <a:gd name="T3" fmla="*/ 265 h 344"/>
                <a:gd name="T4" fmla="*/ 184 w 184"/>
                <a:gd name="T5" fmla="*/ 330 h 344"/>
                <a:gd name="T6" fmla="*/ 150 w 184"/>
                <a:gd name="T7" fmla="*/ 341 h 344"/>
                <a:gd name="T8" fmla="*/ 113 w 184"/>
                <a:gd name="T9" fmla="*/ 344 h 344"/>
                <a:gd name="T10" fmla="*/ 50 w 184"/>
                <a:gd name="T11" fmla="*/ 322 h 344"/>
                <a:gd name="T12" fmla="*/ 30 w 184"/>
                <a:gd name="T13" fmla="*/ 255 h 344"/>
                <a:gd name="T14" fmla="*/ 30 w 184"/>
                <a:gd name="T15" fmla="*/ 148 h 344"/>
                <a:gd name="T16" fmla="*/ 0 w 184"/>
                <a:gd name="T17" fmla="*/ 148 h 344"/>
                <a:gd name="T18" fmla="*/ 0 w 184"/>
                <a:gd name="T19" fmla="*/ 81 h 344"/>
                <a:gd name="T20" fmla="*/ 30 w 184"/>
                <a:gd name="T21" fmla="*/ 81 h 344"/>
                <a:gd name="T22" fmla="*/ 30 w 184"/>
                <a:gd name="T23" fmla="*/ 16 h 344"/>
                <a:gd name="T24" fmla="*/ 118 w 184"/>
                <a:gd name="T25" fmla="*/ 0 h 344"/>
                <a:gd name="T26" fmla="*/ 118 w 184"/>
                <a:gd name="T27" fmla="*/ 81 h 344"/>
                <a:gd name="T28" fmla="*/ 174 w 184"/>
                <a:gd name="T29" fmla="*/ 81 h 344"/>
                <a:gd name="T30" fmla="*/ 174 w 184"/>
                <a:gd name="T31" fmla="*/ 148 h 344"/>
                <a:gd name="T32" fmla="*/ 118 w 184"/>
                <a:gd name="T33" fmla="*/ 148 h 344"/>
                <a:gd name="T34" fmla="*/ 118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3" y="274"/>
                    <a:pt x="167" y="271"/>
                    <a:pt x="184" y="265"/>
                  </a:cubicBezTo>
                  <a:cubicBezTo>
                    <a:pt x="184" y="330"/>
                    <a:pt x="184" y="330"/>
                    <a:pt x="184" y="330"/>
                  </a:cubicBezTo>
                  <a:cubicBezTo>
                    <a:pt x="172" y="335"/>
                    <a:pt x="161" y="339"/>
                    <a:pt x="150" y="341"/>
                  </a:cubicBezTo>
                  <a:cubicBezTo>
                    <a:pt x="140" y="343"/>
                    <a:pt x="127" y="344"/>
                    <a:pt x="113" y="344"/>
                  </a:cubicBezTo>
                  <a:cubicBezTo>
                    <a:pt x="84" y="344"/>
                    <a:pt x="63" y="337"/>
                    <a:pt x="50" y="322"/>
                  </a:cubicBezTo>
                  <a:cubicBezTo>
                    <a:pt x="37" y="308"/>
                    <a:pt x="30" y="285"/>
                    <a:pt x="30" y="255"/>
                  </a:cubicBezTo>
                  <a:cubicBezTo>
                    <a:pt x="30" y="148"/>
                    <a:pt x="30" y="148"/>
                    <a:pt x="30" y="148"/>
                  </a:cubicBezTo>
                  <a:cubicBezTo>
                    <a:pt x="0" y="148"/>
                    <a:pt x="0" y="148"/>
                    <a:pt x="0" y="148"/>
                  </a:cubicBezTo>
                  <a:cubicBezTo>
                    <a:pt x="0" y="81"/>
                    <a:pt x="0" y="81"/>
                    <a:pt x="0" y="81"/>
                  </a:cubicBezTo>
                  <a:cubicBezTo>
                    <a:pt x="30" y="81"/>
                    <a:pt x="30" y="81"/>
                    <a:pt x="30" y="81"/>
                  </a:cubicBezTo>
                  <a:cubicBezTo>
                    <a:pt x="30" y="16"/>
                    <a:pt x="30" y="16"/>
                    <a:pt x="30" y="16"/>
                  </a:cubicBezTo>
                  <a:cubicBezTo>
                    <a:pt x="118" y="0"/>
                    <a:pt x="118" y="0"/>
                    <a:pt x="118" y="0"/>
                  </a:cubicBezTo>
                  <a:cubicBezTo>
                    <a:pt x="118" y="81"/>
                    <a:pt x="118" y="81"/>
                    <a:pt x="118" y="81"/>
                  </a:cubicBezTo>
                  <a:cubicBezTo>
                    <a:pt x="174" y="81"/>
                    <a:pt x="174" y="81"/>
                    <a:pt x="174" y="81"/>
                  </a:cubicBezTo>
                  <a:cubicBezTo>
                    <a:pt x="174" y="148"/>
                    <a:pt x="174" y="148"/>
                    <a:pt x="174" y="148"/>
                  </a:cubicBezTo>
                  <a:cubicBezTo>
                    <a:pt x="118" y="148"/>
                    <a:pt x="118" y="148"/>
                    <a:pt x="118" y="148"/>
                  </a:cubicBezTo>
                  <a:cubicBezTo>
                    <a:pt x="118" y="249"/>
                    <a:pt x="118" y="249"/>
                    <a:pt x="118" y="249"/>
                  </a:cubicBezTo>
                  <a:cubicBezTo>
                    <a:pt x="118" y="266"/>
                    <a:pt x="126"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7" name="Freeform 12"/>
            <p:cNvSpPr>
              <a:spLocks/>
            </p:cNvSpPr>
            <p:nvPr userDrawn="1"/>
          </p:nvSpPr>
          <p:spPr bwMode="auto">
            <a:xfrm>
              <a:off x="1761988" y="424269"/>
              <a:ext cx="184664" cy="350564"/>
            </a:xfrm>
            <a:custGeom>
              <a:avLst/>
              <a:gdLst>
                <a:gd name="T0" fmla="*/ 142 w 184"/>
                <a:gd name="T1" fmla="*/ 274 h 344"/>
                <a:gd name="T2" fmla="*/ 184 w 184"/>
                <a:gd name="T3" fmla="*/ 265 h 344"/>
                <a:gd name="T4" fmla="*/ 184 w 184"/>
                <a:gd name="T5" fmla="*/ 330 h 344"/>
                <a:gd name="T6" fmla="*/ 151 w 184"/>
                <a:gd name="T7" fmla="*/ 341 h 344"/>
                <a:gd name="T8" fmla="*/ 114 w 184"/>
                <a:gd name="T9" fmla="*/ 344 h 344"/>
                <a:gd name="T10" fmla="*/ 50 w 184"/>
                <a:gd name="T11" fmla="*/ 322 h 344"/>
                <a:gd name="T12" fmla="*/ 31 w 184"/>
                <a:gd name="T13" fmla="*/ 255 h 344"/>
                <a:gd name="T14" fmla="*/ 31 w 184"/>
                <a:gd name="T15" fmla="*/ 148 h 344"/>
                <a:gd name="T16" fmla="*/ 0 w 184"/>
                <a:gd name="T17" fmla="*/ 148 h 344"/>
                <a:gd name="T18" fmla="*/ 0 w 184"/>
                <a:gd name="T19" fmla="*/ 81 h 344"/>
                <a:gd name="T20" fmla="*/ 31 w 184"/>
                <a:gd name="T21" fmla="*/ 81 h 344"/>
                <a:gd name="T22" fmla="*/ 31 w 184"/>
                <a:gd name="T23" fmla="*/ 15 h 344"/>
                <a:gd name="T24" fmla="*/ 119 w 184"/>
                <a:gd name="T25" fmla="*/ 0 h 344"/>
                <a:gd name="T26" fmla="*/ 119 w 184"/>
                <a:gd name="T27" fmla="*/ 81 h 344"/>
                <a:gd name="T28" fmla="*/ 174 w 184"/>
                <a:gd name="T29" fmla="*/ 81 h 344"/>
                <a:gd name="T30" fmla="*/ 174 w 184"/>
                <a:gd name="T31" fmla="*/ 148 h 344"/>
                <a:gd name="T32" fmla="*/ 119 w 184"/>
                <a:gd name="T33" fmla="*/ 148 h 344"/>
                <a:gd name="T34" fmla="*/ 119 w 184"/>
                <a:gd name="T35" fmla="*/ 249 h 344"/>
                <a:gd name="T36" fmla="*/ 142 w 184"/>
                <a:gd name="T37" fmla="*/ 274 h 3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84" h="344">
                  <a:moveTo>
                    <a:pt x="142" y="274"/>
                  </a:moveTo>
                  <a:cubicBezTo>
                    <a:pt x="154" y="274"/>
                    <a:pt x="168" y="271"/>
                    <a:pt x="184" y="265"/>
                  </a:cubicBezTo>
                  <a:cubicBezTo>
                    <a:pt x="184" y="330"/>
                    <a:pt x="184" y="330"/>
                    <a:pt x="184" y="330"/>
                  </a:cubicBezTo>
                  <a:cubicBezTo>
                    <a:pt x="173" y="335"/>
                    <a:pt x="161" y="339"/>
                    <a:pt x="151" y="341"/>
                  </a:cubicBezTo>
                  <a:cubicBezTo>
                    <a:pt x="140" y="343"/>
                    <a:pt x="128" y="344"/>
                    <a:pt x="114" y="344"/>
                  </a:cubicBezTo>
                  <a:cubicBezTo>
                    <a:pt x="84" y="344"/>
                    <a:pt x="63" y="337"/>
                    <a:pt x="50" y="322"/>
                  </a:cubicBezTo>
                  <a:cubicBezTo>
                    <a:pt x="37" y="308"/>
                    <a:pt x="31" y="285"/>
                    <a:pt x="31" y="255"/>
                  </a:cubicBezTo>
                  <a:cubicBezTo>
                    <a:pt x="31" y="148"/>
                    <a:pt x="31" y="148"/>
                    <a:pt x="31" y="148"/>
                  </a:cubicBezTo>
                  <a:cubicBezTo>
                    <a:pt x="0" y="148"/>
                    <a:pt x="0" y="148"/>
                    <a:pt x="0" y="148"/>
                  </a:cubicBezTo>
                  <a:cubicBezTo>
                    <a:pt x="0" y="81"/>
                    <a:pt x="0" y="81"/>
                    <a:pt x="0" y="81"/>
                  </a:cubicBezTo>
                  <a:cubicBezTo>
                    <a:pt x="31" y="81"/>
                    <a:pt x="31" y="81"/>
                    <a:pt x="31" y="81"/>
                  </a:cubicBezTo>
                  <a:cubicBezTo>
                    <a:pt x="31" y="15"/>
                    <a:pt x="31" y="15"/>
                    <a:pt x="31" y="15"/>
                  </a:cubicBezTo>
                  <a:cubicBezTo>
                    <a:pt x="119" y="0"/>
                    <a:pt x="119" y="0"/>
                    <a:pt x="119" y="0"/>
                  </a:cubicBezTo>
                  <a:cubicBezTo>
                    <a:pt x="119" y="81"/>
                    <a:pt x="119" y="81"/>
                    <a:pt x="119" y="81"/>
                  </a:cubicBezTo>
                  <a:cubicBezTo>
                    <a:pt x="174" y="81"/>
                    <a:pt x="174" y="81"/>
                    <a:pt x="174" y="81"/>
                  </a:cubicBezTo>
                  <a:cubicBezTo>
                    <a:pt x="174" y="148"/>
                    <a:pt x="174" y="148"/>
                    <a:pt x="174" y="148"/>
                  </a:cubicBezTo>
                  <a:cubicBezTo>
                    <a:pt x="119" y="148"/>
                    <a:pt x="119" y="148"/>
                    <a:pt x="119" y="148"/>
                  </a:cubicBezTo>
                  <a:cubicBezTo>
                    <a:pt x="119" y="249"/>
                    <a:pt x="119" y="249"/>
                    <a:pt x="119" y="249"/>
                  </a:cubicBezTo>
                  <a:cubicBezTo>
                    <a:pt x="119" y="266"/>
                    <a:pt x="127" y="274"/>
                    <a:pt x="142" y="274"/>
                  </a:cubicBezTo>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8" name="Freeform 13"/>
            <p:cNvSpPr>
              <a:spLocks noEditPoints="1"/>
            </p:cNvSpPr>
            <p:nvPr userDrawn="1"/>
          </p:nvSpPr>
          <p:spPr bwMode="auto">
            <a:xfrm>
              <a:off x="1965119" y="504028"/>
              <a:ext cx="245603" cy="270806"/>
            </a:xfrm>
            <a:custGeom>
              <a:avLst/>
              <a:gdLst>
                <a:gd name="T0" fmla="*/ 213 w 244"/>
                <a:gd name="T1" fmla="*/ 30 h 267"/>
                <a:gd name="T2" fmla="*/ 125 w 244"/>
                <a:gd name="T3" fmla="*/ 0 h 267"/>
                <a:gd name="T4" fmla="*/ 33 w 244"/>
                <a:gd name="T5" fmla="*/ 35 h 267"/>
                <a:gd name="T6" fmla="*/ 0 w 244"/>
                <a:gd name="T7" fmla="*/ 135 h 267"/>
                <a:gd name="T8" fmla="*/ 35 w 244"/>
                <a:gd name="T9" fmla="*/ 233 h 267"/>
                <a:gd name="T10" fmla="*/ 133 w 244"/>
                <a:gd name="T11" fmla="*/ 267 h 267"/>
                <a:gd name="T12" fmla="*/ 185 w 244"/>
                <a:gd name="T13" fmla="*/ 263 h 267"/>
                <a:gd name="T14" fmla="*/ 227 w 244"/>
                <a:gd name="T15" fmla="*/ 249 h 267"/>
                <a:gd name="T16" fmla="*/ 214 w 244"/>
                <a:gd name="T17" fmla="*/ 190 h 267"/>
                <a:gd name="T18" fmla="*/ 186 w 244"/>
                <a:gd name="T19" fmla="*/ 200 h 267"/>
                <a:gd name="T20" fmla="*/ 144 w 244"/>
                <a:gd name="T21" fmla="*/ 204 h 267"/>
                <a:gd name="T22" fmla="*/ 104 w 244"/>
                <a:gd name="T23" fmla="*/ 192 h 267"/>
                <a:gd name="T24" fmla="*/ 88 w 244"/>
                <a:gd name="T25" fmla="*/ 158 h 267"/>
                <a:gd name="T26" fmla="*/ 244 w 244"/>
                <a:gd name="T27" fmla="*/ 158 h 267"/>
                <a:gd name="T28" fmla="*/ 244 w 244"/>
                <a:gd name="T29" fmla="*/ 118 h 267"/>
                <a:gd name="T30" fmla="*/ 213 w 244"/>
                <a:gd name="T31" fmla="*/ 30 h 267"/>
                <a:gd name="T32" fmla="*/ 90 w 244"/>
                <a:gd name="T33" fmla="*/ 102 h 267"/>
                <a:gd name="T34" fmla="*/ 102 w 244"/>
                <a:gd name="T35" fmla="*/ 70 h 267"/>
                <a:gd name="T36" fmla="*/ 128 w 244"/>
                <a:gd name="T37" fmla="*/ 61 h 267"/>
                <a:gd name="T38" fmla="*/ 155 w 244"/>
                <a:gd name="T39" fmla="*/ 72 h 267"/>
                <a:gd name="T40" fmla="*/ 165 w 244"/>
                <a:gd name="T41" fmla="*/ 102 h 267"/>
                <a:gd name="T42" fmla="*/ 90 w 244"/>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4" h="267">
                  <a:moveTo>
                    <a:pt x="213" y="30"/>
                  </a:moveTo>
                  <a:cubicBezTo>
                    <a:pt x="192" y="10"/>
                    <a:pt x="163" y="0"/>
                    <a:pt x="125" y="0"/>
                  </a:cubicBezTo>
                  <a:cubicBezTo>
                    <a:pt x="85" y="0"/>
                    <a:pt x="54" y="12"/>
                    <a:pt x="33" y="35"/>
                  </a:cubicBezTo>
                  <a:cubicBezTo>
                    <a:pt x="11" y="58"/>
                    <a:pt x="0" y="92"/>
                    <a:pt x="0" y="135"/>
                  </a:cubicBezTo>
                  <a:cubicBezTo>
                    <a:pt x="0" y="178"/>
                    <a:pt x="12" y="210"/>
                    <a:pt x="35" y="233"/>
                  </a:cubicBezTo>
                  <a:cubicBezTo>
                    <a:pt x="59" y="256"/>
                    <a:pt x="91" y="267"/>
                    <a:pt x="133" y="267"/>
                  </a:cubicBezTo>
                  <a:cubicBezTo>
                    <a:pt x="153" y="267"/>
                    <a:pt x="171" y="266"/>
                    <a:pt x="185" y="263"/>
                  </a:cubicBezTo>
                  <a:cubicBezTo>
                    <a:pt x="200" y="261"/>
                    <a:pt x="214" y="256"/>
                    <a:pt x="227" y="249"/>
                  </a:cubicBezTo>
                  <a:cubicBezTo>
                    <a:pt x="214" y="190"/>
                    <a:pt x="214" y="190"/>
                    <a:pt x="214" y="190"/>
                  </a:cubicBezTo>
                  <a:cubicBezTo>
                    <a:pt x="204" y="194"/>
                    <a:pt x="195" y="197"/>
                    <a:pt x="186" y="200"/>
                  </a:cubicBezTo>
                  <a:cubicBezTo>
                    <a:pt x="173" y="202"/>
                    <a:pt x="159" y="204"/>
                    <a:pt x="144" y="204"/>
                  </a:cubicBezTo>
                  <a:cubicBezTo>
                    <a:pt x="127" y="204"/>
                    <a:pt x="114" y="200"/>
                    <a:pt x="104" y="192"/>
                  </a:cubicBezTo>
                  <a:cubicBezTo>
                    <a:pt x="94" y="183"/>
                    <a:pt x="89" y="172"/>
                    <a:pt x="88" y="158"/>
                  </a:cubicBezTo>
                  <a:cubicBezTo>
                    <a:pt x="244" y="158"/>
                    <a:pt x="244" y="158"/>
                    <a:pt x="244" y="158"/>
                  </a:cubicBezTo>
                  <a:cubicBezTo>
                    <a:pt x="244" y="118"/>
                    <a:pt x="244" y="118"/>
                    <a:pt x="244" y="118"/>
                  </a:cubicBezTo>
                  <a:cubicBezTo>
                    <a:pt x="244" y="80"/>
                    <a:pt x="234" y="51"/>
                    <a:pt x="213" y="30"/>
                  </a:cubicBezTo>
                  <a:moveTo>
                    <a:pt x="90" y="102"/>
                  </a:moveTo>
                  <a:cubicBezTo>
                    <a:pt x="91" y="87"/>
                    <a:pt x="95" y="77"/>
                    <a:pt x="102" y="70"/>
                  </a:cubicBezTo>
                  <a:cubicBezTo>
                    <a:pt x="109" y="64"/>
                    <a:pt x="118" y="61"/>
                    <a:pt x="128" y="61"/>
                  </a:cubicBezTo>
                  <a:cubicBezTo>
                    <a:pt x="139" y="61"/>
                    <a:pt x="148" y="64"/>
                    <a:pt x="155" y="72"/>
                  </a:cubicBezTo>
                  <a:cubicBezTo>
                    <a:pt x="161" y="79"/>
                    <a:pt x="165" y="89"/>
                    <a:pt x="165" y="102"/>
                  </a:cubicBezTo>
                  <a:lnTo>
                    <a:pt x="90"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sp>
          <p:nvSpPr>
            <p:cNvPr id="29" name="Freeform 14"/>
            <p:cNvSpPr>
              <a:spLocks noEditPoints="1"/>
            </p:cNvSpPr>
            <p:nvPr userDrawn="1"/>
          </p:nvSpPr>
          <p:spPr bwMode="auto">
            <a:xfrm>
              <a:off x="753721" y="504028"/>
              <a:ext cx="243757" cy="270806"/>
            </a:xfrm>
            <a:custGeom>
              <a:avLst/>
              <a:gdLst>
                <a:gd name="T0" fmla="*/ 212 w 243"/>
                <a:gd name="T1" fmla="*/ 30 h 267"/>
                <a:gd name="T2" fmla="*/ 124 w 243"/>
                <a:gd name="T3" fmla="*/ 0 h 267"/>
                <a:gd name="T4" fmla="*/ 32 w 243"/>
                <a:gd name="T5" fmla="*/ 35 h 267"/>
                <a:gd name="T6" fmla="*/ 0 w 243"/>
                <a:gd name="T7" fmla="*/ 135 h 267"/>
                <a:gd name="T8" fmla="*/ 35 w 243"/>
                <a:gd name="T9" fmla="*/ 233 h 267"/>
                <a:gd name="T10" fmla="*/ 132 w 243"/>
                <a:gd name="T11" fmla="*/ 267 h 267"/>
                <a:gd name="T12" fmla="*/ 184 w 243"/>
                <a:gd name="T13" fmla="*/ 263 h 267"/>
                <a:gd name="T14" fmla="*/ 227 w 243"/>
                <a:gd name="T15" fmla="*/ 249 h 267"/>
                <a:gd name="T16" fmla="*/ 213 w 243"/>
                <a:gd name="T17" fmla="*/ 190 h 267"/>
                <a:gd name="T18" fmla="*/ 185 w 243"/>
                <a:gd name="T19" fmla="*/ 200 h 267"/>
                <a:gd name="T20" fmla="*/ 143 w 243"/>
                <a:gd name="T21" fmla="*/ 204 h 267"/>
                <a:gd name="T22" fmla="*/ 103 w 243"/>
                <a:gd name="T23" fmla="*/ 192 h 267"/>
                <a:gd name="T24" fmla="*/ 88 w 243"/>
                <a:gd name="T25" fmla="*/ 158 h 267"/>
                <a:gd name="T26" fmla="*/ 243 w 243"/>
                <a:gd name="T27" fmla="*/ 158 h 267"/>
                <a:gd name="T28" fmla="*/ 243 w 243"/>
                <a:gd name="T29" fmla="*/ 118 h 267"/>
                <a:gd name="T30" fmla="*/ 212 w 243"/>
                <a:gd name="T31" fmla="*/ 30 h 267"/>
                <a:gd name="T32" fmla="*/ 89 w 243"/>
                <a:gd name="T33" fmla="*/ 102 h 267"/>
                <a:gd name="T34" fmla="*/ 102 w 243"/>
                <a:gd name="T35" fmla="*/ 70 h 267"/>
                <a:gd name="T36" fmla="*/ 127 w 243"/>
                <a:gd name="T37" fmla="*/ 61 h 267"/>
                <a:gd name="T38" fmla="*/ 154 w 243"/>
                <a:gd name="T39" fmla="*/ 72 h 267"/>
                <a:gd name="T40" fmla="*/ 164 w 243"/>
                <a:gd name="T41" fmla="*/ 102 h 267"/>
                <a:gd name="T42" fmla="*/ 89 w 243"/>
                <a:gd name="T43" fmla="*/ 102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243" h="267">
                  <a:moveTo>
                    <a:pt x="212" y="30"/>
                  </a:moveTo>
                  <a:cubicBezTo>
                    <a:pt x="191" y="10"/>
                    <a:pt x="162" y="0"/>
                    <a:pt x="124" y="0"/>
                  </a:cubicBezTo>
                  <a:cubicBezTo>
                    <a:pt x="84" y="0"/>
                    <a:pt x="53" y="12"/>
                    <a:pt x="32" y="35"/>
                  </a:cubicBezTo>
                  <a:cubicBezTo>
                    <a:pt x="10" y="58"/>
                    <a:pt x="0" y="92"/>
                    <a:pt x="0" y="135"/>
                  </a:cubicBezTo>
                  <a:cubicBezTo>
                    <a:pt x="0" y="178"/>
                    <a:pt x="11" y="210"/>
                    <a:pt x="35" y="233"/>
                  </a:cubicBezTo>
                  <a:cubicBezTo>
                    <a:pt x="58" y="256"/>
                    <a:pt x="90" y="267"/>
                    <a:pt x="132" y="267"/>
                  </a:cubicBezTo>
                  <a:cubicBezTo>
                    <a:pt x="153" y="267"/>
                    <a:pt x="170" y="266"/>
                    <a:pt x="184" y="263"/>
                  </a:cubicBezTo>
                  <a:cubicBezTo>
                    <a:pt x="199" y="261"/>
                    <a:pt x="213" y="256"/>
                    <a:pt x="227" y="249"/>
                  </a:cubicBezTo>
                  <a:cubicBezTo>
                    <a:pt x="213" y="190"/>
                    <a:pt x="213" y="190"/>
                    <a:pt x="213" y="190"/>
                  </a:cubicBezTo>
                  <a:cubicBezTo>
                    <a:pt x="203" y="194"/>
                    <a:pt x="194" y="197"/>
                    <a:pt x="185" y="200"/>
                  </a:cubicBezTo>
                  <a:cubicBezTo>
                    <a:pt x="172" y="202"/>
                    <a:pt x="158" y="204"/>
                    <a:pt x="143" y="204"/>
                  </a:cubicBezTo>
                  <a:cubicBezTo>
                    <a:pt x="126" y="204"/>
                    <a:pt x="113" y="200"/>
                    <a:pt x="103" y="192"/>
                  </a:cubicBezTo>
                  <a:cubicBezTo>
                    <a:pt x="93" y="183"/>
                    <a:pt x="88" y="172"/>
                    <a:pt x="88" y="158"/>
                  </a:cubicBezTo>
                  <a:cubicBezTo>
                    <a:pt x="243" y="158"/>
                    <a:pt x="243" y="158"/>
                    <a:pt x="243" y="158"/>
                  </a:cubicBezTo>
                  <a:cubicBezTo>
                    <a:pt x="243" y="118"/>
                    <a:pt x="243" y="118"/>
                    <a:pt x="243" y="118"/>
                  </a:cubicBezTo>
                  <a:cubicBezTo>
                    <a:pt x="243" y="80"/>
                    <a:pt x="233" y="51"/>
                    <a:pt x="212" y="30"/>
                  </a:cubicBezTo>
                  <a:moveTo>
                    <a:pt x="89" y="102"/>
                  </a:moveTo>
                  <a:cubicBezTo>
                    <a:pt x="91" y="87"/>
                    <a:pt x="95" y="77"/>
                    <a:pt x="102" y="70"/>
                  </a:cubicBezTo>
                  <a:cubicBezTo>
                    <a:pt x="108" y="64"/>
                    <a:pt x="117" y="61"/>
                    <a:pt x="127" y="61"/>
                  </a:cubicBezTo>
                  <a:cubicBezTo>
                    <a:pt x="138" y="61"/>
                    <a:pt x="147" y="64"/>
                    <a:pt x="154" y="72"/>
                  </a:cubicBezTo>
                  <a:cubicBezTo>
                    <a:pt x="160" y="79"/>
                    <a:pt x="164" y="89"/>
                    <a:pt x="164" y="102"/>
                  </a:cubicBezTo>
                  <a:lnTo>
                    <a:pt x="89" y="102"/>
                  </a:lnTo>
                  <a:close/>
                </a:path>
              </a:pathLst>
            </a:custGeom>
            <a:solidFill>
              <a:srgbClr val="000000"/>
            </a:solidFill>
            <a:ln>
              <a:noFill/>
            </a:ln>
          </p:spPr>
          <p:txBody>
            <a:bodyPr vert="horz" wrap="square" lIns="91440" tIns="45720" rIns="91440" bIns="45720" numCol="1" anchor="t" anchorCtr="0" compatLnSpc="1">
              <a:prstTxWarp prst="textNoShape">
                <a:avLst/>
              </a:prstTxWarp>
            </a:bodyPr>
            <a:lstStyle/>
            <a:p>
              <a:endParaRPr lang="en-US" sz="2341" noProof="0">
                <a:solidFill>
                  <a:schemeClr val="bg1"/>
                </a:solidFill>
              </a:endParaRPr>
            </a:p>
          </p:txBody>
        </p:sp>
      </p:grpSp>
    </p:spTree>
    <p:extLst>
      <p:ext uri="{BB962C8B-B14F-4D97-AF65-F5344CB8AC3E}">
        <p14:creationId xmlns:p14="http://schemas.microsoft.com/office/powerpoint/2010/main" val="3833853643"/>
      </p:ext>
    </p:extLst>
  </p:cSld>
  <p:clrMapOvr>
    <a:masterClrMapping/>
  </p:clrMapOvr>
  <p:transition>
    <p:fade/>
  </p:transition>
  <p:extLst>
    <p:ext uri="{DCECCB84-F9BA-43D5-87BE-67443E8EF086}">
      <p15:sldGuideLst xmlns:p15="http://schemas.microsoft.com/office/powerpoint/2012/main">
        <p15:guide id="1" orient="horz" pos="4508">
          <p15:clr>
            <a:srgbClr val="FBAE40"/>
          </p15:clr>
        </p15:guide>
      </p15:sldGuideLst>
    </p:ext>
  </p:extLst>
</p:sldLayout>
</file>

<file path=ppt/slideLayouts/slideLayout139.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green">
    <p:bg bwMode="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5" name="TextBox 4"/>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7" name="TextBox 6"/>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8" name="TextBox 7"/>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63793446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green">
    <p:bg bwMode="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3" y="3429003"/>
            <a:ext cx="10544066"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577572869"/>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ue">
    <p:bg bwMode="gray">
      <p:bgPr>
        <a:solidFill>
          <a:schemeClr val="accent3"/>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441103505"/>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dark blue">
    <p:bg bwMode="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43069008"/>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1_Divider - Deloitte black">
    <p:bg bwMode="gray">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gray">
          <a:xfrm>
            <a:off x="501651" y="1705672"/>
            <a:ext cx="10541000" cy="1592403"/>
          </a:xfrm>
        </p:spPr>
        <p:txBody>
          <a:bodyPr anchor="b"/>
          <a:lstStyle>
            <a:lvl1pPr>
              <a:lnSpc>
                <a:spcPct val="95000"/>
              </a:lnSpc>
              <a:defRPr sz="4448" b="1">
                <a:solidFill>
                  <a:schemeClr val="bg1"/>
                </a:solidFill>
                <a:latin typeface="+mj-lt"/>
                <a:ea typeface="Open Sans" panose="020B0606030504020204" pitchFamily="34" charset="0"/>
                <a:cs typeface="Open Sans" panose="020B0606030504020204" pitchFamily="34" charset="0"/>
              </a:defRPr>
            </a:lvl1pPr>
          </a:lstStyle>
          <a:p>
            <a:r>
              <a:rPr lang="en-US" noProof="0"/>
              <a:t>Click to edit Master title style</a:t>
            </a:r>
          </a:p>
        </p:txBody>
      </p:sp>
      <p:sp>
        <p:nvSpPr>
          <p:cNvPr id="3" name="Text Placeholder 2"/>
          <p:cNvSpPr>
            <a:spLocks noGrp="1"/>
          </p:cNvSpPr>
          <p:nvPr>
            <p:ph type="body" idx="1"/>
          </p:nvPr>
        </p:nvSpPr>
        <p:spPr bwMode="gray">
          <a:xfrm>
            <a:off x="501651" y="3429003"/>
            <a:ext cx="10541000" cy="1566532"/>
          </a:xfrm>
        </p:spPr>
        <p:txBody>
          <a:bodyPr lIns="0" tIns="0" rIns="0" bIns="0">
            <a:noAutofit/>
          </a:bodyPr>
          <a:lstStyle>
            <a:lvl1pPr marL="0" indent="0">
              <a:lnSpc>
                <a:spcPct val="95000"/>
              </a:lnSpc>
              <a:spcAft>
                <a:spcPts val="0"/>
              </a:spcAft>
              <a:buNone/>
              <a:defRPr sz="4448">
                <a:solidFill>
                  <a:schemeClr val="bg1"/>
                </a:solidFill>
              </a:defRPr>
            </a:lvl1pPr>
            <a:lvl2pPr marL="575077" indent="0">
              <a:buNone/>
              <a:defRPr sz="2516">
                <a:solidFill>
                  <a:schemeClr val="tx1">
                    <a:tint val="75000"/>
                  </a:schemeClr>
                </a:solidFill>
              </a:defRPr>
            </a:lvl2pPr>
            <a:lvl3pPr marL="1150154" indent="0">
              <a:buNone/>
              <a:defRPr sz="2264">
                <a:solidFill>
                  <a:schemeClr val="tx1">
                    <a:tint val="75000"/>
                  </a:schemeClr>
                </a:solidFill>
              </a:defRPr>
            </a:lvl3pPr>
            <a:lvl4pPr marL="1725231" indent="0">
              <a:buNone/>
              <a:defRPr sz="2012">
                <a:solidFill>
                  <a:schemeClr val="tx1">
                    <a:tint val="75000"/>
                  </a:schemeClr>
                </a:solidFill>
              </a:defRPr>
            </a:lvl4pPr>
            <a:lvl5pPr marL="2300309" indent="0">
              <a:buNone/>
              <a:defRPr sz="2012">
                <a:solidFill>
                  <a:schemeClr val="tx1">
                    <a:tint val="75000"/>
                  </a:schemeClr>
                </a:solidFill>
              </a:defRPr>
            </a:lvl5pPr>
            <a:lvl6pPr marL="2875386" indent="0">
              <a:buNone/>
              <a:defRPr sz="2012">
                <a:solidFill>
                  <a:schemeClr val="tx1">
                    <a:tint val="75000"/>
                  </a:schemeClr>
                </a:solidFill>
              </a:defRPr>
            </a:lvl6pPr>
            <a:lvl7pPr marL="3450463" indent="0">
              <a:buNone/>
              <a:defRPr sz="2012">
                <a:solidFill>
                  <a:schemeClr val="tx1">
                    <a:tint val="75000"/>
                  </a:schemeClr>
                </a:solidFill>
              </a:defRPr>
            </a:lvl7pPr>
            <a:lvl8pPr marL="4025540" indent="0">
              <a:buNone/>
              <a:defRPr sz="2012">
                <a:solidFill>
                  <a:schemeClr val="tx1">
                    <a:tint val="75000"/>
                  </a:schemeClr>
                </a:solidFill>
              </a:defRPr>
            </a:lvl8pPr>
            <a:lvl9pPr marL="4600616" indent="0">
              <a:buNone/>
              <a:defRPr sz="2012">
                <a:solidFill>
                  <a:schemeClr val="tx1">
                    <a:tint val="75000"/>
                  </a:schemeClr>
                </a:solidFill>
              </a:defRPr>
            </a:lvl9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597574527"/>
      </p:ext>
    </p:extLst>
  </p:cSld>
  <p:clrMapOvr>
    <a:masterClrMapping/>
  </p:clrMapOvr>
  <p:transition>
    <p:fade/>
  </p:transition>
  <p:extLst>
    <p:ext uri="{DCECCB84-F9BA-43D5-87BE-67443E8EF086}">
      <p15:sldGuideLst xmlns:p15="http://schemas.microsoft.com/office/powerpoint/2012/main">
        <p15:guide id="1" orient="horz" pos="2382">
          <p15:clr>
            <a:srgbClr val="FBAE40"/>
          </p15:clr>
        </p15:guide>
      </p15:sldGuideLst>
    </p:ext>
  </p:extLs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green">
    <p:bg>
      <p:bgPr>
        <a:solidFill>
          <a:schemeClr val="accent2"/>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1628777"/>
            <a:ext cx="915237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885351921"/>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1_Key statement dark blue">
    <p:bg>
      <p:bgPr>
        <a:solidFill>
          <a:schemeClr val="accent4"/>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7203"/>
            <a:ext cx="9277350" cy="4759584"/>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389699597"/>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1_Key statement teal">
    <p:bg>
      <p:bgPr>
        <a:solidFill>
          <a:schemeClr val="accent5"/>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033301480"/>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1_Key statement black">
    <p:bg>
      <p:bgPr>
        <a:solidFill>
          <a:schemeClr val="tx1"/>
        </a:solidFill>
        <a:effectLst/>
      </p:bgPr>
    </p:bg>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2" y="1628777"/>
            <a:ext cx="9277350" cy="4752975"/>
          </a:xfrm>
          <a:prstGeom prst="rect">
            <a:avLst/>
          </a:prstGeom>
        </p:spPr>
        <p:txBody>
          <a:bodyPr>
            <a:noAutofit/>
          </a:bodyPr>
          <a:lstStyle>
            <a:lvl1pPr>
              <a:spcBef>
                <a:spcPts val="4528"/>
              </a:spcBef>
              <a:defRPr sz="3421">
                <a:solidFill>
                  <a:schemeClr val="bg1"/>
                </a:solidFill>
              </a:defRPr>
            </a:lvl1pPr>
            <a:lvl2pPr marL="575077" indent="-575077">
              <a:defRPr sz="3773">
                <a:solidFill>
                  <a:schemeClr val="bg2"/>
                </a:solidFill>
              </a:defRPr>
            </a:lvl2pPr>
            <a:lvl3pPr>
              <a:defRPr sz="3773">
                <a:solidFill>
                  <a:schemeClr val="bg2"/>
                </a:solidFill>
              </a:defRPr>
            </a:lvl3pPr>
            <a:lvl4pPr>
              <a:defRPr sz="3773">
                <a:solidFill>
                  <a:schemeClr val="bg2"/>
                </a:solidFill>
              </a:defRPr>
            </a:lvl4pPr>
            <a:lvl5pPr>
              <a:defRPr sz="3773">
                <a:solidFill>
                  <a:schemeClr val="bg2"/>
                </a:solidFill>
              </a:defRPr>
            </a:lvl5pPr>
          </a:lstStyle>
          <a:p>
            <a:pPr lvl="0"/>
            <a:r>
              <a:rPr lang="en-US" noProof="0"/>
              <a:t>Click to edit Master text styles</a:t>
            </a:r>
          </a:p>
        </p:txBody>
      </p:sp>
      <p:sp>
        <p:nvSpPr>
          <p:cNvPr id="10" name="TextBox 9"/>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1" name="TextBox 10"/>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2" name="TextBox 11"/>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1349958213"/>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preserve="1" userDrawn="1">
  <p:cSld name="1_Title, subtitle &amp; 1 column text">
    <p:spTree>
      <p:nvGrpSpPr>
        <p:cNvPr id="1" name=""/>
        <p:cNvGrpSpPr/>
        <p:nvPr/>
      </p:nvGrpSpPr>
      <p:grpSpPr>
        <a:xfrm>
          <a:off x="0" y="0"/>
          <a:ext cx="0" cy="0"/>
          <a:chOff x="0" y="0"/>
          <a:chExt cx="0" cy="0"/>
        </a:xfrm>
      </p:grpSpPr>
      <p:sp>
        <p:nvSpPr>
          <p:cNvPr id="9"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4" name="Title Placeholder 1"/>
          <p:cNvSpPr>
            <a:spLocks noGrp="1"/>
          </p:cNvSpPr>
          <p:nvPr>
            <p:ph type="title"/>
          </p:nvPr>
        </p:nvSpPr>
        <p:spPr>
          <a:xfrm>
            <a:off x="501652" y="317502"/>
            <a:ext cx="11162350" cy="334101"/>
          </a:xfrm>
          <a:prstGeom prst="rect">
            <a:avLst/>
          </a:prstGeom>
        </p:spPr>
        <p:txBody>
          <a:bodyPr vert="horz" lIns="0" tIns="0" rIns="0" bIns="0" rtlCol="0" anchor="t" anchorCtr="0">
            <a:noAutofit/>
          </a:bodyPr>
          <a:lstStyle>
            <a:lvl1pPr>
              <a:defRPr/>
            </a:lvl1pPr>
          </a:lstStyle>
          <a:p>
            <a:r>
              <a:rPr lang="en-US" noProof="0"/>
              <a:t>Click to edit Master title style</a:t>
            </a:r>
          </a:p>
        </p:txBody>
      </p:sp>
      <p:sp>
        <p:nvSpPr>
          <p:cNvPr id="8" name="Text Placeholder 18"/>
          <p:cNvSpPr>
            <a:spLocks noGrp="1"/>
          </p:cNvSpPr>
          <p:nvPr>
            <p:ph idx="1"/>
          </p:nvPr>
        </p:nvSpPr>
        <p:spPr>
          <a:xfrm>
            <a:off x="498584" y="1143708"/>
            <a:ext cx="11165416" cy="4713911"/>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1378212652"/>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preserve="1" userDrawn="1">
  <p:cSld name="1_Team profile 2">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0"/>
            <a:ext cx="11188699" cy="334100"/>
          </a:xfrm>
        </p:spPr>
        <p:txBody>
          <a:bodyPr/>
          <a:lstStyle/>
          <a:p>
            <a:r>
              <a:rPr lang="en-US" noProof="0"/>
              <a:t>Click to edit Master title style</a:t>
            </a:r>
          </a:p>
        </p:txBody>
      </p:sp>
      <p:sp>
        <p:nvSpPr>
          <p:cNvPr id="4" name="Rectangle 3"/>
          <p:cNvSpPr/>
          <p:nvPr userDrawn="1"/>
        </p:nvSpPr>
        <p:spPr>
          <a:xfrm>
            <a:off x="504002" y="1707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6224086" y="1700216"/>
            <a:ext cx="5475066" cy="609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504002" y="4065173"/>
            <a:ext cx="5496000"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Rectangle 6"/>
          <p:cNvSpPr/>
          <p:nvPr userDrawn="1"/>
        </p:nvSpPr>
        <p:spPr>
          <a:xfrm>
            <a:off x="6224086" y="4065173"/>
            <a:ext cx="547506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8" name="Picture Placeholder 11"/>
          <p:cNvSpPr>
            <a:spLocks noGrp="1"/>
          </p:cNvSpPr>
          <p:nvPr>
            <p:ph type="pic" sz="quarter" idx="25"/>
          </p:nvPr>
        </p:nvSpPr>
        <p:spPr>
          <a:xfrm>
            <a:off x="504002" y="1880213"/>
            <a:ext cx="1968000" cy="1476000"/>
          </a:xfrm>
        </p:spPr>
        <p:txBody>
          <a:bodyPr/>
          <a:lstStyle>
            <a:lvl1pPr algn="ctr">
              <a:defRPr/>
            </a:lvl1pPr>
          </a:lstStyle>
          <a:p>
            <a:r>
              <a:rPr lang="en-US" noProof="0"/>
              <a:t>Click icon to add picture</a:t>
            </a:r>
          </a:p>
        </p:txBody>
      </p:sp>
      <p:sp>
        <p:nvSpPr>
          <p:cNvPr id="9" name="Picture Placeholder 11"/>
          <p:cNvSpPr>
            <a:spLocks noGrp="1"/>
          </p:cNvSpPr>
          <p:nvPr>
            <p:ph type="pic" sz="quarter" idx="27"/>
          </p:nvPr>
        </p:nvSpPr>
        <p:spPr>
          <a:xfrm>
            <a:off x="6224088" y="1880213"/>
            <a:ext cx="1968000" cy="1476000"/>
          </a:xfrm>
        </p:spPr>
        <p:txBody>
          <a:bodyPr/>
          <a:lstStyle>
            <a:lvl1pPr algn="ctr">
              <a:defRPr/>
            </a:lvl1pPr>
          </a:lstStyle>
          <a:p>
            <a:r>
              <a:rPr lang="en-US" noProof="0"/>
              <a:t>Click icon to add picture</a:t>
            </a:r>
          </a:p>
        </p:txBody>
      </p:sp>
      <p:sp>
        <p:nvSpPr>
          <p:cNvPr id="10" name="Picture Placeholder 11"/>
          <p:cNvSpPr>
            <a:spLocks noGrp="1"/>
          </p:cNvSpPr>
          <p:nvPr>
            <p:ph type="pic" sz="quarter" idx="29"/>
          </p:nvPr>
        </p:nvSpPr>
        <p:spPr>
          <a:xfrm>
            <a:off x="504002" y="4256213"/>
            <a:ext cx="1968000" cy="1476000"/>
          </a:xfrm>
        </p:spPr>
        <p:txBody>
          <a:bodyPr/>
          <a:lstStyle>
            <a:lvl1pPr algn="ctr">
              <a:defRPr/>
            </a:lvl1pPr>
          </a:lstStyle>
          <a:p>
            <a:r>
              <a:rPr lang="en-US" noProof="0"/>
              <a:t>Click icon to add picture</a:t>
            </a:r>
          </a:p>
        </p:txBody>
      </p:sp>
      <p:sp>
        <p:nvSpPr>
          <p:cNvPr id="11" name="Picture Placeholder 11"/>
          <p:cNvSpPr>
            <a:spLocks noGrp="1"/>
          </p:cNvSpPr>
          <p:nvPr>
            <p:ph type="pic" sz="quarter" idx="31"/>
          </p:nvPr>
        </p:nvSpPr>
        <p:spPr>
          <a:xfrm>
            <a:off x="6224088" y="4256213"/>
            <a:ext cx="1968000" cy="1476000"/>
          </a:xfrm>
        </p:spPr>
        <p:txBody>
          <a:bodyPr/>
          <a:lstStyle>
            <a:lvl1pPr algn="ctr">
              <a:defRPr/>
            </a:lvl1pPr>
          </a:lstStyle>
          <a:p>
            <a:r>
              <a:rPr lang="en-US" noProof="0"/>
              <a:t>Click icon to add picture</a:t>
            </a:r>
          </a:p>
        </p:txBody>
      </p:sp>
      <p:sp>
        <p:nvSpPr>
          <p:cNvPr id="13" name="Text Placeholder 12"/>
          <p:cNvSpPr>
            <a:spLocks noGrp="1"/>
          </p:cNvSpPr>
          <p:nvPr>
            <p:ph type="body" sz="quarter" idx="32"/>
          </p:nvPr>
        </p:nvSpPr>
        <p:spPr>
          <a:xfrm>
            <a:off x="2683484" y="1880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4" name="Text Placeholder 12"/>
          <p:cNvSpPr>
            <a:spLocks noGrp="1"/>
          </p:cNvSpPr>
          <p:nvPr>
            <p:ph type="body" sz="quarter" idx="33"/>
          </p:nvPr>
        </p:nvSpPr>
        <p:spPr>
          <a:xfrm>
            <a:off x="8396563" y="1880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5" name="Text Placeholder 12"/>
          <p:cNvSpPr>
            <a:spLocks noGrp="1"/>
          </p:cNvSpPr>
          <p:nvPr>
            <p:ph type="body" sz="quarter" idx="34"/>
          </p:nvPr>
        </p:nvSpPr>
        <p:spPr>
          <a:xfrm>
            <a:off x="2683484" y="4256213"/>
            <a:ext cx="3288000"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6" name="Text Placeholder 12"/>
          <p:cNvSpPr>
            <a:spLocks noGrp="1"/>
          </p:cNvSpPr>
          <p:nvPr>
            <p:ph type="body" sz="quarter" idx="35"/>
          </p:nvPr>
        </p:nvSpPr>
        <p:spPr>
          <a:xfrm>
            <a:off x="8396563" y="4256213"/>
            <a:ext cx="3302591" cy="1944000"/>
          </a:xfrm>
        </p:spPr>
        <p:txBody>
          <a:bodyPr/>
          <a:lstStyle>
            <a:lvl1pPr>
              <a:spcAft>
                <a:spcPts val="0"/>
              </a:spcAft>
              <a:defRPr b="1"/>
            </a:lvl1pPr>
            <a:lvl2pPr>
              <a:spcAft>
                <a:spcPts val="0"/>
              </a:spcAft>
              <a:defRPr b="0"/>
            </a:lvl2pPr>
          </a:lstStyle>
          <a:p>
            <a:pPr lvl="0"/>
            <a:r>
              <a:rPr lang="en-US" noProof="0"/>
              <a:t>Click to edit Master text styles</a:t>
            </a:r>
          </a:p>
          <a:p>
            <a:pPr lvl="1"/>
            <a:r>
              <a:rPr lang="en-US" noProof="0"/>
              <a:t>Second level</a:t>
            </a:r>
          </a:p>
        </p:txBody>
      </p:sp>
      <p:sp>
        <p:nvSpPr>
          <p:cNvPr id="17"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75345118"/>
      </p:ext>
    </p:extLst>
  </p:cSld>
  <p:clrMapOvr>
    <a:masterClrMapping/>
  </p:clrMapOvr>
  <p:transition>
    <p:fade/>
  </p:transition>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userDrawn="1">
  <p:cSld name="1_Qualifications 2 x 1">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2" y="185789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44156"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6"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88699"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035083760"/>
      </p:ext>
    </p:extLst>
  </p:cSld>
  <p:clrMapOvr>
    <a:masterClrMapping/>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1_Qualifications 2 x 2">
    <p:spTree>
      <p:nvGrpSpPr>
        <p:cNvPr id="1" name=""/>
        <p:cNvGrpSpPr/>
        <p:nvPr/>
      </p:nvGrpSpPr>
      <p:grpSpPr>
        <a:xfrm>
          <a:off x="0" y="0"/>
          <a:ext cx="0" cy="0"/>
          <a:chOff x="0" y="0"/>
          <a:chExt cx="0" cy="0"/>
        </a:xfrm>
      </p:grpSpPr>
      <p:sp>
        <p:nvSpPr>
          <p:cNvPr id="8" name="Text Placeholder 8"/>
          <p:cNvSpPr>
            <a:spLocks noGrp="1"/>
          </p:cNvSpPr>
          <p:nvPr>
            <p:ph type="body" sz="quarter" idx="17"/>
          </p:nvPr>
        </p:nvSpPr>
        <p:spPr>
          <a:xfrm>
            <a:off x="504000" y="1857895"/>
            <a:ext cx="5468941"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21"/>
          </p:nvPr>
        </p:nvSpPr>
        <p:spPr>
          <a:xfrm>
            <a:off x="6246195" y="1857895"/>
            <a:ext cx="545466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504002" y="1705378"/>
            <a:ext cx="5466824"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5" name="Rectangle 4"/>
          <p:cNvSpPr/>
          <p:nvPr userDrawn="1"/>
        </p:nvSpPr>
        <p:spPr>
          <a:xfrm>
            <a:off x="6246195" y="1705378"/>
            <a:ext cx="5452958" cy="530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7" name="Picture Placeholder 29"/>
          <p:cNvSpPr>
            <a:spLocks noGrp="1"/>
          </p:cNvSpPr>
          <p:nvPr>
            <p:ph type="pic" sz="quarter" idx="20" hasCustomPrompt="1"/>
          </p:nvPr>
        </p:nvSpPr>
        <p:spPr>
          <a:xfrm>
            <a:off x="10424619" y="1857893"/>
            <a:ext cx="1244161"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0" name="Text Placeholder 8"/>
          <p:cNvSpPr>
            <a:spLocks noGrp="1"/>
          </p:cNvSpPr>
          <p:nvPr>
            <p:ph type="body" sz="quarter" idx="22"/>
          </p:nvPr>
        </p:nvSpPr>
        <p:spPr>
          <a:xfrm>
            <a:off x="504002" y="4249685"/>
            <a:ext cx="5466824"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1" name="Text Placeholder 8"/>
          <p:cNvSpPr>
            <a:spLocks noGrp="1"/>
          </p:cNvSpPr>
          <p:nvPr>
            <p:ph type="body" sz="quarter" idx="23"/>
          </p:nvPr>
        </p:nvSpPr>
        <p:spPr>
          <a:xfrm>
            <a:off x="6246196" y="4249685"/>
            <a:ext cx="5452958" cy="1695450"/>
          </a:xfrm>
        </p:spPr>
        <p:txBody>
          <a:bodyPr/>
          <a:lstStyle>
            <a:lvl1pPr>
              <a:spcAft>
                <a:spcPts val="1258"/>
              </a:spcAft>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2" name="Rectangle 11"/>
          <p:cNvSpPr/>
          <p:nvPr userDrawn="1"/>
        </p:nvSpPr>
        <p:spPr>
          <a:xfrm>
            <a:off x="504001" y="4103518"/>
            <a:ext cx="5468942"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3" name="Rectangle 12"/>
          <p:cNvSpPr/>
          <p:nvPr userDrawn="1"/>
        </p:nvSpPr>
        <p:spPr>
          <a:xfrm>
            <a:off x="6246196" y="4103518"/>
            <a:ext cx="5444716"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spcAft>
                <a:spcPts val="1258"/>
              </a:spcAft>
            </a:pPr>
            <a:endParaRPr lang="en-US" sz="1384" noProof="0">
              <a:solidFill>
                <a:schemeClr val="bg1"/>
              </a:solidFill>
            </a:endParaRPr>
          </a:p>
        </p:txBody>
      </p:sp>
      <p:sp>
        <p:nvSpPr>
          <p:cNvPr id="14" name="Picture Placeholder 29"/>
          <p:cNvSpPr>
            <a:spLocks noGrp="1"/>
          </p:cNvSpPr>
          <p:nvPr>
            <p:ph type="pic" sz="quarter" idx="24" hasCustomPrompt="1"/>
          </p:nvPr>
        </p:nvSpPr>
        <p:spPr>
          <a:xfrm>
            <a:off x="4754495" y="4255707"/>
            <a:ext cx="1239382"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5" name="Picture Placeholder 29"/>
          <p:cNvSpPr>
            <a:spLocks noGrp="1"/>
          </p:cNvSpPr>
          <p:nvPr>
            <p:ph type="pic" sz="quarter" idx="25" hasCustomPrompt="1"/>
          </p:nvPr>
        </p:nvSpPr>
        <p:spPr>
          <a:xfrm>
            <a:off x="10424617" y="4249683"/>
            <a:ext cx="1244160"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
        <p:nvSpPr>
          <p:cNvPr id="16" name="Text Placeholder 8"/>
          <p:cNvSpPr>
            <a:spLocks noGrp="1"/>
          </p:cNvSpPr>
          <p:nvPr>
            <p:ph type="body" sz="quarter" idx="13" hasCustomPrompt="1"/>
          </p:nvPr>
        </p:nvSpPr>
        <p:spPr>
          <a:xfrm>
            <a:off x="501651" y="651601"/>
            <a:ext cx="11197501"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
        <p:nvSpPr>
          <p:cNvPr id="17" name="Picture Placeholder 29"/>
          <p:cNvSpPr>
            <a:spLocks noGrp="1"/>
          </p:cNvSpPr>
          <p:nvPr>
            <p:ph type="pic" sz="quarter" idx="19" hasCustomPrompt="1"/>
          </p:nvPr>
        </p:nvSpPr>
        <p:spPr>
          <a:xfrm>
            <a:off x="4769494" y="1863917"/>
            <a:ext cx="1210206" cy="549275"/>
          </a:xfrm>
        </p:spPr>
        <p:txBody>
          <a:bodyPr/>
          <a:lstStyle>
            <a:lvl1pPr marL="0" marR="0" indent="0" algn="l" defTabSz="1150154" rtl="0" eaLnBrk="1" fontAlgn="auto" latinLnBrk="0" hangingPunct="1">
              <a:lnSpc>
                <a:spcPct val="100000"/>
              </a:lnSpc>
              <a:spcBef>
                <a:spcPts val="0"/>
              </a:spcBef>
              <a:spcAft>
                <a:spcPts val="1258"/>
              </a:spcAft>
              <a:buClrTx/>
              <a:buSzTx/>
              <a:buFont typeface="Arial" panose="020B0604020202020204" pitchFamily="34" charset="0"/>
              <a:buNone/>
              <a:tabLst/>
              <a:defRPr sz="1133"/>
            </a:lvl1pPr>
          </a:lstStyle>
          <a:p>
            <a:pPr>
              <a:spcBef>
                <a:spcPct val="0"/>
              </a:spcBef>
            </a:pPr>
            <a:r>
              <a:rPr lang="en-US" sz="1509" noProof="0">
                <a:solidFill>
                  <a:schemeClr val="bg1"/>
                </a:solidFill>
              </a:rPr>
              <a:t>Co-brand</a:t>
            </a:r>
            <a:br>
              <a:rPr lang="en-US" sz="1509" noProof="0">
                <a:solidFill>
                  <a:schemeClr val="bg1"/>
                </a:solidFill>
              </a:rPr>
            </a:br>
            <a:r>
              <a:rPr lang="en-US" sz="1509" noProof="0">
                <a:solidFill>
                  <a:schemeClr val="bg1"/>
                </a:solidFill>
              </a:rPr>
              <a:t>Logo</a:t>
            </a:r>
          </a:p>
          <a:p>
            <a:endParaRPr lang="en-US" noProof="0"/>
          </a:p>
        </p:txBody>
      </p:sp>
    </p:spTree>
    <p:extLst>
      <p:ext uri="{BB962C8B-B14F-4D97-AF65-F5344CB8AC3E}">
        <p14:creationId xmlns:p14="http://schemas.microsoft.com/office/powerpoint/2010/main" val="2434363293"/>
      </p:ext>
    </p:extLst>
  </p:cSld>
  <p:clrMapOvr>
    <a:masterClrMapping/>
  </p:clrMapOvr>
  <p:transition>
    <p:fade/>
  </p:transition>
</p:sldLayout>
</file>

<file path=ppt/slideLayouts/slideLayout152.xml><?xml version="1.0" encoding="utf-8"?>
<p:sldLayout xmlns:a="http://schemas.openxmlformats.org/drawingml/2006/main" xmlns:r="http://schemas.openxmlformats.org/officeDocument/2006/relationships" xmlns:p="http://schemas.openxmlformats.org/presentationml/2006/main" preserve="1" userDrawn="1">
  <p:cSld name="1_3 column green line">
    <p:spTree>
      <p:nvGrpSpPr>
        <p:cNvPr id="1" name=""/>
        <p:cNvGrpSpPr/>
        <p:nvPr/>
      </p:nvGrpSpPr>
      <p:grpSpPr>
        <a:xfrm>
          <a:off x="0" y="0"/>
          <a:ext cx="0" cy="0"/>
          <a:chOff x="0" y="0"/>
          <a:chExt cx="0" cy="0"/>
        </a:xfrm>
      </p:grpSpPr>
      <p:sp>
        <p:nvSpPr>
          <p:cNvPr id="2" name="Title 1"/>
          <p:cNvSpPr>
            <a:spLocks noGrp="1"/>
          </p:cNvSpPr>
          <p:nvPr>
            <p:ph type="title"/>
          </p:nvPr>
        </p:nvSpPr>
        <p:spPr>
          <a:xfrm>
            <a:off x="501651" y="317505"/>
            <a:ext cx="11188699" cy="334099"/>
          </a:xfrm>
        </p:spPr>
        <p:txBody>
          <a:bodyPr/>
          <a:lstStyle/>
          <a:p>
            <a:r>
              <a:rPr lang="en-US" noProof="0"/>
              <a:t>Click to edit Master title style</a:t>
            </a:r>
          </a:p>
        </p:txBody>
      </p:sp>
      <p:sp>
        <p:nvSpPr>
          <p:cNvPr id="4" name="Rectangle 3"/>
          <p:cNvSpPr/>
          <p:nvPr userDrawn="1"/>
        </p:nvSpPr>
        <p:spPr>
          <a:xfrm>
            <a:off x="4320001" y="1705968"/>
            <a:ext cx="3556117"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5" name="Rectangle 4"/>
          <p:cNvSpPr/>
          <p:nvPr userDrawn="1"/>
        </p:nvSpPr>
        <p:spPr>
          <a:xfrm>
            <a:off x="504000" y="1700214"/>
            <a:ext cx="3560000" cy="5975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6" name="Rectangle 5"/>
          <p:cNvSpPr/>
          <p:nvPr userDrawn="1"/>
        </p:nvSpPr>
        <p:spPr>
          <a:xfrm>
            <a:off x="8115300" y="1705968"/>
            <a:ext cx="3583853" cy="5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US" sz="1384" noProof="0">
              <a:solidFill>
                <a:schemeClr val="bg1"/>
              </a:solidFill>
            </a:endParaRPr>
          </a:p>
        </p:txBody>
      </p:sp>
      <p:sp>
        <p:nvSpPr>
          <p:cNvPr id="7" name="Text Placeholder 8"/>
          <p:cNvSpPr>
            <a:spLocks noGrp="1"/>
          </p:cNvSpPr>
          <p:nvPr>
            <p:ph type="body" sz="quarter" idx="17"/>
          </p:nvPr>
        </p:nvSpPr>
        <p:spPr>
          <a:xfrm>
            <a:off x="4325712" y="1851441"/>
            <a:ext cx="3540577"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8"/>
          </p:nvPr>
        </p:nvSpPr>
        <p:spPr>
          <a:xfrm>
            <a:off x="504000" y="1851441"/>
            <a:ext cx="3560000"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Text Placeholder 8"/>
          <p:cNvSpPr>
            <a:spLocks noGrp="1"/>
          </p:cNvSpPr>
          <p:nvPr>
            <p:ph type="body" sz="quarter" idx="19"/>
          </p:nvPr>
        </p:nvSpPr>
        <p:spPr>
          <a:xfrm>
            <a:off x="8128001" y="1851441"/>
            <a:ext cx="3571153" cy="3845754"/>
          </a:xfrm>
        </p:spPr>
        <p:txBody>
          <a:bodyPr/>
          <a:lstStyle>
            <a:lvl1pPr>
              <a:defRPr b="1">
                <a:solidFill>
                  <a:schemeClr val="accent1"/>
                </a:solidFill>
              </a:defRPr>
            </a:lvl1pPr>
            <a:lvl2pPr>
              <a:spcAft>
                <a:spcPts val="1258"/>
              </a:spcAft>
              <a:defRPr/>
            </a:lvl2pPr>
            <a:lvl3pPr marL="0" indent="0">
              <a:spcAft>
                <a:spcPts val="1258"/>
              </a:spcAft>
              <a:buNone/>
              <a:defRPr/>
            </a:lvl3pPr>
            <a:lvl4pPr marL="221880" indent="-221880">
              <a:spcAft>
                <a:spcPts val="1258"/>
              </a:spcAft>
              <a:buFont typeface="Arial" panose="020B0604020202020204" pitchFamily="34" charset="0"/>
              <a:buChar char="•"/>
              <a:defRPr/>
            </a:lvl4pPr>
            <a:lvl5pPr marL="448288" indent="-221880">
              <a:spcAft>
                <a:spcPts val="1258"/>
              </a:spcAft>
              <a:defRPr baseline="0"/>
            </a:lvl5pPr>
            <a:lvl6pPr marL="448288" indent="-221880">
              <a:spcAft>
                <a:spcPts val="1258"/>
              </a:spcAft>
              <a:buFont typeface="Verdana" panose="020B0604030504040204" pitchFamily="34" charset="0"/>
              <a:buChar char="−"/>
              <a:defRPr/>
            </a:lvl6pPr>
            <a:lvl7pPr marL="448288" indent="-221880">
              <a:spcAft>
                <a:spcPts val="1258"/>
              </a:spcAft>
              <a:defRPr/>
            </a:lvl7pPr>
            <a:lvl8pPr marL="448288" indent="-221880">
              <a:spcAft>
                <a:spcPts val="1258"/>
              </a:spcAft>
              <a:defRPr/>
            </a:lvl8pPr>
            <a:lvl9pPr marL="448288" indent="-221880">
              <a:spcAft>
                <a:spcPts val="1258"/>
              </a:spcAft>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0" name="Text Placeholder 8"/>
          <p:cNvSpPr>
            <a:spLocks noGrp="1"/>
          </p:cNvSpPr>
          <p:nvPr>
            <p:ph type="body" sz="quarter" idx="13" hasCustomPrompt="1"/>
          </p:nvPr>
        </p:nvSpPr>
        <p:spPr>
          <a:xfrm>
            <a:off x="501652" y="651601"/>
            <a:ext cx="11162350" cy="757255"/>
          </a:xfrm>
          <a:prstGeom prst="rect">
            <a:avLst/>
          </a:prstGeom>
        </p:spPr>
        <p:txBody>
          <a:bodyPr lIns="0" tIns="0" rIns="0" bIns="0">
            <a:noAutofit/>
          </a:bodyPr>
          <a:lstStyle>
            <a:lvl1pPr marL="0" indent="0">
              <a:buNone/>
              <a:defRPr sz="2282" b="0">
                <a:solidFill>
                  <a:srgbClr val="575757"/>
                </a:solidFill>
              </a:defRPr>
            </a:lvl1pPr>
          </a:lstStyle>
          <a:p>
            <a:pPr lvl="0"/>
            <a:r>
              <a:rPr lang="en-US" noProof="0"/>
              <a:t>Click to add subtitle</a:t>
            </a:r>
          </a:p>
        </p:txBody>
      </p:sp>
    </p:spTree>
    <p:extLst>
      <p:ext uri="{BB962C8B-B14F-4D97-AF65-F5344CB8AC3E}">
        <p14:creationId xmlns:p14="http://schemas.microsoft.com/office/powerpoint/2010/main" val="1842852514"/>
      </p:ext>
    </p:extLst>
  </p:cSld>
  <p:clrMapOvr>
    <a:masterClrMapping/>
  </p:clrMapOvr>
  <p:transition>
    <p:fade/>
  </p:transition>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1_4 column icon green">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501650" y="317503"/>
            <a:ext cx="11188701" cy="370193"/>
          </a:xfrm>
        </p:spPr>
        <p:txBody>
          <a:bodyPr/>
          <a:lstStyle>
            <a:lvl1pPr>
              <a:defRPr>
                <a:solidFill>
                  <a:schemeClr val="bg1"/>
                </a:solidFill>
              </a:defRPr>
            </a:lvl1pPr>
          </a:lstStyle>
          <a:p>
            <a:r>
              <a:rPr lang="en-US" noProof="0"/>
              <a:t>Click to edit Master title style</a:t>
            </a:r>
          </a:p>
        </p:txBody>
      </p:sp>
      <p:sp>
        <p:nvSpPr>
          <p:cNvPr id="4" name="Text Placeholder 8"/>
          <p:cNvSpPr>
            <a:spLocks noGrp="1"/>
          </p:cNvSpPr>
          <p:nvPr>
            <p:ph type="body" sz="quarter" idx="17"/>
          </p:nvPr>
        </p:nvSpPr>
        <p:spPr>
          <a:xfrm>
            <a:off x="504000"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 name="Text Placeholder 8"/>
          <p:cNvSpPr>
            <a:spLocks noGrp="1"/>
          </p:cNvSpPr>
          <p:nvPr>
            <p:ph type="body" sz="quarter" idx="18"/>
          </p:nvPr>
        </p:nvSpPr>
        <p:spPr>
          <a:xfrm>
            <a:off x="9100752"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Text Placeholder 8"/>
          <p:cNvSpPr>
            <a:spLocks noGrp="1"/>
          </p:cNvSpPr>
          <p:nvPr>
            <p:ph type="body" sz="quarter" idx="19"/>
          </p:nvPr>
        </p:nvSpPr>
        <p:spPr>
          <a:xfrm>
            <a:off x="3369584"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7" name="Text Placeholder 8"/>
          <p:cNvSpPr>
            <a:spLocks noGrp="1"/>
          </p:cNvSpPr>
          <p:nvPr>
            <p:ph type="body" sz="quarter" idx="20"/>
          </p:nvPr>
        </p:nvSpPr>
        <p:spPr>
          <a:xfrm>
            <a:off x="6235168" y="2556000"/>
            <a:ext cx="2592000" cy="3394800"/>
          </a:xfrm>
        </p:spPr>
        <p:txBody>
          <a:bodyPr/>
          <a:lstStyle>
            <a:lvl1pPr>
              <a:defRPr b="1">
                <a:solidFill>
                  <a:schemeClr val="bg1"/>
                </a:solidFill>
              </a:defRPr>
            </a:lvl1pPr>
            <a:lvl2pPr>
              <a:spcAft>
                <a:spcPts val="1258"/>
              </a:spcAft>
              <a:defRPr>
                <a:solidFill>
                  <a:schemeClr val="bg1"/>
                </a:solidFill>
              </a:defRPr>
            </a:lvl2pPr>
            <a:lvl3pPr marL="0" indent="0">
              <a:spcAft>
                <a:spcPts val="1258"/>
              </a:spcAft>
              <a:buNone/>
              <a:defRPr>
                <a:solidFill>
                  <a:schemeClr val="bg1"/>
                </a:solidFill>
              </a:defRPr>
            </a:lvl3pPr>
            <a:lvl4pPr marL="221880" indent="-221880">
              <a:spcAft>
                <a:spcPts val="1258"/>
              </a:spcAft>
              <a:buFont typeface="Arial" panose="020B0604020202020204" pitchFamily="34" charset="0"/>
              <a:buChar char="•"/>
              <a:defRPr>
                <a:solidFill>
                  <a:schemeClr val="bg1"/>
                </a:solidFill>
              </a:defRPr>
            </a:lvl4pPr>
            <a:lvl5pPr marL="448288" indent="-221880">
              <a:spcAft>
                <a:spcPts val="1258"/>
              </a:spcAft>
              <a:defRPr baseline="0">
                <a:solidFill>
                  <a:schemeClr val="bg1"/>
                </a:solidFill>
              </a:defRPr>
            </a:lvl5pPr>
            <a:lvl6pPr marL="448288" indent="-221880">
              <a:spcAft>
                <a:spcPts val="1258"/>
              </a:spcAft>
              <a:buFont typeface="Verdana" panose="020B0604030504040204" pitchFamily="34" charset="0"/>
              <a:buChar char="−"/>
              <a:defRPr>
                <a:solidFill>
                  <a:schemeClr val="bg1"/>
                </a:solidFill>
              </a:defRPr>
            </a:lvl6pPr>
            <a:lvl7pPr marL="448288" indent="-221880">
              <a:spcAft>
                <a:spcPts val="1258"/>
              </a:spcAft>
              <a:defRPr>
                <a:solidFill>
                  <a:schemeClr val="bg1"/>
                </a:solidFill>
              </a:defRPr>
            </a:lvl7pPr>
            <a:lvl8pPr marL="448288" indent="-221880">
              <a:spcAft>
                <a:spcPts val="1258"/>
              </a:spcAft>
              <a:defRPr>
                <a:solidFill>
                  <a:schemeClr val="bg1"/>
                </a:solidFill>
              </a:defRPr>
            </a:lvl8pPr>
            <a:lvl9pPr marL="448288" indent="-221880">
              <a:spcAft>
                <a:spcPts val="1258"/>
              </a:spcAft>
              <a:defRPr>
                <a:solidFill>
                  <a:schemeClr val="bg1"/>
                </a:solidFill>
              </a:defRPr>
            </a:lvl9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8" name="Text Placeholder 8"/>
          <p:cNvSpPr>
            <a:spLocks noGrp="1"/>
          </p:cNvSpPr>
          <p:nvPr>
            <p:ph type="body" sz="quarter" idx="13" hasCustomPrompt="1"/>
          </p:nvPr>
        </p:nvSpPr>
        <p:spPr>
          <a:xfrm>
            <a:off x="501650" y="687694"/>
            <a:ext cx="11188701" cy="757255"/>
          </a:xfrm>
          <a:prstGeom prst="rect">
            <a:avLst/>
          </a:prstGeom>
        </p:spPr>
        <p:txBody>
          <a:bodyPr lIns="0" tIns="0" rIns="0" bIns="0">
            <a:noAutofit/>
          </a:bodyPr>
          <a:lstStyle>
            <a:lvl1pPr marL="0" indent="0">
              <a:buNone/>
              <a:defRPr sz="2282" b="0">
                <a:solidFill>
                  <a:schemeClr val="bg1"/>
                </a:solidFill>
              </a:defRPr>
            </a:lvl1pPr>
          </a:lstStyle>
          <a:p>
            <a:pPr lvl="0"/>
            <a:r>
              <a:rPr lang="en-US" noProof="0"/>
              <a:t>Click to add subtitle</a:t>
            </a:r>
          </a:p>
        </p:txBody>
      </p:sp>
      <p:sp>
        <p:nvSpPr>
          <p:cNvPr id="13" name="TextBox 12"/>
          <p:cNvSpPr txBox="1"/>
          <p:nvPr userDrawn="1"/>
        </p:nvSpPr>
        <p:spPr>
          <a:xfrm>
            <a:off x="6335184" y="6477002"/>
            <a:ext cx="4896561" cy="251736"/>
          </a:xfrm>
          <a:prstGeom prst="rect">
            <a:avLst/>
          </a:prstGeom>
          <a:noFill/>
        </p:spPr>
        <p:txBody>
          <a:bodyPr wrap="square" lIns="0" tIns="0" rIns="0" bIns="0" rtlCol="0">
            <a:spAutoFit/>
          </a:bodyPr>
          <a:lstStyle/>
          <a:p>
            <a:pPr marL="0" indent="0" algn="r">
              <a:spcBef>
                <a:spcPts val="0"/>
              </a:spcBef>
              <a:buSzPct val="100000"/>
              <a:buFont typeface="Arial"/>
              <a:buNone/>
            </a:pPr>
            <a:r>
              <a:rPr lang="en-US" sz="818" noProof="0">
                <a:solidFill>
                  <a:schemeClr val="bg1"/>
                </a:solidFill>
              </a:rPr>
              <a:t>Presentation title</a:t>
            </a:r>
            <a:br>
              <a:rPr lang="en-US" sz="818" noProof="0">
                <a:solidFill>
                  <a:schemeClr val="bg1"/>
                </a:solidFill>
              </a:rPr>
            </a:br>
            <a:r>
              <a:rPr lang="en-US" sz="818" noProof="0">
                <a:solidFill>
                  <a:schemeClr val="bg1"/>
                </a:solidFill>
              </a:rPr>
              <a:t>[To edit, click View &gt; Slide Master &gt; Slide Master]</a:t>
            </a:r>
          </a:p>
        </p:txBody>
      </p:sp>
      <p:sp>
        <p:nvSpPr>
          <p:cNvPr id="14" name="TextBox 13"/>
          <p:cNvSpPr txBox="1"/>
          <p:nvPr userDrawn="1"/>
        </p:nvSpPr>
        <p:spPr>
          <a:xfrm>
            <a:off x="501652" y="6477003"/>
            <a:ext cx="5355167" cy="125868"/>
          </a:xfrm>
          <a:prstGeom prst="rect">
            <a:avLst/>
          </a:prstGeom>
          <a:noFill/>
        </p:spPr>
        <p:txBody>
          <a:bodyPr wrap="square" lIns="0" tIns="0" rIns="0" bIns="0" rtlCol="0">
            <a:spAutoFit/>
          </a:bodyPr>
          <a:lstStyle/>
          <a:p>
            <a:pPr marL="0" indent="0">
              <a:spcBef>
                <a:spcPts val="755"/>
              </a:spcBef>
              <a:buSzPct val="100000"/>
              <a:buFont typeface="Arial"/>
              <a:buNone/>
            </a:pPr>
            <a:r>
              <a:rPr lang="fr-FR" sz="818" noProof="0">
                <a:solidFill>
                  <a:schemeClr val="bg1"/>
                </a:solidFill>
              </a:rPr>
              <a:t>© 2019 Deloitte Touche Tohmatsu India LLP</a:t>
            </a:r>
          </a:p>
        </p:txBody>
      </p:sp>
      <p:sp>
        <p:nvSpPr>
          <p:cNvPr id="15" name="TextBox 14"/>
          <p:cNvSpPr txBox="1"/>
          <p:nvPr userDrawn="1"/>
        </p:nvSpPr>
        <p:spPr>
          <a:xfrm>
            <a:off x="11382377" y="6477003"/>
            <a:ext cx="307974" cy="125868"/>
          </a:xfrm>
          <a:prstGeom prst="rect">
            <a:avLst/>
          </a:prstGeom>
          <a:noFill/>
        </p:spPr>
        <p:txBody>
          <a:bodyPr wrap="square" lIns="0" tIns="0" rIns="0" bIns="0" rtlCol="0">
            <a:spAutoFit/>
          </a:bodyPr>
          <a:lstStyle/>
          <a:p>
            <a:pPr marL="0" indent="0" algn="r">
              <a:spcBef>
                <a:spcPts val="755"/>
              </a:spcBef>
              <a:buSzPct val="100000"/>
              <a:buFont typeface="Arial"/>
              <a:buNone/>
            </a:pPr>
            <a:fld id="{C58DF478-B544-4ED8-9ED4-6A2648E2D233}" type="slidenum">
              <a:rPr lang="en-US" sz="818" noProof="0" smtClean="0">
                <a:solidFill>
                  <a:schemeClr val="bg1"/>
                </a:solidFill>
              </a:rPr>
              <a:pPr marL="0" indent="0" algn="r">
                <a:spcBef>
                  <a:spcPts val="755"/>
                </a:spcBef>
                <a:buSzPct val="100000"/>
                <a:buFont typeface="Arial"/>
                <a:buNone/>
              </a:pPr>
              <a:t>‹#›</a:t>
            </a:fld>
            <a:endParaRPr lang="en-US" sz="818" noProof="0">
              <a:solidFill>
                <a:schemeClr val="bg1"/>
              </a:solidFill>
            </a:endParaRPr>
          </a:p>
        </p:txBody>
      </p:sp>
    </p:spTree>
    <p:extLst>
      <p:ext uri="{BB962C8B-B14F-4D97-AF65-F5344CB8AC3E}">
        <p14:creationId xmlns:p14="http://schemas.microsoft.com/office/powerpoint/2010/main" val="2743347186"/>
      </p:ext>
    </p:extLst>
  </p:cSld>
  <p:clrMapOvr>
    <a:masterClrMapping/>
  </p:clrMapOvr>
  <p:transition>
    <p:fade/>
  </p:transition>
</p:sldLayout>
</file>

<file path=ppt/slideLayouts/slideLayout15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3478DAED-02DF-4594-AA6B-B69C134E1DCE}" type="datetimeFigureOut">
              <a:rPr lang="en-IN" smtClean="0"/>
              <a:t>12-10-2022</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FFF56FF-37B2-4834-A611-C4F9A851F94F}" type="slidenum">
              <a:rPr lang="en-IN" smtClean="0"/>
              <a:t>‹#›</a:t>
            </a:fld>
            <a:endParaRPr lang="en-IN"/>
          </a:p>
        </p:txBody>
      </p:sp>
    </p:spTree>
    <p:extLst>
      <p:ext uri="{BB962C8B-B14F-4D97-AF65-F5344CB8AC3E}">
        <p14:creationId xmlns:p14="http://schemas.microsoft.com/office/powerpoint/2010/main" val="34659414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theme" Target="../theme/theme1.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vmlDrawing" Target="../drawings/vmlDrawing1.v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oleObject" Target="../embeddings/oleObject1.bin"/><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tags" Target="../tags/tag2.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tags" Target="../tags/tag3.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120.xml"/><Relationship Id="rId21" Type="http://schemas.openxmlformats.org/officeDocument/2006/relationships/slideLayout" Target="../slideLayouts/slideLayout115.xml"/><Relationship Id="rId34" Type="http://schemas.openxmlformats.org/officeDocument/2006/relationships/slideLayout" Target="../slideLayouts/slideLayout128.xml"/><Relationship Id="rId42" Type="http://schemas.openxmlformats.org/officeDocument/2006/relationships/slideLayout" Target="../slideLayouts/slideLayout136.xml"/><Relationship Id="rId47" Type="http://schemas.openxmlformats.org/officeDocument/2006/relationships/slideLayout" Target="../slideLayouts/slideLayout141.xml"/><Relationship Id="rId50" Type="http://schemas.openxmlformats.org/officeDocument/2006/relationships/slideLayout" Target="../slideLayouts/slideLayout144.xml"/><Relationship Id="rId55" Type="http://schemas.openxmlformats.org/officeDocument/2006/relationships/slideLayout" Target="../slideLayouts/slideLayout149.xml"/><Relationship Id="rId63" Type="http://schemas.openxmlformats.org/officeDocument/2006/relationships/tags" Target="../tags/tag6.xml"/><Relationship Id="rId7" Type="http://schemas.openxmlformats.org/officeDocument/2006/relationships/slideLayout" Target="../slideLayouts/slideLayout10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9" Type="http://schemas.openxmlformats.org/officeDocument/2006/relationships/slideLayout" Target="../slideLayouts/slideLayout123.xml"/><Relationship Id="rId11" Type="http://schemas.openxmlformats.org/officeDocument/2006/relationships/slideLayout" Target="../slideLayouts/slideLayout105.xml"/><Relationship Id="rId24" Type="http://schemas.openxmlformats.org/officeDocument/2006/relationships/slideLayout" Target="../slideLayouts/slideLayout118.xml"/><Relationship Id="rId32" Type="http://schemas.openxmlformats.org/officeDocument/2006/relationships/slideLayout" Target="../slideLayouts/slideLayout126.xml"/><Relationship Id="rId37" Type="http://schemas.openxmlformats.org/officeDocument/2006/relationships/slideLayout" Target="../slideLayouts/slideLayout131.xml"/><Relationship Id="rId40" Type="http://schemas.openxmlformats.org/officeDocument/2006/relationships/slideLayout" Target="../slideLayouts/slideLayout134.xml"/><Relationship Id="rId45" Type="http://schemas.openxmlformats.org/officeDocument/2006/relationships/slideLayout" Target="../slideLayouts/slideLayout139.xml"/><Relationship Id="rId53" Type="http://schemas.openxmlformats.org/officeDocument/2006/relationships/slideLayout" Target="../slideLayouts/slideLayout147.xml"/><Relationship Id="rId58" Type="http://schemas.openxmlformats.org/officeDocument/2006/relationships/slideLayout" Target="../slideLayouts/slideLayout152.xml"/><Relationship Id="rId66" Type="http://schemas.openxmlformats.org/officeDocument/2006/relationships/image" Target="../media/image1.emf"/><Relationship Id="rId5" Type="http://schemas.openxmlformats.org/officeDocument/2006/relationships/slideLayout" Target="../slideLayouts/slideLayout99.xml"/><Relationship Id="rId61" Type="http://schemas.openxmlformats.org/officeDocument/2006/relationships/theme" Target="../theme/theme2.xml"/><Relationship Id="rId19" Type="http://schemas.openxmlformats.org/officeDocument/2006/relationships/slideLayout" Target="../slideLayouts/slideLayout113.xml"/><Relationship Id="rId14" Type="http://schemas.openxmlformats.org/officeDocument/2006/relationships/slideLayout" Target="../slideLayouts/slideLayout108.xml"/><Relationship Id="rId22" Type="http://schemas.openxmlformats.org/officeDocument/2006/relationships/slideLayout" Target="../slideLayouts/slideLayout116.xml"/><Relationship Id="rId27" Type="http://schemas.openxmlformats.org/officeDocument/2006/relationships/slideLayout" Target="../slideLayouts/slideLayout121.xml"/><Relationship Id="rId30" Type="http://schemas.openxmlformats.org/officeDocument/2006/relationships/slideLayout" Target="../slideLayouts/slideLayout124.xml"/><Relationship Id="rId35" Type="http://schemas.openxmlformats.org/officeDocument/2006/relationships/slideLayout" Target="../slideLayouts/slideLayout129.xml"/><Relationship Id="rId43" Type="http://schemas.openxmlformats.org/officeDocument/2006/relationships/slideLayout" Target="../slideLayouts/slideLayout137.xml"/><Relationship Id="rId48" Type="http://schemas.openxmlformats.org/officeDocument/2006/relationships/slideLayout" Target="../slideLayouts/slideLayout142.xml"/><Relationship Id="rId56" Type="http://schemas.openxmlformats.org/officeDocument/2006/relationships/slideLayout" Target="../slideLayouts/slideLayout150.xml"/><Relationship Id="rId64" Type="http://schemas.openxmlformats.org/officeDocument/2006/relationships/tags" Target="../tags/tag7.xml"/><Relationship Id="rId8" Type="http://schemas.openxmlformats.org/officeDocument/2006/relationships/slideLayout" Target="../slideLayouts/slideLayout102.xml"/><Relationship Id="rId51" Type="http://schemas.openxmlformats.org/officeDocument/2006/relationships/slideLayout" Target="../slideLayouts/slideLayout145.xml"/><Relationship Id="rId3" Type="http://schemas.openxmlformats.org/officeDocument/2006/relationships/slideLayout" Target="../slideLayouts/slideLayout97.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5" Type="http://schemas.openxmlformats.org/officeDocument/2006/relationships/slideLayout" Target="../slideLayouts/slideLayout119.xml"/><Relationship Id="rId33" Type="http://schemas.openxmlformats.org/officeDocument/2006/relationships/slideLayout" Target="../slideLayouts/slideLayout127.xml"/><Relationship Id="rId38" Type="http://schemas.openxmlformats.org/officeDocument/2006/relationships/slideLayout" Target="../slideLayouts/slideLayout132.xml"/><Relationship Id="rId46" Type="http://schemas.openxmlformats.org/officeDocument/2006/relationships/slideLayout" Target="../slideLayouts/slideLayout140.xml"/><Relationship Id="rId59" Type="http://schemas.openxmlformats.org/officeDocument/2006/relationships/slideLayout" Target="../slideLayouts/slideLayout153.xml"/><Relationship Id="rId20" Type="http://schemas.openxmlformats.org/officeDocument/2006/relationships/slideLayout" Target="../slideLayouts/slideLayout114.xml"/><Relationship Id="rId41" Type="http://schemas.openxmlformats.org/officeDocument/2006/relationships/slideLayout" Target="../slideLayouts/slideLayout135.xml"/><Relationship Id="rId54" Type="http://schemas.openxmlformats.org/officeDocument/2006/relationships/slideLayout" Target="../slideLayouts/slideLayout148.xml"/><Relationship Id="rId62" Type="http://schemas.openxmlformats.org/officeDocument/2006/relationships/vmlDrawing" Target="../drawings/vmlDrawing3.v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5" Type="http://schemas.openxmlformats.org/officeDocument/2006/relationships/slideLayout" Target="../slideLayouts/slideLayout109.xml"/><Relationship Id="rId23" Type="http://schemas.openxmlformats.org/officeDocument/2006/relationships/slideLayout" Target="../slideLayouts/slideLayout117.xml"/><Relationship Id="rId28" Type="http://schemas.openxmlformats.org/officeDocument/2006/relationships/slideLayout" Target="../slideLayouts/slideLayout122.xml"/><Relationship Id="rId36" Type="http://schemas.openxmlformats.org/officeDocument/2006/relationships/slideLayout" Target="../slideLayouts/slideLayout130.xml"/><Relationship Id="rId49" Type="http://schemas.openxmlformats.org/officeDocument/2006/relationships/slideLayout" Target="../slideLayouts/slideLayout143.xml"/><Relationship Id="rId57" Type="http://schemas.openxmlformats.org/officeDocument/2006/relationships/slideLayout" Target="../slideLayouts/slideLayout151.xml"/><Relationship Id="rId10" Type="http://schemas.openxmlformats.org/officeDocument/2006/relationships/slideLayout" Target="../slideLayouts/slideLayout104.xml"/><Relationship Id="rId31" Type="http://schemas.openxmlformats.org/officeDocument/2006/relationships/slideLayout" Target="../slideLayouts/slideLayout125.xml"/><Relationship Id="rId44" Type="http://schemas.openxmlformats.org/officeDocument/2006/relationships/slideLayout" Target="../slideLayouts/slideLayout138.xml"/><Relationship Id="rId52" Type="http://schemas.openxmlformats.org/officeDocument/2006/relationships/slideLayout" Target="../slideLayouts/slideLayout146.xml"/><Relationship Id="rId60" Type="http://schemas.openxmlformats.org/officeDocument/2006/relationships/slideLayout" Target="../slideLayouts/slideLayout154.xml"/><Relationship Id="rId65" Type="http://schemas.openxmlformats.org/officeDocument/2006/relationships/oleObject" Target="../embeddings/oleObject3.bin"/><Relationship Id="rId4" Type="http://schemas.openxmlformats.org/officeDocument/2006/relationships/slideLayout" Target="../slideLayouts/slideLayout98.xml"/><Relationship Id="rId9" Type="http://schemas.openxmlformats.org/officeDocument/2006/relationships/slideLayout" Target="../slideLayouts/slideLayout103.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9" Type="http://schemas.openxmlformats.org/officeDocument/2006/relationships/slideLayout" Target="../slideLayouts/slideLayout13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97"/>
            </p:custDataLst>
            <p:extLst>
              <p:ext uri="{D42A27DB-BD31-4B8C-83A1-F6EECF244321}">
                <p14:modId xmlns:p14="http://schemas.microsoft.com/office/powerpoint/2010/main" val="2327200698"/>
              </p:ext>
            </p:extLst>
          </p:nvPr>
        </p:nvGraphicFramePr>
        <p:xfrm>
          <a:off x="2118" y="1589"/>
          <a:ext cx="2116" cy="1587"/>
        </p:xfrm>
        <a:graphic>
          <a:graphicData uri="http://schemas.openxmlformats.org/presentationml/2006/ole">
            <mc:AlternateContent xmlns:mc="http://schemas.openxmlformats.org/markup-compatibility/2006">
              <mc:Choice xmlns:v="urn:schemas-microsoft-com:vml" Requires="v">
                <p:oleObj spid="_x0000_s1035" name="think-cell Slide" r:id="rId99" imgW="270" imgH="270" progId="TCLayout.ActiveDocument.1">
                  <p:embed/>
                </p:oleObj>
              </mc:Choice>
              <mc:Fallback>
                <p:oleObj name="think-cell Slide" r:id="rId99" imgW="270" imgH="270" progId="TCLayout.ActiveDocument.1">
                  <p:embed/>
                  <p:pic>
                    <p:nvPicPr>
                      <p:cNvPr id="4" name="Object 3" hidden="1"/>
                      <p:cNvPicPr/>
                      <p:nvPr/>
                    </p:nvPicPr>
                    <p:blipFill>
                      <a:blip r:embed="rId100"/>
                      <a:stretch>
                        <a:fillRect/>
                      </a:stretch>
                    </p:blipFill>
                    <p:spPr>
                      <a:xfrm>
                        <a:off x="2118" y="1589"/>
                        <a:ext cx="2116" cy="1587"/>
                      </a:xfrm>
                      <a:prstGeom prst="rect">
                        <a:avLst/>
                      </a:prstGeom>
                    </p:spPr>
                  </p:pic>
                </p:oleObj>
              </mc:Fallback>
            </mc:AlternateContent>
          </a:graphicData>
        </a:graphic>
      </p:graphicFrame>
      <p:sp>
        <p:nvSpPr>
          <p:cNvPr id="2" name="Title Placeholder 1"/>
          <p:cNvSpPr>
            <a:spLocks noGrp="1"/>
          </p:cNvSpPr>
          <p:nvPr>
            <p:ph type="title"/>
          </p:nvPr>
        </p:nvSpPr>
        <p:spPr bwMode="gray">
          <a:xfrm>
            <a:off x="501651" y="317501"/>
            <a:ext cx="11188700" cy="309820"/>
          </a:xfrm>
          <a:prstGeom prst="rect">
            <a:avLst/>
          </a:prstGeom>
        </p:spPr>
        <p:txBody>
          <a:bodyPr vert="horz" lIns="0" tIns="0" rIns="0" bIns="0" rtlCol="0" anchor="t" anchorCtr="0">
            <a:noAutofit/>
          </a:bodyPr>
          <a:lstStyle/>
          <a:p>
            <a:r>
              <a:rPr lang="en-US" noProof="0"/>
              <a:t>Click to edit Master title style</a:t>
            </a:r>
            <a:endParaRPr lang="en-US" noProof="0" dirty="0"/>
          </a:p>
        </p:txBody>
      </p:sp>
      <p:sp>
        <p:nvSpPr>
          <p:cNvPr id="19" name="Text Placeholder 18"/>
          <p:cNvSpPr>
            <a:spLocks noGrp="1"/>
          </p:cNvSpPr>
          <p:nvPr>
            <p:ph type="body" idx="1"/>
          </p:nvPr>
        </p:nvSpPr>
        <p:spPr>
          <a:xfrm>
            <a:off x="501650" y="1665289"/>
            <a:ext cx="11188700" cy="4716462"/>
          </a:xfrm>
          <a:prstGeom prst="rect">
            <a:avLst/>
          </a:prstGeom>
        </p:spPr>
        <p:txBody>
          <a:bodyPr vert="horz" lIns="0" tIns="0" rIns="0" bIns="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noProof="0" dirty="0"/>
          </a:p>
        </p:txBody>
      </p:sp>
      <p:sp>
        <p:nvSpPr>
          <p:cNvPr id="8" name="Rectangle 7" hidden="1">
            <a:extLst>
              <a:ext uri="{FF2B5EF4-FFF2-40B4-BE49-F238E27FC236}">
                <a16:creationId xmlns:a16="http://schemas.microsoft.com/office/drawing/2014/main" id="{A6CE6B83-4079-49DB-8365-10A4A52AD9C5}"/>
              </a:ext>
            </a:extLst>
          </p:cNvPr>
          <p:cNvSpPr/>
          <p:nvPr userDrawn="1">
            <p:custDataLst>
              <p:tags r:id="rId98"/>
            </p:custDataLst>
          </p:nvPr>
        </p:nvSpPr>
        <p:spPr bwMode="gray">
          <a:xfrm>
            <a:off x="0" y="0"/>
            <a:ext cx="140074" cy="140074"/>
          </a:xfrm>
          <a:prstGeom prst="rect">
            <a:avLst/>
          </a:prstGeom>
          <a:solidFill>
            <a:schemeClr val="accent3"/>
          </a:solidFill>
          <a:ln w="19050" algn="ctr">
            <a:noFill/>
            <a:miter lim="800000"/>
            <a:headEnd/>
            <a:tailEnd/>
          </a:ln>
        </p:spPr>
        <p:txBody>
          <a:bodyPr wrap="none" lIns="0" tIns="0" rIns="0" bIns="0" numCol="1" spcCol="0" rtlCol="0" anchor="ctr" anchorCtr="0">
            <a:noAutofit/>
          </a:bodyPr>
          <a:lstStyle/>
          <a:p>
            <a:pPr marL="0" lvl="0" indent="0" algn="ctr" eaLnBrk="1">
              <a:lnSpc>
                <a:spcPct val="106000"/>
              </a:lnSpc>
              <a:buFont typeface="Wingdings 2" pitchFamily="18" charset="2"/>
              <a:buNone/>
            </a:pPr>
            <a:endParaRPr lang="en-US" sz="2667" b="0" i="0" baseline="0" dirty="0">
              <a:solidFill>
                <a:schemeClr val="bg1"/>
              </a:solidFill>
              <a:latin typeface="Verdana" panose="020B0604030504040204" pitchFamily="34" charset="0"/>
              <a:ea typeface="+mj-ea"/>
              <a:cs typeface="+mj-cs"/>
              <a:sym typeface="Verdana" panose="020B0604030504040204" pitchFamily="34" charset="0"/>
            </a:endParaRPr>
          </a:p>
        </p:txBody>
      </p:sp>
      <p:sp>
        <p:nvSpPr>
          <p:cNvPr id="9" name="TextBox 8">
            <a:extLst>
              <a:ext uri="{FF2B5EF4-FFF2-40B4-BE49-F238E27FC236}">
                <a16:creationId xmlns:a16="http://schemas.microsoft.com/office/drawing/2014/main" id="{CA348FB2-B3BC-42AD-BB5B-EF819A32AC2D}"/>
              </a:ext>
            </a:extLst>
          </p:cNvPr>
          <p:cNvSpPr txBox="1"/>
          <p:nvPr userDrawn="1"/>
        </p:nvSpPr>
        <p:spPr>
          <a:xfrm>
            <a:off x="501652" y="6629408"/>
            <a:ext cx="5355169" cy="201260"/>
          </a:xfrm>
          <a:prstGeom prst="rect">
            <a:avLst/>
          </a:prstGeom>
          <a:noFill/>
        </p:spPr>
        <p:txBody>
          <a:bodyPr wrap="square" lIns="0" tIns="0" rIns="0" bIns="0" rtlCol="0">
            <a:noAutofit/>
          </a:bodyPr>
          <a:lstStyle/>
          <a:p>
            <a:pPr>
              <a:spcBef>
                <a:spcPts val="800"/>
              </a:spcBef>
              <a:buSzPct val="100000"/>
              <a:buFont typeface="Arial"/>
              <a:buNone/>
            </a:pPr>
            <a:r>
              <a:rPr lang="fr-FR" sz="867" dirty="0">
                <a:solidFill>
                  <a:prstClr val="black"/>
                </a:solidFill>
              </a:rPr>
              <a:t>© 2022 Deloitte Touche Tohmatsu India LLP</a:t>
            </a:r>
          </a:p>
        </p:txBody>
      </p:sp>
      <p:sp>
        <p:nvSpPr>
          <p:cNvPr id="10" name="TextBox 9">
            <a:extLst>
              <a:ext uri="{FF2B5EF4-FFF2-40B4-BE49-F238E27FC236}">
                <a16:creationId xmlns:a16="http://schemas.microsoft.com/office/drawing/2014/main" id="{AFFAF1E6-2DC2-4C5F-BED9-82722A4F6D8D}"/>
              </a:ext>
            </a:extLst>
          </p:cNvPr>
          <p:cNvSpPr txBox="1"/>
          <p:nvPr userDrawn="1"/>
        </p:nvSpPr>
        <p:spPr>
          <a:xfrm>
            <a:off x="11382379" y="6629405"/>
            <a:ext cx="307976" cy="100027"/>
          </a:xfrm>
          <a:prstGeom prst="rect">
            <a:avLst/>
          </a:prstGeom>
          <a:noFill/>
        </p:spPr>
        <p:txBody>
          <a:bodyPr wrap="square" lIns="0" tIns="0" rIns="0" bIns="0" rtlCol="0">
            <a:noAutofit/>
          </a:bodyPr>
          <a:lstStyle/>
          <a:p>
            <a:pPr algn="r">
              <a:spcBef>
                <a:spcPts val="800"/>
              </a:spcBef>
              <a:buSzPct val="100000"/>
              <a:buFont typeface="Arial"/>
              <a:buNone/>
            </a:pPr>
            <a:fld id="{C58DF478-B544-4ED8-9ED4-6A2648E2D233}" type="slidenum">
              <a:rPr lang="en-US" sz="867" smtClean="0">
                <a:solidFill>
                  <a:prstClr val="black"/>
                </a:solidFill>
              </a:rPr>
              <a:pPr algn="r">
                <a:spcBef>
                  <a:spcPts val="800"/>
                </a:spcBef>
                <a:buSzPct val="100000"/>
                <a:buFont typeface="Arial"/>
                <a:buNone/>
              </a:pPr>
              <a:t>‹#›</a:t>
            </a:fld>
            <a:endParaRPr lang="en-US" sz="867" dirty="0">
              <a:solidFill>
                <a:prstClr val="black"/>
              </a:solidFill>
            </a:endParaRPr>
          </a:p>
        </p:txBody>
      </p:sp>
    </p:spTree>
    <p:extLst>
      <p:ext uri="{BB962C8B-B14F-4D97-AF65-F5344CB8AC3E}">
        <p14:creationId xmlns:p14="http://schemas.microsoft.com/office/powerpoint/2010/main" val="1638713669"/>
      </p:ext>
    </p:extLst>
  </p:cSld>
  <p:clrMap bg1="lt1" tx1="dk1" bg2="lt2" tx2="dk2" accent1="accent1" accent2="accent2" accent3="accent3" accent4="accent4" accent5="accent5" accent6="accent6" hlink="hlink" folHlink="folHlink"/>
  <p:sldLayoutIdLst>
    <p:sldLayoutId id="2147484144" r:id="rId1"/>
    <p:sldLayoutId id="2147484145" r:id="rId2"/>
    <p:sldLayoutId id="2147484146" r:id="rId3"/>
    <p:sldLayoutId id="2147484147" r:id="rId4"/>
    <p:sldLayoutId id="2147484148" r:id="rId5"/>
    <p:sldLayoutId id="2147484149" r:id="rId6"/>
    <p:sldLayoutId id="2147484150" r:id="rId7"/>
    <p:sldLayoutId id="2147484151" r:id="rId8"/>
    <p:sldLayoutId id="2147484152" r:id="rId9"/>
    <p:sldLayoutId id="2147484153" r:id="rId10"/>
    <p:sldLayoutId id="2147484154" r:id="rId11"/>
    <p:sldLayoutId id="2147484155" r:id="rId12"/>
    <p:sldLayoutId id="2147484156" r:id="rId13"/>
    <p:sldLayoutId id="2147484157" r:id="rId14"/>
    <p:sldLayoutId id="2147484158" r:id="rId15"/>
    <p:sldLayoutId id="2147484159" r:id="rId16"/>
    <p:sldLayoutId id="2147484160" r:id="rId17"/>
    <p:sldLayoutId id="2147484161" r:id="rId18"/>
    <p:sldLayoutId id="2147484162" r:id="rId19"/>
    <p:sldLayoutId id="2147484163" r:id="rId20"/>
    <p:sldLayoutId id="2147484164" r:id="rId21"/>
    <p:sldLayoutId id="2147484165" r:id="rId22"/>
    <p:sldLayoutId id="2147484166" r:id="rId23"/>
    <p:sldLayoutId id="2147484167" r:id="rId24"/>
    <p:sldLayoutId id="2147484168" r:id="rId25"/>
    <p:sldLayoutId id="2147484169" r:id="rId26"/>
    <p:sldLayoutId id="2147484170" r:id="rId27"/>
    <p:sldLayoutId id="2147484171" r:id="rId28"/>
    <p:sldLayoutId id="2147484172" r:id="rId29"/>
    <p:sldLayoutId id="2147484173" r:id="rId30"/>
    <p:sldLayoutId id="2147484174" r:id="rId31"/>
    <p:sldLayoutId id="2147484175" r:id="rId32"/>
    <p:sldLayoutId id="2147484176" r:id="rId33"/>
    <p:sldLayoutId id="2147484177" r:id="rId34"/>
    <p:sldLayoutId id="2147484178" r:id="rId35"/>
    <p:sldLayoutId id="2147484179" r:id="rId36"/>
    <p:sldLayoutId id="2147484180" r:id="rId37"/>
    <p:sldLayoutId id="2147484181" r:id="rId38"/>
    <p:sldLayoutId id="2147484182" r:id="rId39"/>
    <p:sldLayoutId id="2147484183" r:id="rId40"/>
    <p:sldLayoutId id="2147484184" r:id="rId41"/>
    <p:sldLayoutId id="2147484185" r:id="rId42"/>
    <p:sldLayoutId id="2147484186" r:id="rId43"/>
    <p:sldLayoutId id="2147484187" r:id="rId44"/>
    <p:sldLayoutId id="2147484188" r:id="rId45"/>
    <p:sldLayoutId id="2147484189" r:id="rId46"/>
    <p:sldLayoutId id="2147484190" r:id="rId47"/>
    <p:sldLayoutId id="2147484191" r:id="rId48"/>
    <p:sldLayoutId id="2147484192" r:id="rId49"/>
    <p:sldLayoutId id="2147484193" r:id="rId50"/>
    <p:sldLayoutId id="2147484195" r:id="rId51"/>
    <p:sldLayoutId id="2147484196" r:id="rId52"/>
    <p:sldLayoutId id="2147484198"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8" r:id="rId87"/>
    <p:sldLayoutId id="2147483739" r:id="rId88"/>
    <p:sldLayoutId id="2147483740" r:id="rId89"/>
    <p:sldLayoutId id="2147483741" r:id="rId90"/>
    <p:sldLayoutId id="2147483742" r:id="rId91"/>
    <p:sldLayoutId id="2147484985" r:id="rId92"/>
    <p:sldLayoutId id="2147484986" r:id="rId93"/>
    <p:sldLayoutId id="2147484987" r:id="rId94"/>
  </p:sldLayoutIdLst>
  <p:transition>
    <p:fade/>
  </p:transition>
  <p:hf hdr="0" ftr="0" dt="0"/>
  <p:txStyles>
    <p:titleStyle>
      <a:lvl1pPr algn="l" defTabSz="914400" rtl="0" eaLnBrk="1" latinLnBrk="0" hangingPunct="1">
        <a:spcBef>
          <a:spcPct val="0"/>
        </a:spcBef>
        <a:buNone/>
        <a:defRPr sz="2100" kern="1200">
          <a:solidFill>
            <a:schemeClr val="tx1"/>
          </a:solidFill>
          <a:latin typeface="+mn-lt"/>
          <a:ea typeface="+mj-ea"/>
          <a:cs typeface="Calibri Light" panose="020F0302020204030204" pitchFamily="34" charset="0"/>
        </a:defRPr>
      </a:lvl1pPr>
    </p:titleStyle>
    <p:bodyStyle>
      <a:lvl1pPr marL="0" indent="0" algn="l" defTabSz="914400" rtl="0" eaLnBrk="1" latinLnBrk="0" hangingPunct="1">
        <a:spcBef>
          <a:spcPts val="0"/>
        </a:spcBef>
        <a:spcAft>
          <a:spcPts val="1000"/>
        </a:spcAft>
        <a:buSzPct val="100000"/>
        <a:buFontTx/>
        <a:buNone/>
        <a:defRPr sz="1300" b="0" kern="1200">
          <a:solidFill>
            <a:schemeClr val="tx1"/>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840">
          <p15:clr>
            <a:srgbClr val="F26B43"/>
          </p15:clr>
        </p15:guide>
        <p15:guide id="2" pos="312">
          <p15:clr>
            <a:srgbClr val="F26B43"/>
          </p15:clr>
        </p15:guide>
        <p15:guide id="3" pos="1392">
          <p15:clr>
            <a:srgbClr val="F26B43"/>
          </p15:clr>
        </p15:guide>
        <p15:guide id="4" pos="1512">
          <p15:clr>
            <a:srgbClr val="F26B43"/>
          </p15:clr>
        </p15:guide>
        <p15:guide id="5" pos="2592">
          <p15:clr>
            <a:srgbClr val="F26B43"/>
          </p15:clr>
        </p15:guide>
        <p15:guide id="6" pos="2712">
          <p15:clr>
            <a:srgbClr val="F26B43"/>
          </p15:clr>
        </p15:guide>
        <p15:guide id="7" pos="3768">
          <p15:clr>
            <a:srgbClr val="F26B43"/>
          </p15:clr>
        </p15:guide>
        <p15:guide id="8" pos="7368">
          <p15:clr>
            <a:srgbClr val="F26B43"/>
          </p15:clr>
        </p15:guide>
        <p15:guide id="9" pos="6288">
          <p15:clr>
            <a:srgbClr val="F26B43"/>
          </p15:clr>
        </p15:guide>
        <p15:guide id="10" pos="6168">
          <p15:clr>
            <a:srgbClr val="F26B43"/>
          </p15:clr>
        </p15:guide>
        <p15:guide id="11" pos="5088">
          <p15:clr>
            <a:srgbClr val="F26B43"/>
          </p15:clr>
        </p15:guide>
        <p15:guide id="12" pos="4968">
          <p15:clr>
            <a:srgbClr val="F26B43"/>
          </p15:clr>
        </p15:guide>
        <p15:guide id="13" pos="3912">
          <p15:clr>
            <a:srgbClr val="F26B43"/>
          </p15:clr>
        </p15:guide>
        <p15:guide id="14" orient="horz" pos="4104">
          <p15:clr>
            <a:srgbClr val="F26B43"/>
          </p15:clr>
        </p15:guide>
        <p15:guide id="15" orient="horz" pos="4032">
          <p15:clr>
            <a:srgbClr val="F26B43"/>
          </p15:clr>
        </p15:guide>
        <p15:guide id="16" orient="horz" pos="2232">
          <p15:clr>
            <a:srgbClr val="F26B43"/>
          </p15:clr>
        </p15:guide>
        <p15:guide id="17" orient="horz" pos="1056">
          <p15:clr>
            <a:srgbClr val="F26B43"/>
          </p15:clr>
        </p15:guide>
        <p15:guide id="18" orient="horz" pos="192">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63"/>
            </p:custDataLst>
            <p:extLst>
              <p:ext uri="{D42A27DB-BD31-4B8C-83A1-F6EECF244321}">
                <p14:modId xmlns:p14="http://schemas.microsoft.com/office/powerpoint/2010/main" val="1294493157"/>
              </p:ext>
            </p:extLst>
          </p:nvPr>
        </p:nvGraphicFramePr>
        <p:xfrm>
          <a:off x="2120" y="1589"/>
          <a:ext cx="2116" cy="1587"/>
        </p:xfrm>
        <a:graphic>
          <a:graphicData uri="http://schemas.openxmlformats.org/presentationml/2006/ole">
            <mc:AlternateContent xmlns:mc="http://schemas.openxmlformats.org/markup-compatibility/2006">
              <mc:Choice xmlns:v="urn:schemas-microsoft-com:vml" Requires="v">
                <p:oleObj spid="_x0000_s25606" name="think-cell Slide" r:id="rId65" imgW="270" imgH="270" progId="TCLayout.ActiveDocument.1">
                  <p:embed/>
                </p:oleObj>
              </mc:Choice>
              <mc:Fallback>
                <p:oleObj name="think-cell Slide" r:id="rId65" imgW="270" imgH="270" progId="TCLayout.ActiveDocument.1">
                  <p:embed/>
                  <p:pic>
                    <p:nvPicPr>
                      <p:cNvPr id="4" name="Object 3" hidden="1"/>
                      <p:cNvPicPr/>
                      <p:nvPr/>
                    </p:nvPicPr>
                    <p:blipFill>
                      <a:blip r:embed="rId66"/>
                      <a:stretch>
                        <a:fillRect/>
                      </a:stretch>
                    </p:blipFill>
                    <p:spPr>
                      <a:xfrm>
                        <a:off x="2120" y="1589"/>
                        <a:ext cx="2116" cy="1587"/>
                      </a:xfrm>
                      <a:prstGeom prst="rect">
                        <a:avLst/>
                      </a:prstGeom>
                    </p:spPr>
                  </p:pic>
                </p:oleObj>
              </mc:Fallback>
            </mc:AlternateContent>
          </a:graphicData>
        </a:graphic>
      </p:graphicFrame>
      <p:sp>
        <p:nvSpPr>
          <p:cNvPr id="6" name="Rectangle 5" hidden="1"/>
          <p:cNvSpPr/>
          <p:nvPr userDrawn="1">
            <p:custDataLst>
              <p:tags r:id="rId64"/>
            </p:custDataLst>
          </p:nvPr>
        </p:nvSpPr>
        <p:spPr bwMode="gray">
          <a:xfrm>
            <a:off x="0" y="0"/>
            <a:ext cx="181078" cy="143955"/>
          </a:xfrm>
          <a:prstGeom prst="rect">
            <a:avLst/>
          </a:prstGeom>
          <a:solidFill>
            <a:schemeClr val="accent3"/>
          </a:solidFill>
          <a:ln w="19050" algn="ctr">
            <a:noFill/>
            <a:miter lim="800000"/>
            <a:headEnd/>
            <a:tailEnd/>
          </a:ln>
        </p:spPr>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100000"/>
              </a:lnSpc>
              <a:spcBef>
                <a:spcPct val="0"/>
              </a:spcBef>
              <a:spcAft>
                <a:spcPct val="0"/>
              </a:spcAft>
              <a:buFont typeface="Wingdings 2" pitchFamily="18" charset="2"/>
              <a:buNone/>
            </a:pPr>
            <a:endParaRPr lang="en-US" sz="2282" b="0" i="0" baseline="0">
              <a:solidFill>
                <a:schemeClr val="bg1"/>
              </a:solidFill>
              <a:latin typeface="Verdana" panose="020B0604030504040204" pitchFamily="34" charset="0"/>
              <a:ea typeface="+mj-ea"/>
              <a:cs typeface="+mj-cs"/>
              <a:sym typeface="Verdana" panose="020B0604030504040204" pitchFamily="34" charset="0"/>
            </a:endParaRPr>
          </a:p>
        </p:txBody>
      </p:sp>
      <p:sp>
        <p:nvSpPr>
          <p:cNvPr id="2" name="Title Placeholder 1"/>
          <p:cNvSpPr>
            <a:spLocks noGrp="1"/>
          </p:cNvSpPr>
          <p:nvPr>
            <p:ph type="title"/>
          </p:nvPr>
        </p:nvSpPr>
        <p:spPr bwMode="gray">
          <a:xfrm>
            <a:off x="501651" y="317501"/>
            <a:ext cx="11188699" cy="692150"/>
          </a:xfrm>
          <a:prstGeom prst="rect">
            <a:avLst/>
          </a:prstGeom>
        </p:spPr>
        <p:txBody>
          <a:bodyPr vert="horz" lIns="0" tIns="0" rIns="0" bIns="0" rtlCol="0" anchor="t" anchorCtr="0">
            <a:noAutofit/>
          </a:bodyPr>
          <a:lstStyle/>
          <a:p>
            <a:r>
              <a:rPr lang="en-US" noProof="0"/>
              <a:t>Click to edit Master title style</a:t>
            </a:r>
          </a:p>
        </p:txBody>
      </p:sp>
      <p:sp>
        <p:nvSpPr>
          <p:cNvPr id="18" name="TextBox 17"/>
          <p:cNvSpPr txBox="1"/>
          <p:nvPr userDrawn="1"/>
        </p:nvSpPr>
        <p:spPr>
          <a:xfrm>
            <a:off x="282959" y="6656743"/>
            <a:ext cx="5355168" cy="201260"/>
          </a:xfrm>
          <a:prstGeom prst="rect">
            <a:avLst/>
          </a:prstGeom>
          <a:noFill/>
        </p:spPr>
        <p:txBody>
          <a:bodyPr wrap="square" lIns="0" tIns="0" rIns="0" bIns="0" rtlCol="0">
            <a:noAutofit/>
          </a:bodyPr>
          <a:lstStyle/>
          <a:p>
            <a:pPr>
              <a:spcBef>
                <a:spcPts val="755"/>
              </a:spcBef>
              <a:buSzPct val="100000"/>
              <a:buFont typeface="Arial"/>
              <a:buNone/>
            </a:pPr>
            <a:r>
              <a:rPr lang="fr-FR" sz="798">
                <a:solidFill>
                  <a:prstClr val="black"/>
                </a:solidFill>
              </a:rPr>
              <a:t>© 2022 Deloitte Touche Tohmatsu India LLP</a:t>
            </a:r>
          </a:p>
        </p:txBody>
      </p:sp>
      <p:sp>
        <p:nvSpPr>
          <p:cNvPr id="19" name="Text Placeholder 18"/>
          <p:cNvSpPr>
            <a:spLocks noGrp="1"/>
          </p:cNvSpPr>
          <p:nvPr>
            <p:ph type="body" idx="1"/>
          </p:nvPr>
        </p:nvSpPr>
        <p:spPr>
          <a:xfrm>
            <a:off x="501651" y="1665292"/>
            <a:ext cx="11188699" cy="4716462"/>
          </a:xfrm>
          <a:prstGeom prst="rect">
            <a:avLst/>
          </a:prstGeom>
        </p:spPr>
        <p:txBody>
          <a:bodyPr vert="horz" lIns="0" tIns="0" rIns="0" bIns="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TextBox 2"/>
          <p:cNvSpPr txBox="1"/>
          <p:nvPr userDrawn="1"/>
        </p:nvSpPr>
        <p:spPr>
          <a:xfrm>
            <a:off x="11617888" y="6657342"/>
            <a:ext cx="307974" cy="100027"/>
          </a:xfrm>
          <a:prstGeom prst="rect">
            <a:avLst/>
          </a:prstGeom>
          <a:noFill/>
        </p:spPr>
        <p:txBody>
          <a:bodyPr wrap="square" lIns="0" tIns="0" rIns="0" bIns="0" rtlCol="0">
            <a:noAutofit/>
          </a:bodyPr>
          <a:lstStyle/>
          <a:p>
            <a:pPr algn="r">
              <a:spcBef>
                <a:spcPts val="755"/>
              </a:spcBef>
              <a:buSzPct val="100000"/>
              <a:buFont typeface="Arial"/>
              <a:buNone/>
            </a:pPr>
            <a:fld id="{C58DF478-B544-4ED8-9ED4-6A2648E2D233}" type="slidenum">
              <a:rPr lang="en-US" sz="798" smtClean="0">
                <a:solidFill>
                  <a:prstClr val="black"/>
                </a:solidFill>
              </a:rPr>
              <a:pPr algn="r">
                <a:spcBef>
                  <a:spcPts val="755"/>
                </a:spcBef>
                <a:buSzPct val="100000"/>
                <a:buFont typeface="Arial"/>
                <a:buNone/>
              </a:pPr>
              <a:t>‹#›</a:t>
            </a:fld>
            <a:endParaRPr lang="en-US" sz="798">
              <a:solidFill>
                <a:prstClr val="black"/>
              </a:solidFill>
            </a:endParaRPr>
          </a:p>
        </p:txBody>
      </p:sp>
    </p:spTree>
    <p:extLst>
      <p:ext uri="{BB962C8B-B14F-4D97-AF65-F5344CB8AC3E}">
        <p14:creationId xmlns:p14="http://schemas.microsoft.com/office/powerpoint/2010/main" val="2313541523"/>
      </p:ext>
    </p:extLst>
  </p:cSld>
  <p:clrMap bg1="lt1" tx1="dk1" bg2="lt2" tx2="dk2" accent1="accent1" accent2="accent2" accent3="accent3" accent4="accent4" accent5="accent5" accent6="accent6" hlink="hlink" folHlink="folHlink"/>
  <p:sldLayoutIdLst>
    <p:sldLayoutId id="2147484989" r:id="rId1"/>
    <p:sldLayoutId id="2147484990" r:id="rId2"/>
    <p:sldLayoutId id="2147484991" r:id="rId3"/>
    <p:sldLayoutId id="2147484992" r:id="rId4"/>
    <p:sldLayoutId id="2147484993" r:id="rId5"/>
    <p:sldLayoutId id="2147484994" r:id="rId6"/>
    <p:sldLayoutId id="2147484995" r:id="rId7"/>
    <p:sldLayoutId id="2147484996" r:id="rId8"/>
    <p:sldLayoutId id="2147484997" r:id="rId9"/>
    <p:sldLayoutId id="2147484998" r:id="rId10"/>
    <p:sldLayoutId id="2147484999" r:id="rId11"/>
    <p:sldLayoutId id="2147485000" r:id="rId12"/>
    <p:sldLayoutId id="2147485001" r:id="rId13"/>
    <p:sldLayoutId id="2147485002" r:id="rId14"/>
    <p:sldLayoutId id="2147485003" r:id="rId15"/>
    <p:sldLayoutId id="2147485004" r:id="rId16"/>
    <p:sldLayoutId id="2147485005" r:id="rId17"/>
    <p:sldLayoutId id="2147485006" r:id="rId18"/>
    <p:sldLayoutId id="2147485007" r:id="rId19"/>
    <p:sldLayoutId id="2147485008" r:id="rId20"/>
    <p:sldLayoutId id="2147485009" r:id="rId21"/>
    <p:sldLayoutId id="2147485010" r:id="rId22"/>
    <p:sldLayoutId id="2147485011" r:id="rId23"/>
    <p:sldLayoutId id="2147485012" r:id="rId24"/>
    <p:sldLayoutId id="2147485013" r:id="rId25"/>
    <p:sldLayoutId id="2147485014" r:id="rId26"/>
    <p:sldLayoutId id="2147485015" r:id="rId27"/>
    <p:sldLayoutId id="2147485016" r:id="rId28"/>
    <p:sldLayoutId id="2147485017" r:id="rId29"/>
    <p:sldLayoutId id="2147485018" r:id="rId30"/>
    <p:sldLayoutId id="2147485019" r:id="rId31"/>
    <p:sldLayoutId id="2147485020" r:id="rId32"/>
    <p:sldLayoutId id="2147485021" r:id="rId33"/>
    <p:sldLayoutId id="2147485022" r:id="rId34"/>
    <p:sldLayoutId id="2147485023" r:id="rId35"/>
    <p:sldLayoutId id="2147485024" r:id="rId36"/>
    <p:sldLayoutId id="2147485025" r:id="rId37"/>
    <p:sldLayoutId id="2147485026" r:id="rId38"/>
    <p:sldLayoutId id="2147485027" r:id="rId39"/>
    <p:sldLayoutId id="2147485028" r:id="rId40"/>
    <p:sldLayoutId id="2147485029" r:id="rId41"/>
    <p:sldLayoutId id="2147485030" r:id="rId42"/>
    <p:sldLayoutId id="2147485031" r:id="rId43"/>
    <p:sldLayoutId id="2147485032" r:id="rId44"/>
    <p:sldLayoutId id="2147485033" r:id="rId45"/>
    <p:sldLayoutId id="2147485034" r:id="rId46"/>
    <p:sldLayoutId id="2147485035" r:id="rId47"/>
    <p:sldLayoutId id="2147485036" r:id="rId48"/>
    <p:sldLayoutId id="2147485037" r:id="rId49"/>
    <p:sldLayoutId id="2147485038" r:id="rId50"/>
    <p:sldLayoutId id="2147485039" r:id="rId51"/>
    <p:sldLayoutId id="2147485040" r:id="rId52"/>
    <p:sldLayoutId id="2147485041" r:id="rId53"/>
    <p:sldLayoutId id="2147485042" r:id="rId54"/>
    <p:sldLayoutId id="2147485043" r:id="rId55"/>
    <p:sldLayoutId id="2147485044" r:id="rId56"/>
    <p:sldLayoutId id="2147485045" r:id="rId57"/>
    <p:sldLayoutId id="2147485046" r:id="rId58"/>
    <p:sldLayoutId id="2147485047" r:id="rId59"/>
    <p:sldLayoutId id="2147485048" r:id="rId60"/>
  </p:sldLayoutIdLst>
  <p:transition>
    <p:fade/>
  </p:transition>
  <p:hf hdr="0" dt="0"/>
  <p:txStyles>
    <p:titleStyle>
      <a:lvl1pPr algn="l" defTabSz="1150154" rtl="0" eaLnBrk="1" latinLnBrk="0" hangingPunct="1">
        <a:spcBef>
          <a:spcPct val="0"/>
        </a:spcBef>
        <a:buNone/>
        <a:defRPr sz="2282" kern="1200">
          <a:solidFill>
            <a:schemeClr val="tx1"/>
          </a:solidFill>
          <a:latin typeface="+mj-lt"/>
          <a:ea typeface="+mj-ea"/>
          <a:cs typeface="+mj-cs"/>
        </a:defRPr>
      </a:lvl1pPr>
    </p:titleStyle>
    <p:bodyStyle>
      <a:lvl1pPr marL="0" indent="0" algn="l" defTabSz="1150154" rtl="0" eaLnBrk="1" latinLnBrk="0" hangingPunct="1">
        <a:spcBef>
          <a:spcPts val="0"/>
        </a:spcBef>
        <a:spcAft>
          <a:spcPts val="1258"/>
        </a:spcAft>
        <a:buSzPct val="100000"/>
        <a:buFont typeface="Arial" panose="020B0604020202020204" pitchFamily="34" charset="0"/>
        <a:buNone/>
        <a:defRPr sz="1141" b="0" kern="1200">
          <a:solidFill>
            <a:schemeClr val="tx1"/>
          </a:solidFill>
          <a:latin typeface="+mn-lt"/>
          <a:ea typeface="+mn-ea"/>
          <a:cs typeface="+mn-cs"/>
        </a:defRPr>
      </a:lvl1pPr>
      <a:lvl2pPr marL="0" indent="0" algn="l" defTabSz="1150154" rtl="0" eaLnBrk="1" latinLnBrk="0" hangingPunct="1">
        <a:spcBef>
          <a:spcPts val="0"/>
        </a:spcBef>
        <a:spcAft>
          <a:spcPts val="1258"/>
        </a:spcAft>
        <a:buClrTx/>
        <a:buSzPct val="100000"/>
        <a:buFont typeface="Arial"/>
        <a:buNone/>
        <a:defRPr lang="en-US" sz="1141" b="1" kern="1200" dirty="0" smtClean="0">
          <a:solidFill>
            <a:schemeClr val="tx1"/>
          </a:solidFill>
          <a:latin typeface="+mn-lt"/>
          <a:ea typeface="+mn-ea"/>
          <a:cs typeface="+mn-cs"/>
        </a:defRPr>
      </a:lvl2pPr>
      <a:lvl3pPr marL="221880" indent="-221880" algn="l" defTabSz="1150154" rtl="0" eaLnBrk="1" latinLnBrk="0" hangingPunct="1">
        <a:spcBef>
          <a:spcPts val="0"/>
        </a:spcBef>
        <a:spcAft>
          <a:spcPts val="1258"/>
        </a:spcAft>
        <a:buClrTx/>
        <a:buSzPct val="100000"/>
        <a:buFont typeface="Arial" panose="020B0604020202020204" pitchFamily="34" charset="0"/>
        <a:buChar char="•"/>
        <a:defRPr lang="en-US" sz="1141" kern="1200" dirty="0" smtClean="0">
          <a:solidFill>
            <a:schemeClr val="tx1"/>
          </a:solidFill>
          <a:latin typeface="+mn-lt"/>
          <a:ea typeface="+mn-ea"/>
          <a:cs typeface="+mn-cs"/>
        </a:defRPr>
      </a:lvl3pPr>
      <a:lvl4pPr marL="448288" indent="-221880" algn="l" defTabSz="1150154" rtl="0" eaLnBrk="1" latinLnBrk="0" hangingPunct="1">
        <a:spcBef>
          <a:spcPts val="0"/>
        </a:spcBef>
        <a:spcAft>
          <a:spcPts val="1258"/>
        </a:spcAft>
        <a:buClrTx/>
        <a:buSzPct val="100000"/>
        <a:buFont typeface="Verdana" panose="020B0604030504040204" pitchFamily="34" charset="0"/>
        <a:buChar char="−"/>
        <a:defRPr lang="en-US" sz="1141" kern="1200" baseline="0" dirty="0" smtClean="0">
          <a:solidFill>
            <a:schemeClr val="tx1"/>
          </a:solidFill>
          <a:latin typeface="+mn-lt"/>
          <a:ea typeface="+mn-ea"/>
          <a:cs typeface="+mn-cs"/>
        </a:defRPr>
      </a:lvl4pPr>
      <a:lvl5pPr marL="670169" indent="-221880" algn="l" defTabSz="1004389" rtl="0" eaLnBrk="1" latinLnBrk="0" hangingPunct="1">
        <a:spcBef>
          <a:spcPts val="0"/>
        </a:spcBef>
        <a:spcAft>
          <a:spcPts val="1258"/>
        </a:spcAft>
        <a:buClrTx/>
        <a:buSzPct val="100000"/>
        <a:buFont typeface="Verdana" panose="020B0604030504040204" pitchFamily="34" charset="0"/>
        <a:buChar char="−"/>
        <a:tabLst/>
        <a:defRPr lang="en-US" sz="1141" kern="1200" baseline="0" dirty="0" smtClean="0">
          <a:solidFill>
            <a:schemeClr val="tx1"/>
          </a:solidFill>
          <a:latin typeface="+mn-lt"/>
          <a:ea typeface="+mn-ea"/>
          <a:cs typeface="+mn-cs"/>
        </a:defRPr>
      </a:lvl5pPr>
      <a:lvl6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6pPr>
      <a:lvl7pPr marL="670169" indent="-221880" algn="l" defTabSz="1150154" rtl="0" eaLnBrk="1" latinLnBrk="0" hangingPunct="1">
        <a:spcBef>
          <a:spcPts val="0"/>
        </a:spcBef>
        <a:spcAft>
          <a:spcPts val="1258"/>
        </a:spcAft>
        <a:buFont typeface="Verdana" panose="020B0604030504040204" pitchFamily="34" charset="0"/>
        <a:buChar char="−"/>
        <a:defRPr sz="1509" kern="1200">
          <a:solidFill>
            <a:schemeClr val="tx1"/>
          </a:solidFill>
          <a:latin typeface="+mn-lt"/>
          <a:ea typeface="+mn-ea"/>
          <a:cs typeface="+mn-cs"/>
        </a:defRPr>
      </a:lvl7pPr>
      <a:lvl8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8pPr>
      <a:lvl9pPr marL="670169" indent="-221880" algn="l" defTabSz="1150154" rtl="0" eaLnBrk="1" latinLnBrk="0" hangingPunct="1">
        <a:spcBef>
          <a:spcPts val="0"/>
        </a:spcBef>
        <a:spcAft>
          <a:spcPts val="1258"/>
        </a:spcAft>
        <a:buFont typeface="Verdana" panose="020B0604030504040204" pitchFamily="34" charset="0"/>
        <a:buChar char="−"/>
        <a:defRPr sz="1509" kern="1200" baseline="0">
          <a:solidFill>
            <a:schemeClr val="tx1"/>
          </a:solidFill>
          <a:latin typeface="+mn-lt"/>
          <a:ea typeface="+mn-ea"/>
          <a:cs typeface="+mn-cs"/>
        </a:defRPr>
      </a:lvl9pPr>
    </p:bodyStyle>
    <p:otherStyle>
      <a:defPPr>
        <a:defRPr lang="en-US"/>
      </a:defPPr>
      <a:lvl1pPr marL="0" algn="l" defTabSz="1150154" rtl="0" eaLnBrk="1" latinLnBrk="0" hangingPunct="1">
        <a:defRPr sz="2264" kern="1200">
          <a:solidFill>
            <a:schemeClr val="tx1"/>
          </a:solidFill>
          <a:latin typeface="+mn-lt"/>
          <a:ea typeface="+mn-ea"/>
          <a:cs typeface="+mn-cs"/>
        </a:defRPr>
      </a:lvl1pPr>
      <a:lvl2pPr marL="575077" algn="l" defTabSz="1150154" rtl="0" eaLnBrk="1" latinLnBrk="0" hangingPunct="1">
        <a:defRPr sz="2264" kern="1200">
          <a:solidFill>
            <a:schemeClr val="tx1"/>
          </a:solidFill>
          <a:latin typeface="+mn-lt"/>
          <a:ea typeface="+mn-ea"/>
          <a:cs typeface="+mn-cs"/>
        </a:defRPr>
      </a:lvl2pPr>
      <a:lvl3pPr marL="1150154" algn="l" defTabSz="1150154" rtl="0" eaLnBrk="1" latinLnBrk="0" hangingPunct="1">
        <a:defRPr sz="2264" kern="1200">
          <a:solidFill>
            <a:schemeClr val="tx1"/>
          </a:solidFill>
          <a:latin typeface="+mn-lt"/>
          <a:ea typeface="+mn-ea"/>
          <a:cs typeface="+mn-cs"/>
        </a:defRPr>
      </a:lvl3pPr>
      <a:lvl4pPr marL="1725231" algn="l" defTabSz="1150154" rtl="0" eaLnBrk="1" latinLnBrk="0" hangingPunct="1">
        <a:defRPr sz="2264" kern="1200">
          <a:solidFill>
            <a:schemeClr val="tx1"/>
          </a:solidFill>
          <a:latin typeface="+mn-lt"/>
          <a:ea typeface="+mn-ea"/>
          <a:cs typeface="+mn-cs"/>
        </a:defRPr>
      </a:lvl4pPr>
      <a:lvl5pPr marL="2300309" algn="l" defTabSz="1150154" rtl="0" eaLnBrk="1" latinLnBrk="0" hangingPunct="1">
        <a:defRPr sz="2264" kern="1200">
          <a:solidFill>
            <a:schemeClr val="tx1"/>
          </a:solidFill>
          <a:latin typeface="+mn-lt"/>
          <a:ea typeface="+mn-ea"/>
          <a:cs typeface="+mn-cs"/>
        </a:defRPr>
      </a:lvl5pPr>
      <a:lvl6pPr marL="2875386" algn="l" defTabSz="1150154" rtl="0" eaLnBrk="1" latinLnBrk="0" hangingPunct="1">
        <a:defRPr sz="2264" kern="1200">
          <a:solidFill>
            <a:schemeClr val="tx1"/>
          </a:solidFill>
          <a:latin typeface="+mn-lt"/>
          <a:ea typeface="+mn-ea"/>
          <a:cs typeface="+mn-cs"/>
        </a:defRPr>
      </a:lvl6pPr>
      <a:lvl7pPr marL="3450463" algn="l" defTabSz="1150154" rtl="0" eaLnBrk="1" latinLnBrk="0" hangingPunct="1">
        <a:defRPr sz="2264" kern="1200">
          <a:solidFill>
            <a:schemeClr val="tx1"/>
          </a:solidFill>
          <a:latin typeface="+mn-lt"/>
          <a:ea typeface="+mn-ea"/>
          <a:cs typeface="+mn-cs"/>
        </a:defRPr>
      </a:lvl7pPr>
      <a:lvl8pPr marL="4025540" algn="l" defTabSz="1150154" rtl="0" eaLnBrk="1" latinLnBrk="0" hangingPunct="1">
        <a:defRPr sz="2264" kern="1200">
          <a:solidFill>
            <a:schemeClr val="tx1"/>
          </a:solidFill>
          <a:latin typeface="+mn-lt"/>
          <a:ea typeface="+mn-ea"/>
          <a:cs typeface="+mn-cs"/>
        </a:defRPr>
      </a:lvl8pPr>
      <a:lvl9pPr marL="4600616" algn="l" defTabSz="1150154" rtl="0" eaLnBrk="1" latinLnBrk="0" hangingPunct="1">
        <a:defRPr sz="2264"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4443">
          <p15:clr>
            <a:srgbClr val="F26B43"/>
          </p15:clr>
        </p15:guide>
        <p15:guide id="2" pos="348">
          <p15:clr>
            <a:srgbClr val="F26B43"/>
          </p15:clr>
        </p15:guide>
        <p15:guide id="3" pos="8131">
          <p15:clr>
            <a:srgbClr val="F26B43"/>
          </p15:clr>
        </p15:guide>
        <p15:guide id="4" orient="horz" pos="219">
          <p15:clr>
            <a:srgbClr val="F26B43"/>
          </p15:clr>
        </p15:guide>
        <p15:guide id="5" orient="horz" pos="1152">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93.xml"/></Relationships>
</file>

<file path=ppt/slides/_rels/slide2.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17.png"/><Relationship Id="rId3" Type="http://schemas.openxmlformats.org/officeDocument/2006/relationships/slideLayout" Target="../slideLayouts/slideLayout92.xml"/><Relationship Id="rId7" Type="http://schemas.openxmlformats.org/officeDocument/2006/relationships/image" Target="../media/image11.png"/><Relationship Id="rId12" Type="http://schemas.openxmlformats.org/officeDocument/2006/relationships/image" Target="../media/image16.svg"/><Relationship Id="rId2" Type="http://schemas.openxmlformats.org/officeDocument/2006/relationships/tags" Target="../tags/tag8.xml"/><Relationship Id="rId1" Type="http://schemas.openxmlformats.org/officeDocument/2006/relationships/vmlDrawing" Target="../drawings/vmlDrawing4.vml"/><Relationship Id="rId6" Type="http://schemas.openxmlformats.org/officeDocument/2006/relationships/image" Target="../media/image10.emf"/><Relationship Id="rId11" Type="http://schemas.openxmlformats.org/officeDocument/2006/relationships/image" Target="../media/image15.png"/><Relationship Id="rId5" Type="http://schemas.openxmlformats.org/officeDocument/2006/relationships/oleObject" Target="../embeddings/oleObject4.bin"/><Relationship Id="rId10" Type="http://schemas.openxmlformats.org/officeDocument/2006/relationships/image" Target="../media/image14.svg"/><Relationship Id="rId4" Type="http://schemas.openxmlformats.org/officeDocument/2006/relationships/notesSlide" Target="../notesSlides/notesSlide1.xml"/><Relationship Id="rId9" Type="http://schemas.openxmlformats.org/officeDocument/2006/relationships/image" Target="../media/image13.png"/><Relationship Id="rId14" Type="http://schemas.openxmlformats.org/officeDocument/2006/relationships/image" Target="../media/image18.sv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svg"/><Relationship Id="rId3" Type="http://schemas.openxmlformats.org/officeDocument/2006/relationships/slideLayout" Target="../slideLayouts/slideLayout92.xml"/><Relationship Id="rId7" Type="http://schemas.openxmlformats.org/officeDocument/2006/relationships/slide" Target="slide7.xml"/><Relationship Id="rId12" Type="http://schemas.openxmlformats.org/officeDocument/2006/relationships/image" Target="../media/image23.png"/><Relationship Id="rId2" Type="http://schemas.openxmlformats.org/officeDocument/2006/relationships/tags" Target="../tags/tag9.xml"/><Relationship Id="rId1" Type="http://schemas.openxmlformats.org/officeDocument/2006/relationships/vmlDrawing" Target="../drawings/vmlDrawing5.vml"/><Relationship Id="rId6" Type="http://schemas.openxmlformats.org/officeDocument/2006/relationships/image" Target="../media/image10.emf"/><Relationship Id="rId11" Type="http://schemas.openxmlformats.org/officeDocument/2006/relationships/image" Target="../media/image22.svg"/><Relationship Id="rId5" Type="http://schemas.openxmlformats.org/officeDocument/2006/relationships/oleObject" Target="../embeddings/oleObject5.bin"/><Relationship Id="rId10" Type="http://schemas.openxmlformats.org/officeDocument/2006/relationships/image" Target="../media/image21.png"/><Relationship Id="rId4" Type="http://schemas.openxmlformats.org/officeDocument/2006/relationships/notesSlide" Target="../notesSlides/notesSlide2.xml"/><Relationship Id="rId9" Type="http://schemas.openxmlformats.org/officeDocument/2006/relationships/image" Target="../media/image20.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9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501651" y="6572250"/>
            <a:ext cx="5594349" cy="298450"/>
          </a:xfrm>
        </p:spPr>
        <p:txBody>
          <a:bodyPr anchor="ctr"/>
          <a:lstStyle/>
          <a:p>
            <a:r>
              <a:rPr lang="en-US" sz="1000" dirty="0"/>
              <a:t>Deloitte </a:t>
            </a:r>
            <a:r>
              <a:rPr lang="en-US" sz="1000" dirty="0" err="1"/>
              <a:t>Touche</a:t>
            </a:r>
            <a:r>
              <a:rPr lang="en-US" sz="1000" dirty="0"/>
              <a:t> Tohmatsu India LLP</a:t>
            </a:r>
            <a:endParaRPr lang="en-US" sz="900" dirty="0"/>
          </a:p>
        </p:txBody>
      </p:sp>
      <p:sp>
        <p:nvSpPr>
          <p:cNvPr id="6" name="Rectangle 5"/>
          <p:cNvSpPr/>
          <p:nvPr/>
        </p:nvSpPr>
        <p:spPr>
          <a:xfrm>
            <a:off x="259038" y="5078927"/>
            <a:ext cx="10970187" cy="461665"/>
          </a:xfrm>
          <a:prstGeom prst="rect">
            <a:avLst/>
          </a:prstGeom>
        </p:spPr>
        <p:txBody>
          <a:bodyPr wrap="square">
            <a:spAutoFit/>
          </a:bodyPr>
          <a:lstStyle/>
          <a:p>
            <a:pPr marL="0" marR="0" lvl="0" indent="0" algn="l" defTabSz="914400" rtl="0" eaLnBrk="1" fontAlgn="auto" latinLnBrk="0" hangingPunct="1">
              <a:lnSpc>
                <a:spcPct val="100000"/>
              </a:lnSpc>
              <a:spcBef>
                <a:spcPts val="300"/>
              </a:spcBef>
              <a:spcAft>
                <a:spcPts val="300"/>
              </a:spcAft>
              <a:buClrTx/>
              <a:buSzTx/>
              <a:buFontTx/>
              <a:buNone/>
              <a:tabLst/>
              <a:defRPr/>
            </a:pPr>
            <a:r>
              <a:rPr lang="en-US" sz="2400" b="1" cap="small" dirty="0">
                <a:solidFill>
                  <a:prstClr val="black"/>
                </a:solidFill>
                <a:latin typeface="Verdana" panose="020B0604030504040204" pitchFamily="34" charset="0"/>
                <a:ea typeface="Verdana" panose="020B0604030504040204" pitchFamily="34" charset="0"/>
                <a:cs typeface="Vani" panose="02040502050405020303" pitchFamily="18" charset="0"/>
              </a:rPr>
              <a:t>Strategic initiatives for achievement of goals and vision </a:t>
            </a:r>
          </a:p>
        </p:txBody>
      </p:sp>
      <p:sp>
        <p:nvSpPr>
          <p:cNvPr id="2" name="TextBox 1">
            <a:extLst>
              <a:ext uri="{FF2B5EF4-FFF2-40B4-BE49-F238E27FC236}">
                <a16:creationId xmlns:a16="http://schemas.microsoft.com/office/drawing/2014/main" id="{FEB52164-1CF4-45BB-8B3A-5F2D4ACF57AE}"/>
              </a:ext>
            </a:extLst>
          </p:cNvPr>
          <p:cNvSpPr txBox="1"/>
          <p:nvPr/>
        </p:nvSpPr>
        <p:spPr>
          <a:xfrm>
            <a:off x="336551" y="5552983"/>
            <a:ext cx="9512300" cy="984885"/>
          </a:xfrm>
          <a:prstGeom prst="rect">
            <a:avLst/>
          </a:prstGeom>
          <a:noFill/>
        </p:spPr>
        <p:txBody>
          <a:bodyPr wrap="square" lIns="0" tIns="0" rIns="0" bIns="0" rtlCol="0">
            <a:spAutoFit/>
          </a:bodyPr>
          <a:lstStyle/>
          <a:p>
            <a:pPr>
              <a:spcBef>
                <a:spcPts val="600"/>
              </a:spcBef>
              <a:buSzPct val="100000"/>
            </a:pPr>
            <a:r>
              <a:rPr lang="en-US" b="1" dirty="0">
                <a:solidFill>
                  <a:srgbClr val="313131"/>
                </a:solidFill>
              </a:rPr>
              <a:t>Department of Power, West Bengal</a:t>
            </a:r>
          </a:p>
          <a:p>
            <a:pPr>
              <a:spcBef>
                <a:spcPts val="600"/>
              </a:spcBef>
              <a:buSzPct val="100000"/>
            </a:pPr>
            <a:endParaRPr lang="en-US" b="1" dirty="0">
              <a:solidFill>
                <a:srgbClr val="313131"/>
              </a:solidFill>
            </a:endParaRPr>
          </a:p>
          <a:p>
            <a:pPr>
              <a:spcBef>
                <a:spcPts val="600"/>
              </a:spcBef>
              <a:buSzPct val="100000"/>
            </a:pPr>
            <a:r>
              <a:rPr lang="en-US" b="1" dirty="0">
                <a:solidFill>
                  <a:srgbClr val="313131"/>
                </a:solidFill>
              </a:rPr>
              <a:t>October, 2022</a:t>
            </a:r>
          </a:p>
        </p:txBody>
      </p:sp>
      <p:pic>
        <p:nvPicPr>
          <p:cNvPr id="7" name="Picture 6">
            <a:extLst>
              <a:ext uri="{FF2B5EF4-FFF2-40B4-BE49-F238E27FC236}">
                <a16:creationId xmlns:a16="http://schemas.microsoft.com/office/drawing/2014/main" id="{E617E8AE-4861-4676-A7DE-06F72BF87260}"/>
              </a:ext>
            </a:extLst>
          </p:cNvPr>
          <p:cNvPicPr>
            <a:picLocks noChangeAspect="1"/>
          </p:cNvPicPr>
          <p:nvPr/>
        </p:nvPicPr>
        <p:blipFill rotWithShape="1">
          <a:blip r:embed="rId2" cstate="screen">
            <a:clrChange>
              <a:clrFrom>
                <a:srgbClr val="FFFFFF"/>
              </a:clrFrom>
              <a:clrTo>
                <a:srgbClr val="FFFFFF">
                  <a:alpha val="0"/>
                </a:srgbClr>
              </a:clrTo>
            </a:clrChange>
            <a:extLst>
              <a:ext uri="{28A0092B-C50C-407E-A947-70E740481C1C}">
                <a14:useLocalDpi xmlns:a14="http://schemas.microsoft.com/office/drawing/2010/main"/>
              </a:ext>
            </a:extLst>
          </a:blip>
          <a:srcRect/>
          <a:stretch/>
        </p:blipFill>
        <p:spPr>
          <a:xfrm>
            <a:off x="3624942" y="351472"/>
            <a:ext cx="4942115" cy="4988372"/>
          </a:xfrm>
          <a:prstGeom prst="rect">
            <a:avLst/>
          </a:prstGeom>
        </p:spPr>
      </p:pic>
    </p:spTree>
    <p:extLst>
      <p:ext uri="{BB962C8B-B14F-4D97-AF65-F5344CB8AC3E}">
        <p14:creationId xmlns:p14="http://schemas.microsoft.com/office/powerpoint/2010/main" val="3160543114"/>
      </p:ext>
    </p:extLst>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2CB884C-6D5C-481A-8B1D-E172975DFAAF}"/>
              </a:ext>
            </a:extLst>
          </p:cNvPr>
          <p:cNvSpPr/>
          <p:nvPr/>
        </p:nvSpPr>
        <p:spPr bwMode="gray">
          <a:xfrm>
            <a:off x="455251" y="1366477"/>
            <a:ext cx="4551722" cy="1686374"/>
          </a:xfrm>
          <a:prstGeom prst="rect">
            <a:avLst/>
          </a:prstGeom>
          <a:solidFill>
            <a:schemeClr val="bg1">
              <a:lumMod val="95000"/>
            </a:schemeClr>
          </a:solidFill>
          <a:ln w="19050" algn="ctr">
            <a:noFill/>
            <a:miter lim="800000"/>
            <a:headEnd/>
            <a:tailEnd/>
          </a:ln>
        </p:spPr>
        <p:txBody>
          <a:bodyPr wrap="square" lIns="88900" tIns="88900" rIns="822960" bIns="88900" rtlCol="0" anchor="ctr"/>
          <a:lstStyle/>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Optimization of generation portfolio in line with Sustainability goals with major focus on proliferation of Renewable Energy in state</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Promotion of Green Hydrogen </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Optimization of power purchase portfolio ensuring achievement of future RPO targets by DISCOM</a:t>
            </a:r>
          </a:p>
        </p:txBody>
      </p:sp>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2068" y="1858"/>
          <a:ext cx="1588" cy="1588"/>
        </p:xfrm>
        <a:graphic>
          <a:graphicData uri="http://schemas.openxmlformats.org/presentationml/2006/ole">
            <mc:AlternateContent xmlns:mc="http://schemas.openxmlformats.org/markup-compatibility/2006">
              <mc:Choice xmlns:v="urn:schemas-microsoft-com:vml" Requires="v">
                <p:oleObj spid="_x0000_s23578"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2068" y="185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2093" y="241556"/>
            <a:ext cx="11187820" cy="368271"/>
          </a:xfrm>
        </p:spPr>
        <p:txBody>
          <a:bodyPr vert="horz"/>
          <a:lstStyle/>
          <a:p>
            <a:pPr algn="just"/>
            <a:r>
              <a:rPr lang="en-US" sz="1800" b="1" dirty="0">
                <a:latin typeface="Verdana" panose="020B0604030504040204" pitchFamily="34" charset="0"/>
                <a:ea typeface="Verdana" panose="020B0604030504040204" pitchFamily="34" charset="0"/>
                <a:cs typeface="+mj-cs"/>
              </a:rPr>
              <a:t>WBDOP – Goals and strategic initiatives (1/2)</a:t>
            </a:r>
          </a:p>
        </p:txBody>
      </p:sp>
      <p:grpSp>
        <p:nvGrpSpPr>
          <p:cNvPr id="112" name="Group 111">
            <a:extLst>
              <a:ext uri="{FF2B5EF4-FFF2-40B4-BE49-F238E27FC236}">
                <a16:creationId xmlns:a16="http://schemas.microsoft.com/office/drawing/2014/main" id="{709BB879-0666-45F4-B82F-B274E008C6DF}"/>
              </a:ext>
            </a:extLst>
          </p:cNvPr>
          <p:cNvGrpSpPr/>
          <p:nvPr/>
        </p:nvGrpSpPr>
        <p:grpSpPr>
          <a:xfrm>
            <a:off x="5043715" y="2553810"/>
            <a:ext cx="2075544" cy="4161729"/>
            <a:chOff x="5043715" y="2553810"/>
            <a:chExt cx="2075544" cy="4161729"/>
          </a:xfrm>
          <a:solidFill>
            <a:srgbClr val="000000"/>
          </a:solidFill>
        </p:grpSpPr>
        <p:sp>
          <p:nvSpPr>
            <p:cNvPr id="113" name="Oval 112">
              <a:extLst>
                <a:ext uri="{FF2B5EF4-FFF2-40B4-BE49-F238E27FC236}">
                  <a16:creationId xmlns:a16="http://schemas.microsoft.com/office/drawing/2014/main" id="{8F73E96B-AAB0-41ED-AE87-DA67D2039970}"/>
                </a:ext>
              </a:extLst>
            </p:cNvPr>
            <p:cNvSpPr/>
            <p:nvPr/>
          </p:nvSpPr>
          <p:spPr bwMode="gray">
            <a:xfrm>
              <a:off x="5043715" y="2553810"/>
              <a:ext cx="2075544" cy="2075544"/>
            </a:xfrm>
            <a:prstGeom prst="ellipse">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4" name="Rectangle 113">
              <a:extLst>
                <a:ext uri="{FF2B5EF4-FFF2-40B4-BE49-F238E27FC236}">
                  <a16:creationId xmlns:a16="http://schemas.microsoft.com/office/drawing/2014/main" id="{06D8F1FE-7029-44AB-B867-55375DE5E71B}"/>
                </a:ext>
              </a:extLst>
            </p:cNvPr>
            <p:cNvSpPr/>
            <p:nvPr/>
          </p:nvSpPr>
          <p:spPr bwMode="gray">
            <a:xfrm>
              <a:off x="6040866" y="4629050"/>
              <a:ext cx="105935" cy="2012950"/>
            </a:xfrm>
            <a:prstGeom prst="rect">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5" name="Rectangle: Top Corners Rounded 114">
              <a:extLst>
                <a:ext uri="{FF2B5EF4-FFF2-40B4-BE49-F238E27FC236}">
                  <a16:creationId xmlns:a16="http://schemas.microsoft.com/office/drawing/2014/main" id="{42D95FB1-C26B-43F6-B64B-7D850C37F482}"/>
                </a:ext>
              </a:extLst>
            </p:cNvPr>
            <p:cNvSpPr/>
            <p:nvPr/>
          </p:nvSpPr>
          <p:spPr bwMode="gray">
            <a:xfrm>
              <a:off x="5568696" y="6572149"/>
              <a:ext cx="1025582" cy="143390"/>
            </a:xfrm>
            <a:prstGeom prst="round2SameRect">
              <a:avLst>
                <a:gd name="adj1" fmla="val 50000"/>
                <a:gd name="adj2" fmla="val 0"/>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sz="1600" b="1">
                <a:solidFill>
                  <a:schemeClr val="bg1"/>
                </a:solidFill>
              </a:endParaRPr>
            </a:p>
          </p:txBody>
        </p:sp>
      </p:grpSp>
      <p:grpSp>
        <p:nvGrpSpPr>
          <p:cNvPr id="116" name="Group 115">
            <a:extLst>
              <a:ext uri="{FF2B5EF4-FFF2-40B4-BE49-F238E27FC236}">
                <a16:creationId xmlns:a16="http://schemas.microsoft.com/office/drawing/2014/main" id="{90356383-B4ED-46B6-8217-0A1F056174FA}"/>
              </a:ext>
            </a:extLst>
          </p:cNvPr>
          <p:cNvGrpSpPr/>
          <p:nvPr/>
        </p:nvGrpSpPr>
        <p:grpSpPr>
          <a:xfrm>
            <a:off x="5301794" y="2811889"/>
            <a:ext cx="1559386" cy="1559386"/>
            <a:chOff x="5301794" y="2811889"/>
            <a:chExt cx="1559386" cy="1559386"/>
          </a:xfrm>
        </p:grpSpPr>
        <p:sp>
          <p:nvSpPr>
            <p:cNvPr id="117" name="Oval 116">
              <a:extLst>
                <a:ext uri="{FF2B5EF4-FFF2-40B4-BE49-F238E27FC236}">
                  <a16:creationId xmlns:a16="http://schemas.microsoft.com/office/drawing/2014/main" id="{508868F7-C06A-4FF4-9E29-EF8CBE9D5978}"/>
                </a:ext>
              </a:extLst>
            </p:cNvPr>
            <p:cNvSpPr/>
            <p:nvPr/>
          </p:nvSpPr>
          <p:spPr bwMode="gray">
            <a:xfrm>
              <a:off x="5301794" y="2811889"/>
              <a:ext cx="1559386" cy="1559386"/>
            </a:xfrm>
            <a:prstGeom prst="ellipse">
              <a:avLst/>
            </a:prstGeom>
            <a:solidFill>
              <a:srgbClr val="53565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8" name="Oval 117">
              <a:extLst>
                <a:ext uri="{FF2B5EF4-FFF2-40B4-BE49-F238E27FC236}">
                  <a16:creationId xmlns:a16="http://schemas.microsoft.com/office/drawing/2014/main" id="{E7B5C9BB-B063-4C04-B2A8-82E65A384288}"/>
                </a:ext>
              </a:extLst>
            </p:cNvPr>
            <p:cNvSpPr/>
            <p:nvPr/>
          </p:nvSpPr>
          <p:spPr bwMode="gray">
            <a:xfrm>
              <a:off x="5597359" y="3107454"/>
              <a:ext cx="968256" cy="968256"/>
            </a:xfrm>
            <a:prstGeom prst="ellipse">
              <a:avLst/>
            </a:prstGeom>
            <a:solidFill>
              <a:srgbClr val="63666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19" name="Oval 118">
              <a:extLst>
                <a:ext uri="{FF2B5EF4-FFF2-40B4-BE49-F238E27FC236}">
                  <a16:creationId xmlns:a16="http://schemas.microsoft.com/office/drawing/2014/main" id="{36C11C37-E273-498F-91A3-A8067FD63097}"/>
                </a:ext>
              </a:extLst>
            </p:cNvPr>
            <p:cNvSpPr/>
            <p:nvPr/>
          </p:nvSpPr>
          <p:spPr bwMode="gray">
            <a:xfrm>
              <a:off x="5833053" y="3343148"/>
              <a:ext cx="496868" cy="496868"/>
            </a:xfrm>
            <a:prstGeom prst="ellipse">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20" name="Oval 119">
              <a:extLst>
                <a:ext uri="{FF2B5EF4-FFF2-40B4-BE49-F238E27FC236}">
                  <a16:creationId xmlns:a16="http://schemas.microsoft.com/office/drawing/2014/main" id="{02441513-FFF0-43A8-BEF0-A531B9B29435}"/>
                </a:ext>
              </a:extLst>
            </p:cNvPr>
            <p:cNvSpPr/>
            <p:nvPr/>
          </p:nvSpPr>
          <p:spPr bwMode="gray">
            <a:xfrm>
              <a:off x="6038809" y="3550961"/>
              <a:ext cx="81242" cy="81242"/>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sp>
        <p:nvSpPr>
          <p:cNvPr id="122" name="Rectangle: Top Corners Rounded 121">
            <a:extLst>
              <a:ext uri="{FF2B5EF4-FFF2-40B4-BE49-F238E27FC236}">
                <a16:creationId xmlns:a16="http://schemas.microsoft.com/office/drawing/2014/main" id="{3CBC2F8E-064F-4987-B7F0-CE41C830683B}"/>
              </a:ext>
            </a:extLst>
          </p:cNvPr>
          <p:cNvSpPr/>
          <p:nvPr/>
        </p:nvSpPr>
        <p:spPr bwMode="gray">
          <a:xfrm>
            <a:off x="7119259" y="752203"/>
            <a:ext cx="4522780" cy="580594"/>
          </a:xfrm>
          <a:prstGeom prst="round2SameRect">
            <a:avLst>
              <a:gd name="adj1" fmla="val 0"/>
              <a:gd name="adj2" fmla="val 0"/>
            </a:avLst>
          </a:prstGeom>
          <a:solidFill>
            <a:schemeClr val="accent2"/>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2. </a:t>
            </a:r>
            <a:r>
              <a:rPr lang="da-DK" sz="1300" b="1" dirty="0">
                <a:solidFill>
                  <a:srgbClr val="FFFFFF"/>
                </a:solidFill>
                <a:latin typeface="Verdana" panose="020B0604030504040204" pitchFamily="34" charset="0"/>
                <a:ea typeface="Verdana" panose="020B0604030504040204" pitchFamily="34" charset="0"/>
              </a:rPr>
              <a:t>Energy Efficiency initiatives</a:t>
            </a:r>
          </a:p>
          <a:p>
            <a:pPr>
              <a:buFont typeface="Wingdings 2" pitchFamily="18" charset="2"/>
              <a:buNone/>
            </a:pPr>
            <a:endParaRPr lang="en-GB" sz="1300" b="1" dirty="0">
              <a:solidFill>
                <a:prstClr val="white"/>
              </a:solidFill>
              <a:latin typeface="Verdana" panose="020B0604030504040204" pitchFamily="34" charset="0"/>
              <a:ea typeface="Verdana" panose="020B0604030504040204" pitchFamily="34" charset="0"/>
            </a:endParaRPr>
          </a:p>
        </p:txBody>
      </p:sp>
      <p:sp>
        <p:nvSpPr>
          <p:cNvPr id="123" name="Rectangle: Top Corners Rounded 122">
            <a:extLst>
              <a:ext uri="{FF2B5EF4-FFF2-40B4-BE49-F238E27FC236}">
                <a16:creationId xmlns:a16="http://schemas.microsoft.com/office/drawing/2014/main" id="{B9AEAC7F-6FFA-445E-BCF2-EBDC934F59BA}"/>
              </a:ext>
            </a:extLst>
          </p:cNvPr>
          <p:cNvSpPr/>
          <p:nvPr/>
        </p:nvSpPr>
        <p:spPr bwMode="gray">
          <a:xfrm>
            <a:off x="410635" y="3465544"/>
            <a:ext cx="4557422" cy="506752"/>
          </a:xfrm>
          <a:prstGeom prst="round2SameRect">
            <a:avLst>
              <a:gd name="adj1" fmla="val 0"/>
              <a:gd name="adj2" fmla="val 0"/>
            </a:avLst>
          </a:prstGeom>
          <a:solidFill>
            <a:schemeClr val="accent3"/>
          </a:solidFill>
          <a:ln w="19050" algn="ctr">
            <a:noFill/>
            <a:miter lim="800000"/>
            <a:headEnd/>
            <a:tailEnd/>
          </a:ln>
        </p:spPr>
        <p:txBody>
          <a:bodyPr wrap="square" lIns="45720" tIns="45720" rIns="182880" bIns="0" rtlCol="0" anchor="t" anchorCtr="0"/>
          <a:lstStyle/>
          <a:p>
            <a:pPr marL="228600" indent="-228600"/>
            <a:r>
              <a:rPr lang="da-DK" sz="1300" b="1" dirty="0">
                <a:solidFill>
                  <a:prstClr val="white"/>
                </a:solidFill>
                <a:latin typeface="Verdana" panose="020B0604030504040204" pitchFamily="34" charset="0"/>
                <a:ea typeface="Verdana" panose="020B0604030504040204" pitchFamily="34" charset="0"/>
              </a:rPr>
              <a:t>3. </a:t>
            </a:r>
            <a:r>
              <a:rPr lang="da-DK" sz="1300" b="1" dirty="0">
                <a:solidFill>
                  <a:srgbClr val="FFFFFF"/>
                </a:solidFill>
                <a:latin typeface="Verdana" panose="020B0604030504040204" pitchFamily="34" charset="0"/>
                <a:ea typeface="Verdana" panose="020B0604030504040204" pitchFamily="34" charset="0"/>
              </a:rPr>
              <a:t>Digital Enablement And Agile/Smart Operations</a:t>
            </a:r>
            <a:endParaRPr lang="en-US" sz="1300" b="1" dirty="0">
              <a:solidFill>
                <a:srgbClr val="FFFFFF"/>
              </a:solidFill>
              <a:latin typeface="Verdana" panose="020B0604030504040204" pitchFamily="34" charset="0"/>
              <a:ea typeface="Verdana" panose="020B0604030504040204" pitchFamily="34" charset="0"/>
            </a:endParaRPr>
          </a:p>
        </p:txBody>
      </p:sp>
      <p:sp>
        <p:nvSpPr>
          <p:cNvPr id="124" name="TextBox 123">
            <a:extLst>
              <a:ext uri="{FF2B5EF4-FFF2-40B4-BE49-F238E27FC236}">
                <a16:creationId xmlns:a16="http://schemas.microsoft.com/office/drawing/2014/main" id="{CC8727D1-530B-48E7-A594-916BB114F5D9}"/>
              </a:ext>
            </a:extLst>
          </p:cNvPr>
          <p:cNvSpPr txBox="1"/>
          <p:nvPr/>
        </p:nvSpPr>
        <p:spPr>
          <a:xfrm>
            <a:off x="410635" y="3910407"/>
            <a:ext cx="4578626" cy="2693045"/>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Digitalization through introduction of new</a:t>
            </a:r>
            <a:r>
              <a:rPr lang="en-US" sz="1300" dirty="0">
                <a:solidFill>
                  <a:prstClr val="black"/>
                </a:solidFill>
                <a:latin typeface="Verdana" panose="020B0604030504040204" pitchFamily="34" charset="0"/>
                <a:ea typeface="Verdana" panose="020B0604030504040204" pitchFamily="34" charset="0"/>
              </a:rPr>
              <a:t> technologies like </a:t>
            </a:r>
            <a:r>
              <a:rPr kumimoji="0" lang="en-US" sz="1300" b="0" i="0" u="none" strike="noStrike" kern="1200" cap="none" spc="0" normalizeH="0" baseline="0" noProof="0" dirty="0" err="1">
                <a:ln>
                  <a:noFill/>
                </a:ln>
                <a:solidFill>
                  <a:prstClr val="black"/>
                </a:solidFill>
                <a:effectLst/>
                <a:uLnTx/>
                <a:uFillTx/>
                <a:latin typeface="Verdana" panose="020B0604030504040204" pitchFamily="34" charset="0"/>
                <a:ea typeface="Verdana" panose="020B0604030504040204" pitchFamily="34" charset="0"/>
              </a:rPr>
              <a:t>IIoT</a:t>
            </a: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 Big Data, Analytics, AI, Digital Twins, Cloud and Mobility w.r.t generating assets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Digitization of infrastructure and introduction of climate reliant networks w.r.t Transmission assets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Facilitating implementation of Document management software, ERP, AMI, Robotics, AR, Predictive maintenance software(s) inter alia w.r.t distribution assets along with development of climate resilient distribution network</a:t>
            </a:r>
            <a:endPar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endParaRPr>
          </a:p>
        </p:txBody>
      </p:sp>
      <p:sp>
        <p:nvSpPr>
          <p:cNvPr id="125" name="Rectangle: Top Corners Rounded 124">
            <a:extLst>
              <a:ext uri="{FF2B5EF4-FFF2-40B4-BE49-F238E27FC236}">
                <a16:creationId xmlns:a16="http://schemas.microsoft.com/office/drawing/2014/main" id="{319B48D5-ED31-45B6-A2D2-72069EEDE8DD}"/>
              </a:ext>
            </a:extLst>
          </p:cNvPr>
          <p:cNvSpPr/>
          <p:nvPr/>
        </p:nvSpPr>
        <p:spPr bwMode="gray">
          <a:xfrm>
            <a:off x="435721" y="787629"/>
            <a:ext cx="4578626" cy="580594"/>
          </a:xfrm>
          <a:prstGeom prst="round2SameRect">
            <a:avLst>
              <a:gd name="adj1" fmla="val 0"/>
              <a:gd name="adj2" fmla="val 0"/>
            </a:avLst>
          </a:prstGeom>
          <a:solidFill>
            <a:srgbClr val="86BC25"/>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1. Decarbonization and Sustainability</a:t>
            </a:r>
            <a:endParaRPr lang="en-GB" sz="1300" b="1" dirty="0">
              <a:solidFill>
                <a:prstClr val="white"/>
              </a:solidFill>
              <a:latin typeface="Verdana" panose="020B0604030504040204" pitchFamily="34" charset="0"/>
              <a:ea typeface="Verdana" panose="020B0604030504040204" pitchFamily="34" charset="0"/>
            </a:endParaRPr>
          </a:p>
        </p:txBody>
      </p:sp>
      <p:sp>
        <p:nvSpPr>
          <p:cNvPr id="126" name="Oval 125">
            <a:extLst>
              <a:ext uri="{FF2B5EF4-FFF2-40B4-BE49-F238E27FC236}">
                <a16:creationId xmlns:a16="http://schemas.microsoft.com/office/drawing/2014/main" id="{E9D75CC2-64CD-4DB2-962F-4780585F3A14}"/>
              </a:ext>
            </a:extLst>
          </p:cNvPr>
          <p:cNvSpPr/>
          <p:nvPr/>
        </p:nvSpPr>
        <p:spPr bwMode="gray">
          <a:xfrm>
            <a:off x="4379622" y="3561262"/>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latin typeface="Verdana" panose="020B0604030504040204" pitchFamily="34" charset="0"/>
              <a:ea typeface="Verdana" panose="020B0604030504040204" pitchFamily="34" charset="0"/>
            </a:endParaRPr>
          </a:p>
        </p:txBody>
      </p:sp>
      <p:sp>
        <p:nvSpPr>
          <p:cNvPr id="130" name="TextBox 129">
            <a:extLst>
              <a:ext uri="{FF2B5EF4-FFF2-40B4-BE49-F238E27FC236}">
                <a16:creationId xmlns:a16="http://schemas.microsoft.com/office/drawing/2014/main" id="{ACED5E55-1BE1-4E2B-81C3-10C75BFBAE2C}"/>
              </a:ext>
            </a:extLst>
          </p:cNvPr>
          <p:cNvSpPr txBox="1"/>
          <p:nvPr/>
        </p:nvSpPr>
        <p:spPr>
          <a:xfrm>
            <a:off x="7119259" y="1137728"/>
            <a:ext cx="4522780" cy="1646605"/>
          </a:xfrm>
          <a:prstGeom prst="roundRect">
            <a:avLst>
              <a:gd name="adj" fmla="val 0"/>
            </a:avLst>
          </a:prstGeom>
          <a:solidFill>
            <a:schemeClr val="bg1">
              <a:lumMod val="95000"/>
            </a:schemeClr>
          </a:solidFill>
        </p:spPr>
        <p:txBody>
          <a:bodyPr wrap="square" lIns="45720" tIns="45720" rIns="756000" bIns="0" rtlCol="0">
            <a:spAutoFit/>
          </a:bodyPr>
          <a:lstStyle/>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Optimum Demand Side Management (DSM)</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rPr>
              <a:t>Implementing customized energy efficiency measures by understanding consumer consumption / </a:t>
            </a:r>
            <a:r>
              <a:rPr lang="en-US" sz="1300" dirty="0" err="1">
                <a:solidFill>
                  <a:prstClr val="black"/>
                </a:solidFill>
                <a:latin typeface="Verdana" panose="020B0604030504040204" pitchFamily="34" charset="0"/>
                <a:ea typeface="Verdana" panose="020B0604030504040204" pitchFamily="34" charset="0"/>
              </a:rPr>
              <a:t>behavioural</a:t>
            </a:r>
            <a:r>
              <a:rPr lang="en-US" sz="1300" dirty="0">
                <a:solidFill>
                  <a:prstClr val="black"/>
                </a:solidFill>
                <a:latin typeface="Verdana" panose="020B0604030504040204" pitchFamily="34" charset="0"/>
                <a:ea typeface="Verdana" panose="020B0604030504040204" pitchFamily="34" charset="0"/>
              </a:rPr>
              <a:t> patterns inter alia through introduction of digital smart meters with web-based monitoring system across the state</a:t>
            </a:r>
          </a:p>
        </p:txBody>
      </p:sp>
      <p:grpSp>
        <p:nvGrpSpPr>
          <p:cNvPr id="131" name="Group 130">
            <a:extLst>
              <a:ext uri="{FF2B5EF4-FFF2-40B4-BE49-F238E27FC236}">
                <a16:creationId xmlns:a16="http://schemas.microsoft.com/office/drawing/2014/main" id="{CEEBC158-D1C0-4563-AF11-352143DDC964}"/>
              </a:ext>
            </a:extLst>
          </p:cNvPr>
          <p:cNvGrpSpPr/>
          <p:nvPr/>
        </p:nvGrpSpPr>
        <p:grpSpPr>
          <a:xfrm rot="15701675">
            <a:off x="6697125" y="2648197"/>
            <a:ext cx="369756" cy="1650283"/>
            <a:chOff x="7491780" y="2505965"/>
            <a:chExt cx="394324" cy="2053345"/>
          </a:xfrm>
          <a:solidFill>
            <a:schemeClr val="accent3"/>
          </a:solidFill>
        </p:grpSpPr>
        <p:sp>
          <p:nvSpPr>
            <p:cNvPr id="132" name="Rectangle: Top Corners Rounded 131">
              <a:extLst>
                <a:ext uri="{FF2B5EF4-FFF2-40B4-BE49-F238E27FC236}">
                  <a16:creationId xmlns:a16="http://schemas.microsoft.com/office/drawing/2014/main" id="{2AF1F427-B908-45B5-89D5-807C4DE58235}"/>
                </a:ext>
              </a:extLst>
            </p:cNvPr>
            <p:cNvSpPr/>
            <p:nvPr/>
          </p:nvSpPr>
          <p:spPr bwMode="gray">
            <a:xfrm>
              <a:off x="7583714" y="2786743"/>
              <a:ext cx="210457" cy="340632"/>
            </a:xfrm>
            <a:prstGeom prst="round2SameRect">
              <a:avLst>
                <a:gd name="adj1" fmla="val 34771"/>
                <a:gd name="adj2" fmla="val 0"/>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3" name="Rectangle 132">
              <a:extLst>
                <a:ext uri="{FF2B5EF4-FFF2-40B4-BE49-F238E27FC236}">
                  <a16:creationId xmlns:a16="http://schemas.microsoft.com/office/drawing/2014/main" id="{E5CF8470-B250-489A-913E-B580D8E14C49}"/>
                </a:ext>
              </a:extLst>
            </p:cNvPr>
            <p:cNvSpPr/>
            <p:nvPr/>
          </p:nvSpPr>
          <p:spPr bwMode="gray">
            <a:xfrm>
              <a:off x="7646524" y="3127375"/>
              <a:ext cx="84835" cy="1362075"/>
            </a:xfrm>
            <a:prstGeom prst="rect">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4" name="Rectangle 133">
              <a:extLst>
                <a:ext uri="{FF2B5EF4-FFF2-40B4-BE49-F238E27FC236}">
                  <a16:creationId xmlns:a16="http://schemas.microsoft.com/office/drawing/2014/main" id="{2415B468-8A29-40C9-91B5-F0AA96A8447C}"/>
                </a:ext>
              </a:extLst>
            </p:cNvPr>
            <p:cNvSpPr/>
            <p:nvPr/>
          </p:nvSpPr>
          <p:spPr bwMode="gray">
            <a:xfrm>
              <a:off x="7653885" y="2686050"/>
              <a:ext cx="70112" cy="100693"/>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5" name="Parallelogram 134">
              <a:extLst>
                <a:ext uri="{FF2B5EF4-FFF2-40B4-BE49-F238E27FC236}">
                  <a16:creationId xmlns:a16="http://schemas.microsoft.com/office/drawing/2014/main" id="{C8A60887-8F1A-40A9-ADDB-A53F8EA11F50}"/>
                </a:ext>
              </a:extLst>
            </p:cNvPr>
            <p:cNvSpPr/>
            <p:nvPr/>
          </p:nvSpPr>
          <p:spPr bwMode="gray">
            <a:xfrm rot="5400000">
              <a:off x="7594814" y="4267274"/>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6" name="Parallelogram 135">
              <a:extLst>
                <a:ext uri="{FF2B5EF4-FFF2-40B4-BE49-F238E27FC236}">
                  <a16:creationId xmlns:a16="http://schemas.microsoft.com/office/drawing/2014/main" id="{3141F105-AAFF-44F6-9745-ADD9A5847F8D}"/>
                </a:ext>
              </a:extLst>
            </p:cNvPr>
            <p:cNvSpPr/>
            <p:nvPr/>
          </p:nvSpPr>
          <p:spPr bwMode="gray">
            <a:xfrm rot="16200000" flipH="1">
              <a:off x="7356626" y="4268021"/>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7" name="Arrow: Pentagon 136">
              <a:extLst>
                <a:ext uri="{FF2B5EF4-FFF2-40B4-BE49-F238E27FC236}">
                  <a16:creationId xmlns:a16="http://schemas.microsoft.com/office/drawing/2014/main" id="{39ECE341-AB2F-4D91-A356-436A63D3350A}"/>
                </a:ext>
              </a:extLst>
            </p:cNvPr>
            <p:cNvSpPr/>
            <p:nvPr/>
          </p:nvSpPr>
          <p:spPr bwMode="gray">
            <a:xfrm rot="16200000">
              <a:off x="7598898" y="2573148"/>
              <a:ext cx="180085" cy="45719"/>
            </a:xfrm>
            <a:prstGeom prst="homePlat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sp>
        <p:nvSpPr>
          <p:cNvPr id="39" name="Oval 38">
            <a:extLst>
              <a:ext uri="{FF2B5EF4-FFF2-40B4-BE49-F238E27FC236}">
                <a16:creationId xmlns:a16="http://schemas.microsoft.com/office/drawing/2014/main" id="{A3876A79-65B8-46FA-A25D-CD5F36DCC867}"/>
              </a:ext>
            </a:extLst>
          </p:cNvPr>
          <p:cNvSpPr/>
          <p:nvPr/>
        </p:nvSpPr>
        <p:spPr bwMode="gray">
          <a:xfrm>
            <a:off x="4442304" y="814277"/>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endParaRPr>
          </a:p>
        </p:txBody>
      </p:sp>
      <p:pic>
        <p:nvPicPr>
          <p:cNvPr id="5" name="Graphic 4" descr="Solar Panels with solid fill">
            <a:extLst>
              <a:ext uri="{FF2B5EF4-FFF2-40B4-BE49-F238E27FC236}">
                <a16:creationId xmlns:a16="http://schemas.microsoft.com/office/drawing/2014/main" id="{82F2703E-51AA-43AC-B035-FE12C454B02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462074" y="857554"/>
            <a:ext cx="402267" cy="402267"/>
          </a:xfrm>
          <a:prstGeom prst="rect">
            <a:avLst/>
          </a:prstGeom>
        </p:spPr>
      </p:pic>
      <p:sp>
        <p:nvSpPr>
          <p:cNvPr id="42" name="Oval 41">
            <a:extLst>
              <a:ext uri="{FF2B5EF4-FFF2-40B4-BE49-F238E27FC236}">
                <a16:creationId xmlns:a16="http://schemas.microsoft.com/office/drawing/2014/main" id="{5DF1D87A-BBF7-4BEC-9155-A8C2A81AF5FD}"/>
              </a:ext>
            </a:extLst>
          </p:cNvPr>
          <p:cNvSpPr/>
          <p:nvPr/>
        </p:nvSpPr>
        <p:spPr bwMode="gray">
          <a:xfrm>
            <a:off x="11126021" y="804405"/>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latin typeface="Verdana" panose="020B0604030504040204" pitchFamily="34" charset="0"/>
              <a:ea typeface="Verdana" panose="020B0604030504040204" pitchFamily="34" charset="0"/>
            </a:endParaRPr>
          </a:p>
        </p:txBody>
      </p:sp>
      <p:sp>
        <p:nvSpPr>
          <p:cNvPr id="13" name="Rectangle 12">
            <a:extLst>
              <a:ext uri="{FF2B5EF4-FFF2-40B4-BE49-F238E27FC236}">
                <a16:creationId xmlns:a16="http://schemas.microsoft.com/office/drawing/2014/main" id="{F23000E4-2F8C-4284-91BB-5B640648B18D}"/>
              </a:ext>
            </a:extLst>
          </p:cNvPr>
          <p:cNvSpPr/>
          <p:nvPr/>
        </p:nvSpPr>
        <p:spPr bwMode="gray">
          <a:xfrm>
            <a:off x="4485581" y="1480451"/>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#1</a:t>
            </a:r>
          </a:p>
        </p:txBody>
      </p:sp>
      <p:sp>
        <p:nvSpPr>
          <p:cNvPr id="58" name="Rectangle 57">
            <a:extLst>
              <a:ext uri="{FF2B5EF4-FFF2-40B4-BE49-F238E27FC236}">
                <a16:creationId xmlns:a16="http://schemas.microsoft.com/office/drawing/2014/main" id="{212016C3-96E8-4142-BD0C-0D324B6206DD}"/>
              </a:ext>
            </a:extLst>
          </p:cNvPr>
          <p:cNvSpPr/>
          <p:nvPr/>
        </p:nvSpPr>
        <p:spPr bwMode="gray">
          <a:xfrm>
            <a:off x="4422898" y="4272207"/>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#3</a:t>
            </a:r>
          </a:p>
        </p:txBody>
      </p:sp>
      <p:sp>
        <p:nvSpPr>
          <p:cNvPr id="59" name="Rectangle 58">
            <a:extLst>
              <a:ext uri="{FF2B5EF4-FFF2-40B4-BE49-F238E27FC236}">
                <a16:creationId xmlns:a16="http://schemas.microsoft.com/office/drawing/2014/main" id="{43323BE9-CFE3-4648-8A6A-35A964E68C1B}"/>
              </a:ext>
            </a:extLst>
          </p:cNvPr>
          <p:cNvSpPr/>
          <p:nvPr/>
        </p:nvSpPr>
        <p:spPr bwMode="gray">
          <a:xfrm>
            <a:off x="11153839" y="1232976"/>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#2</a:t>
            </a:r>
          </a:p>
        </p:txBody>
      </p:sp>
      <p:sp>
        <p:nvSpPr>
          <p:cNvPr id="48" name="Rectangle: Top Corners Rounded 47">
            <a:extLst>
              <a:ext uri="{FF2B5EF4-FFF2-40B4-BE49-F238E27FC236}">
                <a16:creationId xmlns:a16="http://schemas.microsoft.com/office/drawing/2014/main" id="{78600583-B2AF-4BC9-87E5-B5EB57553FAC}"/>
              </a:ext>
            </a:extLst>
          </p:cNvPr>
          <p:cNvSpPr/>
          <p:nvPr/>
        </p:nvSpPr>
        <p:spPr bwMode="gray">
          <a:xfrm>
            <a:off x="7172611" y="3609459"/>
            <a:ext cx="4557422" cy="580594"/>
          </a:xfrm>
          <a:prstGeom prst="round2SameRect">
            <a:avLst>
              <a:gd name="adj1" fmla="val 0"/>
              <a:gd name="adj2" fmla="val 0"/>
            </a:avLst>
          </a:prstGeom>
          <a:solidFill>
            <a:schemeClr val="tx1">
              <a:lumMod val="65000"/>
              <a:lumOff val="35000"/>
            </a:schemeClr>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4. Energy Transition</a:t>
            </a:r>
          </a:p>
        </p:txBody>
      </p:sp>
      <p:sp>
        <p:nvSpPr>
          <p:cNvPr id="49" name="TextBox 48">
            <a:extLst>
              <a:ext uri="{FF2B5EF4-FFF2-40B4-BE49-F238E27FC236}">
                <a16:creationId xmlns:a16="http://schemas.microsoft.com/office/drawing/2014/main" id="{EFAA1905-72D0-47C6-B845-630149523454}"/>
              </a:ext>
            </a:extLst>
          </p:cNvPr>
          <p:cNvSpPr txBox="1"/>
          <p:nvPr/>
        </p:nvSpPr>
        <p:spPr>
          <a:xfrm>
            <a:off x="7166228" y="3953171"/>
            <a:ext cx="4578626" cy="1492716"/>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Just Transition of Old Thermal Generation Assets</a:t>
            </a:r>
          </a:p>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Transition from hydrocarbon dependence toward greater reliance on cleaner energy sources</a:t>
            </a:r>
          </a:p>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panose="020B0604030504040204" pitchFamily="34" charset="0"/>
                <a:ea typeface="Verdana" panose="020B0604030504040204" pitchFamily="34" charset="0"/>
              </a:rPr>
              <a:t>Diversification into EV charging infrastructure sector</a:t>
            </a:r>
          </a:p>
        </p:txBody>
      </p:sp>
      <p:sp>
        <p:nvSpPr>
          <p:cNvPr id="50" name="Rectangle 49">
            <a:extLst>
              <a:ext uri="{FF2B5EF4-FFF2-40B4-BE49-F238E27FC236}">
                <a16:creationId xmlns:a16="http://schemas.microsoft.com/office/drawing/2014/main" id="{4B635472-8F57-4C4F-AD95-D9EB7FE226DE}"/>
              </a:ext>
            </a:extLst>
          </p:cNvPr>
          <p:cNvSpPr/>
          <p:nvPr/>
        </p:nvSpPr>
        <p:spPr bwMode="gray">
          <a:xfrm>
            <a:off x="11103237" y="4042595"/>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#4</a:t>
            </a:r>
          </a:p>
        </p:txBody>
      </p:sp>
      <p:sp>
        <p:nvSpPr>
          <p:cNvPr id="51" name="Oval 50">
            <a:extLst>
              <a:ext uri="{FF2B5EF4-FFF2-40B4-BE49-F238E27FC236}">
                <a16:creationId xmlns:a16="http://schemas.microsoft.com/office/drawing/2014/main" id="{4FFB5048-84C8-468A-8279-C2226D6374B2}"/>
              </a:ext>
            </a:extLst>
          </p:cNvPr>
          <p:cNvSpPr/>
          <p:nvPr/>
        </p:nvSpPr>
        <p:spPr bwMode="gray">
          <a:xfrm>
            <a:off x="11112094" y="3637941"/>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prstClr val="white"/>
              </a:solidFill>
              <a:latin typeface="Verdana" panose="020B0604030504040204" pitchFamily="34" charset="0"/>
              <a:ea typeface="Verdana" panose="020B0604030504040204" pitchFamily="34" charset="0"/>
            </a:endParaRPr>
          </a:p>
        </p:txBody>
      </p:sp>
      <p:pic>
        <p:nvPicPr>
          <p:cNvPr id="41" name="Graphic 40" descr="Plug with solid fill">
            <a:extLst>
              <a:ext uri="{FF2B5EF4-FFF2-40B4-BE49-F238E27FC236}">
                <a16:creationId xmlns:a16="http://schemas.microsoft.com/office/drawing/2014/main" id="{273A1D37-9E2F-43A7-A452-816C42C65E77}"/>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418360" y="3649032"/>
            <a:ext cx="411910" cy="411910"/>
          </a:xfrm>
          <a:prstGeom prst="rect">
            <a:avLst/>
          </a:prstGeom>
        </p:spPr>
      </p:pic>
      <p:pic>
        <p:nvPicPr>
          <p:cNvPr id="43" name="Graphic 42" descr="Piggy Bank with solid fill">
            <a:extLst>
              <a:ext uri="{FF2B5EF4-FFF2-40B4-BE49-F238E27FC236}">
                <a16:creationId xmlns:a16="http://schemas.microsoft.com/office/drawing/2014/main" id="{0824F98D-14E8-4E3E-81FF-A9BFF5743C6A}"/>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11170427" y="793584"/>
            <a:ext cx="400009" cy="400009"/>
          </a:xfrm>
          <a:prstGeom prst="rect">
            <a:avLst/>
          </a:prstGeom>
        </p:spPr>
      </p:pic>
      <p:pic>
        <p:nvPicPr>
          <p:cNvPr id="44" name="Graphic 43" descr="Mining tools with solid fill">
            <a:extLst>
              <a:ext uri="{FF2B5EF4-FFF2-40B4-BE49-F238E27FC236}">
                <a16:creationId xmlns:a16="http://schemas.microsoft.com/office/drawing/2014/main" id="{AF4CED61-456E-4FB9-8D59-6967999D76FE}"/>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1169298" y="3694253"/>
            <a:ext cx="371348" cy="371348"/>
          </a:xfrm>
          <a:prstGeom prst="rect">
            <a:avLst/>
          </a:prstGeom>
        </p:spPr>
      </p:pic>
    </p:spTree>
    <p:extLst>
      <p:ext uri="{BB962C8B-B14F-4D97-AF65-F5344CB8AC3E}">
        <p14:creationId xmlns:p14="http://schemas.microsoft.com/office/powerpoint/2010/main" val="1909849330"/>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Object 35" hidden="1">
            <a:extLst>
              <a:ext uri="{FF2B5EF4-FFF2-40B4-BE49-F238E27FC236}">
                <a16:creationId xmlns:a16="http://schemas.microsoft.com/office/drawing/2014/main" id="{C174C603-BF3A-4E94-AF5F-DC7B83B3217C}"/>
              </a:ext>
            </a:extLst>
          </p:cNvPr>
          <p:cNvGraphicFramePr>
            <a:graphicFrameLocks noChangeAspect="1"/>
          </p:cNvGraphicFramePr>
          <p:nvPr>
            <p:custDataLst>
              <p:tags r:id="rId2"/>
            </p:custDataLst>
          </p:nvPr>
        </p:nvGraphicFramePr>
        <p:xfrm>
          <a:off x="2068" y="1858"/>
          <a:ext cx="1588" cy="1588"/>
        </p:xfrm>
        <a:graphic>
          <a:graphicData uri="http://schemas.openxmlformats.org/presentationml/2006/ole">
            <mc:AlternateContent xmlns:mc="http://schemas.openxmlformats.org/markup-compatibility/2006">
              <mc:Choice xmlns:v="urn:schemas-microsoft-com:vml" Requires="v">
                <p:oleObj spid="_x0000_s24591" name="think-cell Slide" r:id="rId5" imgW="498" imgH="499" progId="TCLayout.ActiveDocument.1">
                  <p:embed/>
                </p:oleObj>
              </mc:Choice>
              <mc:Fallback>
                <p:oleObj name="think-cell Slide" r:id="rId5" imgW="498" imgH="499" progId="TCLayout.ActiveDocument.1">
                  <p:embed/>
                  <p:pic>
                    <p:nvPicPr>
                      <p:cNvPr id="36" name="Object 35" hidden="1">
                        <a:extLst>
                          <a:ext uri="{FF2B5EF4-FFF2-40B4-BE49-F238E27FC236}">
                            <a16:creationId xmlns:a16="http://schemas.microsoft.com/office/drawing/2014/main" id="{C174C603-BF3A-4E94-AF5F-DC7B83B3217C}"/>
                          </a:ext>
                        </a:extLst>
                      </p:cNvPr>
                      <p:cNvPicPr/>
                      <p:nvPr/>
                    </p:nvPicPr>
                    <p:blipFill>
                      <a:blip r:embed="rId6"/>
                      <a:stretch>
                        <a:fillRect/>
                      </a:stretch>
                    </p:blipFill>
                    <p:spPr>
                      <a:xfrm>
                        <a:off x="2068" y="1858"/>
                        <a:ext cx="1588" cy="1588"/>
                      </a:xfrm>
                      <a:prstGeom prst="rect">
                        <a:avLst/>
                      </a:prstGeom>
                    </p:spPr>
                  </p:pic>
                </p:oleObj>
              </mc:Fallback>
            </mc:AlternateContent>
          </a:graphicData>
        </a:graphic>
      </p:graphicFrame>
      <p:sp>
        <p:nvSpPr>
          <p:cNvPr id="37" name="Title 3">
            <a:extLst>
              <a:ext uri="{FF2B5EF4-FFF2-40B4-BE49-F238E27FC236}">
                <a16:creationId xmlns:a16="http://schemas.microsoft.com/office/drawing/2014/main" id="{5A56BA2F-819A-4C32-80E3-94E0687F5E5E}"/>
              </a:ext>
            </a:extLst>
          </p:cNvPr>
          <p:cNvSpPr>
            <a:spLocks noGrp="1"/>
          </p:cNvSpPr>
          <p:nvPr>
            <p:ph type="title"/>
          </p:nvPr>
        </p:nvSpPr>
        <p:spPr>
          <a:xfrm>
            <a:off x="502093" y="241556"/>
            <a:ext cx="11187820" cy="368271"/>
          </a:xfrm>
        </p:spPr>
        <p:txBody>
          <a:bodyPr vert="horz"/>
          <a:lstStyle/>
          <a:p>
            <a:pPr algn="just"/>
            <a:r>
              <a:rPr lang="en-US" sz="1800" b="1" dirty="0">
                <a:latin typeface="Verdana" panose="020B0604030504040204" pitchFamily="34" charset="0"/>
                <a:ea typeface="Verdana" panose="020B0604030504040204" pitchFamily="34" charset="0"/>
                <a:cs typeface="+mj-cs"/>
              </a:rPr>
              <a:t>WBDOP – Goals and strategic initiatives (2/2)</a:t>
            </a:r>
          </a:p>
        </p:txBody>
      </p:sp>
      <p:sp>
        <p:nvSpPr>
          <p:cNvPr id="8" name="Rectangle 7">
            <a:extLst>
              <a:ext uri="{FF2B5EF4-FFF2-40B4-BE49-F238E27FC236}">
                <a16:creationId xmlns:a16="http://schemas.microsoft.com/office/drawing/2014/main" id="{C3F4733B-CFE8-4AA6-8AF9-F2C85FBF2FA5}"/>
              </a:ext>
            </a:extLst>
          </p:cNvPr>
          <p:cNvSpPr/>
          <p:nvPr/>
        </p:nvSpPr>
        <p:spPr bwMode="gray">
          <a:xfrm>
            <a:off x="1012371" y="1234210"/>
            <a:ext cx="9503229" cy="1559386"/>
          </a:xfrm>
          <a:prstGeom prst="rect">
            <a:avLst/>
          </a:prstGeom>
          <a:solidFill>
            <a:schemeClr val="bg1">
              <a:lumMod val="95000"/>
            </a:schemeClr>
          </a:solidFill>
          <a:ln w="19050" algn="ctr">
            <a:noFill/>
            <a:miter lim="800000"/>
            <a:headEnd/>
            <a:tailEnd/>
          </a:ln>
        </p:spPr>
        <p:txBody>
          <a:bodyPr wrap="square" lIns="88900" tIns="88900" rIns="822960" bIns="88900" rtlCol="0" anchor="t"/>
          <a:lstStyle/>
          <a:p>
            <a:pPr marL="285750" indent="-285750">
              <a:lnSpc>
                <a:spcPct val="106000"/>
              </a:lnSpc>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Deployment of alternate Industrial tariff preferential models</a:t>
            </a:r>
            <a:endParaRPr lang="en-US" sz="1300" dirty="0">
              <a:latin typeface="Verdana" panose="020B0604030504040204" pitchFamily="34" charset="0"/>
              <a:ea typeface="Verdana" panose="020B0604030504040204" pitchFamily="34" charset="0"/>
            </a:endParaRPr>
          </a:p>
          <a:p>
            <a:pPr marL="285750" indent="-285750">
              <a:lnSpc>
                <a:spcPct val="106000"/>
              </a:lnSpc>
              <a:buFont typeface="Arial" panose="020B0604020202020204" pitchFamily="34" charset="0"/>
              <a:buChar char="•"/>
            </a:pPr>
            <a:r>
              <a:rPr lang="en-US" sz="1300" dirty="0">
                <a:latin typeface="Verdana" panose="020B0604030504040204" pitchFamily="34" charset="0"/>
                <a:ea typeface="Verdana" panose="020B0604030504040204" pitchFamily="34" charset="0"/>
              </a:rPr>
              <a:t>Facilitation to implement improved CRM Models through WBSEDCL to ensure seamless customer servicing via IT/ IOT</a:t>
            </a:r>
            <a:endParaRPr lang="en-US" sz="1600" dirty="0">
              <a:latin typeface="Verdana" panose="020B0604030504040204" pitchFamily="34" charset="0"/>
              <a:ea typeface="Verdana" panose="020B0604030504040204" pitchFamily="34" charset="0"/>
            </a:endParaRPr>
          </a:p>
          <a:p>
            <a:pPr marL="285750" indent="-285750">
              <a:lnSpc>
                <a:spcPct val="106000"/>
              </a:lnSpc>
              <a:buFont typeface="Arial" panose="020B0604020202020204" pitchFamily="34" charset="0"/>
              <a:buChar char="•"/>
            </a:pPr>
            <a:r>
              <a:rPr lang="en-US" sz="1300" dirty="0">
                <a:latin typeface="Verdana" panose="020B0604030504040204" pitchFamily="34" charset="0"/>
                <a:ea typeface="Verdana" panose="020B0604030504040204" pitchFamily="34" charset="0"/>
              </a:rPr>
              <a:t>Facilitating adoption of other initiatives like on Demand Access to data, Energy Consumption tracking, Customer sentiment analysis</a:t>
            </a:r>
            <a:endParaRPr lang="en-US" sz="1600" dirty="0">
              <a:latin typeface="Verdana" panose="020B0604030504040204" pitchFamily="34" charset="0"/>
              <a:ea typeface="Verdana" panose="020B0604030504040204" pitchFamily="34" charset="0"/>
            </a:endParaRPr>
          </a:p>
          <a:p>
            <a:pPr marL="285750" indent="-285750">
              <a:lnSpc>
                <a:spcPct val="106000"/>
              </a:lnSpc>
              <a:buFont typeface="Arial" panose="020B0604020202020204" pitchFamily="34" charset="0"/>
              <a:buChar char="•"/>
            </a:pPr>
            <a:r>
              <a:rPr lang="en-US" sz="1300" dirty="0">
                <a:latin typeface="Verdana" panose="020B0604030504040204" pitchFamily="34" charset="0"/>
                <a:ea typeface="Verdana" panose="020B0604030504040204" pitchFamily="34" charset="0"/>
              </a:rPr>
              <a:t>Introduction of customer empowerment initiatives for facilitation of Rooftop solar implementation</a:t>
            </a:r>
          </a:p>
        </p:txBody>
      </p:sp>
      <p:grpSp>
        <p:nvGrpSpPr>
          <p:cNvPr id="9" name="Group 8">
            <a:extLst>
              <a:ext uri="{FF2B5EF4-FFF2-40B4-BE49-F238E27FC236}">
                <a16:creationId xmlns:a16="http://schemas.microsoft.com/office/drawing/2014/main" id="{D5913F18-54DE-4C0A-BDA8-091A99DEC078}"/>
              </a:ext>
            </a:extLst>
          </p:cNvPr>
          <p:cNvGrpSpPr/>
          <p:nvPr/>
        </p:nvGrpSpPr>
        <p:grpSpPr>
          <a:xfrm>
            <a:off x="5043715" y="2553810"/>
            <a:ext cx="2075544" cy="4161729"/>
            <a:chOff x="5043715" y="2553810"/>
            <a:chExt cx="2075544" cy="4161729"/>
          </a:xfrm>
          <a:solidFill>
            <a:srgbClr val="000000"/>
          </a:solidFill>
        </p:grpSpPr>
        <p:sp>
          <p:nvSpPr>
            <p:cNvPr id="10" name="Oval 9">
              <a:extLst>
                <a:ext uri="{FF2B5EF4-FFF2-40B4-BE49-F238E27FC236}">
                  <a16:creationId xmlns:a16="http://schemas.microsoft.com/office/drawing/2014/main" id="{E776220D-781E-451F-A05B-48655725CBAF}"/>
                </a:ext>
              </a:extLst>
            </p:cNvPr>
            <p:cNvSpPr/>
            <p:nvPr/>
          </p:nvSpPr>
          <p:spPr bwMode="gray">
            <a:xfrm>
              <a:off x="5043715" y="2553810"/>
              <a:ext cx="2075544" cy="2075544"/>
            </a:xfrm>
            <a:prstGeom prst="ellipse">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2" name="Rectangle 11">
              <a:extLst>
                <a:ext uri="{FF2B5EF4-FFF2-40B4-BE49-F238E27FC236}">
                  <a16:creationId xmlns:a16="http://schemas.microsoft.com/office/drawing/2014/main" id="{A2EDCC53-FC40-4DA8-853E-B364EB6E91AA}"/>
                </a:ext>
              </a:extLst>
            </p:cNvPr>
            <p:cNvSpPr/>
            <p:nvPr/>
          </p:nvSpPr>
          <p:spPr bwMode="gray">
            <a:xfrm>
              <a:off x="6040866" y="4629050"/>
              <a:ext cx="105935" cy="2012950"/>
            </a:xfrm>
            <a:prstGeom prst="rect">
              <a:avLst/>
            </a:prstGeom>
            <a:grp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3" name="Rectangle: Top Corners Rounded 12">
              <a:extLst>
                <a:ext uri="{FF2B5EF4-FFF2-40B4-BE49-F238E27FC236}">
                  <a16:creationId xmlns:a16="http://schemas.microsoft.com/office/drawing/2014/main" id="{ED2FF0C8-E432-442A-AF28-F8C4DB0B83B8}"/>
                </a:ext>
              </a:extLst>
            </p:cNvPr>
            <p:cNvSpPr/>
            <p:nvPr/>
          </p:nvSpPr>
          <p:spPr bwMode="gray">
            <a:xfrm>
              <a:off x="5568696" y="6572149"/>
              <a:ext cx="1025582" cy="143390"/>
            </a:xfrm>
            <a:prstGeom prst="round2SameRect">
              <a:avLst>
                <a:gd name="adj1" fmla="val 50000"/>
                <a:gd name="adj2" fmla="val 0"/>
              </a:avLst>
            </a:prstGeom>
            <a:grpFill/>
            <a:ln w="19050" algn="ctr">
              <a:noFill/>
              <a:miter lim="800000"/>
              <a:headEnd/>
              <a:tailEnd/>
            </a:ln>
          </p:spPr>
          <p:txBody>
            <a:bodyPr rot="0" spcFirstLastPara="0" vertOverflow="overflow" horzOverflow="overflow" vert="horz" wrap="square" lIns="88900" tIns="88900" rIns="88900" bIns="88900" numCol="1" spcCol="0" rtlCol="0" fromWordArt="0" anchor="ctr" anchorCtr="0" forceAA="0" compatLnSpc="1">
              <a:prstTxWarp prst="textNoShape">
                <a:avLst/>
              </a:prstTxWarp>
              <a:noAutofit/>
            </a:bodyPr>
            <a:lstStyle/>
            <a:p>
              <a:pPr algn="ctr"/>
              <a:endParaRPr lang="en-US" sz="1600" b="1">
                <a:solidFill>
                  <a:schemeClr val="bg1"/>
                </a:solidFill>
              </a:endParaRPr>
            </a:p>
          </p:txBody>
        </p:sp>
      </p:grpSp>
      <p:grpSp>
        <p:nvGrpSpPr>
          <p:cNvPr id="14" name="Group 13">
            <a:extLst>
              <a:ext uri="{FF2B5EF4-FFF2-40B4-BE49-F238E27FC236}">
                <a16:creationId xmlns:a16="http://schemas.microsoft.com/office/drawing/2014/main" id="{40846535-F1B3-4952-B59C-99AD7674324F}"/>
              </a:ext>
            </a:extLst>
          </p:cNvPr>
          <p:cNvGrpSpPr/>
          <p:nvPr/>
        </p:nvGrpSpPr>
        <p:grpSpPr>
          <a:xfrm>
            <a:off x="5301794" y="2811889"/>
            <a:ext cx="1559386" cy="1559386"/>
            <a:chOff x="5301794" y="2811889"/>
            <a:chExt cx="1559386" cy="1559386"/>
          </a:xfrm>
        </p:grpSpPr>
        <p:sp>
          <p:nvSpPr>
            <p:cNvPr id="15" name="Oval 14">
              <a:extLst>
                <a:ext uri="{FF2B5EF4-FFF2-40B4-BE49-F238E27FC236}">
                  <a16:creationId xmlns:a16="http://schemas.microsoft.com/office/drawing/2014/main" id="{0059D3E9-0C5C-49BF-9CAC-E25EEBD75045}"/>
                </a:ext>
              </a:extLst>
            </p:cNvPr>
            <p:cNvSpPr/>
            <p:nvPr/>
          </p:nvSpPr>
          <p:spPr bwMode="gray">
            <a:xfrm>
              <a:off x="5301794" y="2811889"/>
              <a:ext cx="1559386" cy="1559386"/>
            </a:xfrm>
            <a:prstGeom prst="ellipse">
              <a:avLst/>
            </a:prstGeom>
            <a:solidFill>
              <a:srgbClr val="53565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6" name="Oval 15">
              <a:extLst>
                <a:ext uri="{FF2B5EF4-FFF2-40B4-BE49-F238E27FC236}">
                  <a16:creationId xmlns:a16="http://schemas.microsoft.com/office/drawing/2014/main" id="{FA618925-53B1-4F9A-96DE-E5D6784476E2}"/>
                </a:ext>
              </a:extLst>
            </p:cNvPr>
            <p:cNvSpPr/>
            <p:nvPr/>
          </p:nvSpPr>
          <p:spPr bwMode="gray">
            <a:xfrm>
              <a:off x="5597359" y="3107454"/>
              <a:ext cx="968256" cy="968256"/>
            </a:xfrm>
            <a:prstGeom prst="ellipse">
              <a:avLst/>
            </a:prstGeom>
            <a:solidFill>
              <a:srgbClr val="63666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7" name="Oval 16">
              <a:extLst>
                <a:ext uri="{FF2B5EF4-FFF2-40B4-BE49-F238E27FC236}">
                  <a16:creationId xmlns:a16="http://schemas.microsoft.com/office/drawing/2014/main" id="{2755217B-33AF-4341-B2ED-80CF4A8CA436}"/>
                </a:ext>
              </a:extLst>
            </p:cNvPr>
            <p:cNvSpPr/>
            <p:nvPr/>
          </p:nvSpPr>
          <p:spPr bwMode="gray">
            <a:xfrm>
              <a:off x="5833053" y="3343148"/>
              <a:ext cx="496868" cy="496868"/>
            </a:xfrm>
            <a:prstGeom prst="ellipse">
              <a:avLst/>
            </a:prstGeom>
            <a:solidFill>
              <a:srgbClr val="75787B"/>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18" name="Oval 17">
              <a:extLst>
                <a:ext uri="{FF2B5EF4-FFF2-40B4-BE49-F238E27FC236}">
                  <a16:creationId xmlns:a16="http://schemas.microsoft.com/office/drawing/2014/main" id="{CCFDABB3-8161-413F-9D8E-F5DE1C996504}"/>
                </a:ext>
              </a:extLst>
            </p:cNvPr>
            <p:cNvSpPr/>
            <p:nvPr/>
          </p:nvSpPr>
          <p:spPr bwMode="gray">
            <a:xfrm>
              <a:off x="6038809" y="3550961"/>
              <a:ext cx="81242" cy="81242"/>
            </a:xfrm>
            <a:prstGeom prst="ellipse">
              <a:avLst/>
            </a:prstGeom>
            <a:solidFill>
              <a:srgbClr val="000000"/>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sp>
        <p:nvSpPr>
          <p:cNvPr id="22" name="Rectangle: Top Corners Rounded 21">
            <a:extLst>
              <a:ext uri="{FF2B5EF4-FFF2-40B4-BE49-F238E27FC236}">
                <a16:creationId xmlns:a16="http://schemas.microsoft.com/office/drawing/2014/main" id="{45253E54-33D6-43B0-B409-338FD55314F6}"/>
              </a:ext>
            </a:extLst>
          </p:cNvPr>
          <p:cNvSpPr/>
          <p:nvPr/>
        </p:nvSpPr>
        <p:spPr bwMode="gray">
          <a:xfrm>
            <a:off x="1012372" y="804748"/>
            <a:ext cx="9503228" cy="418726"/>
          </a:xfrm>
          <a:prstGeom prst="round2SameRect">
            <a:avLst>
              <a:gd name="adj1" fmla="val 0"/>
              <a:gd name="adj2" fmla="val 0"/>
            </a:avLst>
          </a:prstGeom>
          <a:solidFill>
            <a:srgbClr val="86BC25"/>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5. Consumer Centric Initiatives</a:t>
            </a:r>
            <a:endParaRPr lang="en-GB" sz="1300" b="1" dirty="0">
              <a:solidFill>
                <a:prstClr val="white"/>
              </a:solidFill>
              <a:latin typeface="Verdana" panose="020B0604030504040204" pitchFamily="34" charset="0"/>
              <a:ea typeface="Verdana" panose="020B0604030504040204" pitchFamily="34" charset="0"/>
            </a:endParaRPr>
          </a:p>
        </p:txBody>
      </p:sp>
      <p:sp>
        <p:nvSpPr>
          <p:cNvPr id="32" name="Oval 31">
            <a:extLst>
              <a:ext uri="{FF2B5EF4-FFF2-40B4-BE49-F238E27FC236}">
                <a16:creationId xmlns:a16="http://schemas.microsoft.com/office/drawing/2014/main" id="{EF5C6693-50FA-4E7A-9DC2-E51D530C9785}"/>
              </a:ext>
            </a:extLst>
          </p:cNvPr>
          <p:cNvSpPr/>
          <p:nvPr/>
        </p:nvSpPr>
        <p:spPr bwMode="gray">
          <a:xfrm>
            <a:off x="9886267" y="833092"/>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dirty="0">
              <a:solidFill>
                <a:prstClr val="white"/>
              </a:solidFill>
            </a:endParaRPr>
          </a:p>
        </p:txBody>
      </p:sp>
      <p:sp>
        <p:nvSpPr>
          <p:cNvPr id="40" name="TextBox 39">
            <a:extLst>
              <a:ext uri="{FF2B5EF4-FFF2-40B4-BE49-F238E27FC236}">
                <a16:creationId xmlns:a16="http://schemas.microsoft.com/office/drawing/2014/main" id="{EF723830-A384-4ADF-B2DF-6BA81D995D32}"/>
              </a:ext>
            </a:extLst>
          </p:cNvPr>
          <p:cNvSpPr txBox="1"/>
          <p:nvPr/>
        </p:nvSpPr>
        <p:spPr>
          <a:xfrm>
            <a:off x="9066593" y="6503500"/>
            <a:ext cx="2476469" cy="184666"/>
          </a:xfrm>
          <a:prstGeom prst="rect">
            <a:avLst/>
          </a:prstGeom>
          <a:noFill/>
          <a:ln>
            <a:noFill/>
            <a:prstDash val="lgDash"/>
          </a:ln>
        </p:spPr>
        <p:txBody>
          <a:bodyPr wrap="square" lIns="0" tIns="0" rIns="0" bIns="0" rtlCol="0">
            <a:spAutoFit/>
          </a:bodyPr>
          <a:lstStyle/>
          <a:p>
            <a:pPr algn="ctr">
              <a:spcBef>
                <a:spcPts val="600"/>
              </a:spcBef>
              <a:buSzPct val="100000"/>
            </a:pPr>
            <a:r>
              <a:rPr lang="en-US" sz="1200" b="1" i="1" dirty="0">
                <a:latin typeface="Verdana" panose="020B0604030504040204" pitchFamily="34" charset="0"/>
                <a:ea typeface="Verdana" panose="020B0604030504040204" pitchFamily="34" charset="0"/>
                <a:hlinkClick r:id="rId7" action="ppaction://hlinksldjump"/>
              </a:rPr>
              <a:t>Return to Main Slide</a:t>
            </a:r>
            <a:endParaRPr lang="en-US" sz="1200" b="1" i="1" dirty="0">
              <a:latin typeface="Verdana" panose="020B0604030504040204" pitchFamily="34" charset="0"/>
              <a:ea typeface="Verdana" panose="020B0604030504040204" pitchFamily="34" charset="0"/>
            </a:endParaRPr>
          </a:p>
        </p:txBody>
      </p:sp>
      <p:sp>
        <p:nvSpPr>
          <p:cNvPr id="41" name="Rectangle 40">
            <a:extLst>
              <a:ext uri="{FF2B5EF4-FFF2-40B4-BE49-F238E27FC236}">
                <a16:creationId xmlns:a16="http://schemas.microsoft.com/office/drawing/2014/main" id="{4C8ED820-788F-4A28-B5E2-EF07E6705F52}"/>
              </a:ext>
            </a:extLst>
          </p:cNvPr>
          <p:cNvSpPr/>
          <p:nvPr/>
        </p:nvSpPr>
        <p:spPr bwMode="gray">
          <a:xfrm>
            <a:off x="9913139" y="1235357"/>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#5</a:t>
            </a:r>
          </a:p>
        </p:txBody>
      </p:sp>
      <p:sp>
        <p:nvSpPr>
          <p:cNvPr id="45" name="TextBox 44">
            <a:extLst>
              <a:ext uri="{FF2B5EF4-FFF2-40B4-BE49-F238E27FC236}">
                <a16:creationId xmlns:a16="http://schemas.microsoft.com/office/drawing/2014/main" id="{2DBE5B6A-4E01-420A-9C4D-5C3C8506A43D}"/>
              </a:ext>
            </a:extLst>
          </p:cNvPr>
          <p:cNvSpPr txBox="1"/>
          <p:nvPr/>
        </p:nvSpPr>
        <p:spPr>
          <a:xfrm>
            <a:off x="314562" y="4274477"/>
            <a:ext cx="4578626" cy="1692771"/>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Variable Cost Optimization through Captive Mines and achievement of commercial sales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Non-Tariff Income Maximization</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Regulatory Assets across all state power utilities</a:t>
            </a: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Technical and Financial Losses through WBSEDCL</a:t>
            </a:r>
          </a:p>
        </p:txBody>
      </p:sp>
      <p:sp>
        <p:nvSpPr>
          <p:cNvPr id="46" name="Rectangle: Top Corners Rounded 45">
            <a:extLst>
              <a:ext uri="{FF2B5EF4-FFF2-40B4-BE49-F238E27FC236}">
                <a16:creationId xmlns:a16="http://schemas.microsoft.com/office/drawing/2014/main" id="{84F7A72B-576B-4F4F-9624-E64E18D22DF0}"/>
              </a:ext>
            </a:extLst>
          </p:cNvPr>
          <p:cNvSpPr/>
          <p:nvPr/>
        </p:nvSpPr>
        <p:spPr bwMode="gray">
          <a:xfrm>
            <a:off x="297190" y="3840016"/>
            <a:ext cx="4617485" cy="432351"/>
          </a:xfrm>
          <a:prstGeom prst="round2SameRect">
            <a:avLst>
              <a:gd name="adj1" fmla="val 0"/>
              <a:gd name="adj2" fmla="val 0"/>
            </a:avLst>
          </a:prstGeom>
          <a:solidFill>
            <a:srgbClr val="004F59"/>
          </a:solidFill>
          <a:ln w="19050" algn="ctr">
            <a:noFill/>
            <a:miter lim="800000"/>
            <a:headEnd/>
            <a:tailEnd/>
          </a:ln>
        </p:spPr>
        <p:txBody>
          <a:bodyPr wrap="square" lIns="45720" tIns="45720" rIns="0" bIns="0" rtlCol="0" anchor="t" anchorCtr="0"/>
          <a:lstStyle/>
          <a:p>
            <a:r>
              <a:rPr lang="da-DK" sz="1300" b="1" dirty="0">
                <a:solidFill>
                  <a:prstClr val="white"/>
                </a:solidFill>
                <a:latin typeface="Verdana" panose="020B0604030504040204" pitchFamily="34" charset="0"/>
                <a:ea typeface="Verdana" panose="020B0604030504040204" pitchFamily="34" charset="0"/>
              </a:rPr>
              <a:t>6. </a:t>
            </a:r>
            <a:r>
              <a:rPr lang="en-US" sz="1300" b="1" dirty="0">
                <a:solidFill>
                  <a:schemeClr val="bg1"/>
                </a:solidFill>
                <a:latin typeface="Verdana" panose="020B0604030504040204" pitchFamily="34" charset="0"/>
                <a:ea typeface="Verdana" panose="020B0604030504040204" pitchFamily="34" charset="0"/>
              </a:rPr>
              <a:t>Commercial And Regulatory Measures</a:t>
            </a:r>
            <a:r>
              <a:rPr lang="en-US" sz="1300" b="1" dirty="0">
                <a:solidFill>
                  <a:prstClr val="white"/>
                </a:solidFill>
                <a:latin typeface="Verdana" panose="020B0604030504040204" pitchFamily="34" charset="0"/>
                <a:ea typeface="Verdana" panose="020B0604030504040204" pitchFamily="34" charset="0"/>
              </a:rPr>
              <a:t> </a:t>
            </a:r>
            <a:endParaRPr lang="en-GB" sz="1300" b="1" dirty="0">
              <a:solidFill>
                <a:prstClr val="white"/>
              </a:solidFill>
              <a:latin typeface="Verdana" panose="020B0604030504040204" pitchFamily="34" charset="0"/>
              <a:ea typeface="Verdana" panose="020B0604030504040204" pitchFamily="34" charset="0"/>
            </a:endParaRPr>
          </a:p>
          <a:p>
            <a:pPr>
              <a:buFont typeface="Wingdings 2" pitchFamily="18" charset="2"/>
              <a:buNone/>
            </a:pPr>
            <a:endParaRPr lang="en-GB" sz="1300" b="1" dirty="0">
              <a:solidFill>
                <a:prstClr val="white"/>
              </a:solidFill>
              <a:latin typeface="Verdana" panose="020B0604030504040204" pitchFamily="34" charset="0"/>
              <a:ea typeface="Verdana" panose="020B0604030504040204" pitchFamily="34" charset="0"/>
            </a:endParaRPr>
          </a:p>
        </p:txBody>
      </p:sp>
      <p:sp>
        <p:nvSpPr>
          <p:cNvPr id="47" name="Oval 46">
            <a:extLst>
              <a:ext uri="{FF2B5EF4-FFF2-40B4-BE49-F238E27FC236}">
                <a16:creationId xmlns:a16="http://schemas.microsoft.com/office/drawing/2014/main" id="{436118F7-C0BF-4574-88BD-BAEC1F1CE0BA}"/>
              </a:ext>
            </a:extLst>
          </p:cNvPr>
          <p:cNvSpPr/>
          <p:nvPr/>
        </p:nvSpPr>
        <p:spPr bwMode="gray">
          <a:xfrm>
            <a:off x="4308036" y="3979436"/>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prstClr val="white"/>
              </a:solidFill>
              <a:latin typeface="Verdana" panose="020B0604030504040204" pitchFamily="34" charset="0"/>
              <a:ea typeface="Verdana" panose="020B0604030504040204" pitchFamily="34" charset="0"/>
            </a:endParaRPr>
          </a:p>
        </p:txBody>
      </p:sp>
      <p:sp>
        <p:nvSpPr>
          <p:cNvPr id="48" name="Rectangle 47">
            <a:extLst>
              <a:ext uri="{FF2B5EF4-FFF2-40B4-BE49-F238E27FC236}">
                <a16:creationId xmlns:a16="http://schemas.microsoft.com/office/drawing/2014/main" id="{473DBAFA-9CDA-4E8B-9519-333B7EBF30A0}"/>
              </a:ext>
            </a:extLst>
          </p:cNvPr>
          <p:cNvSpPr/>
          <p:nvPr/>
        </p:nvSpPr>
        <p:spPr bwMode="gray">
          <a:xfrm>
            <a:off x="4346350" y="4409519"/>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#6</a:t>
            </a:r>
          </a:p>
        </p:txBody>
      </p:sp>
      <p:sp>
        <p:nvSpPr>
          <p:cNvPr id="43" name="TextBox 42">
            <a:extLst>
              <a:ext uri="{FF2B5EF4-FFF2-40B4-BE49-F238E27FC236}">
                <a16:creationId xmlns:a16="http://schemas.microsoft.com/office/drawing/2014/main" id="{E66C459C-4EE7-4509-B5CF-2326FADE488B}"/>
              </a:ext>
            </a:extLst>
          </p:cNvPr>
          <p:cNvSpPr txBox="1"/>
          <p:nvPr/>
        </p:nvSpPr>
        <p:spPr>
          <a:xfrm>
            <a:off x="7221522" y="4255787"/>
            <a:ext cx="4578626" cy="1892826"/>
          </a:xfrm>
          <a:prstGeom prst="roundRect">
            <a:avLst>
              <a:gd name="adj" fmla="val 0"/>
            </a:avLst>
          </a:prstGeom>
          <a:solidFill>
            <a:schemeClr val="bg1">
              <a:lumMod val="95000"/>
            </a:schemeClr>
          </a:solidFill>
        </p:spPr>
        <p:txBody>
          <a:bodyPr wrap="square" lIns="45720" tIns="45720" rIns="756000" bIns="45720" rtlCol="0">
            <a:spAutoFit/>
          </a:bodyPr>
          <a:lstStyle/>
          <a:p>
            <a:pPr marL="171450" indent="-171450" algn="just">
              <a:buSzPct val="100000"/>
              <a:buFont typeface="Arial" panose="020B0604020202020204" pitchFamily="34" charset="0"/>
              <a:buChar char="•"/>
            </a:pPr>
            <a:endParaRPr lang="en-US" sz="1300" dirty="0">
              <a:solidFill>
                <a:prstClr val="black"/>
              </a:solidFill>
              <a:latin typeface="Verdana" panose="020B0604030504040204" pitchFamily="34" charset="0"/>
              <a:ea typeface="Verdana" panose="020B0604030504040204" pitchFamily="34" charset="0"/>
              <a:cs typeface="Vani" panose="02040502050405020303" pitchFamily="18" charset="0"/>
            </a:endParaRPr>
          </a:p>
          <a:p>
            <a:pPr marL="171450" indent="-171450" algn="just">
              <a:buSzPct val="100000"/>
              <a:buFont typeface="Arial" panose="020B0604020202020204" pitchFamily="34" charset="0"/>
              <a:buChar char="•"/>
            </a:pPr>
            <a:r>
              <a:rPr lang="en-US" sz="1300" dirty="0">
                <a:solidFill>
                  <a:prstClr val="black"/>
                </a:solidFill>
                <a:latin typeface="Verdana" panose="020B0604030504040204" pitchFamily="34" charset="0"/>
                <a:ea typeface="Verdana" panose="020B0604030504040204" pitchFamily="34" charset="0"/>
                <a:cs typeface="Vani" panose="02040502050405020303" pitchFamily="18" charset="0"/>
              </a:rPr>
              <a:t>Capacity building and/or training to ensure proper </a:t>
            </a:r>
            <a:r>
              <a:rPr kumimoji="0" lang="en-US" sz="1300" b="0" i="0" u="none" strike="noStrike" kern="1200" cap="none" spc="0" normalizeH="0" baseline="0" noProof="0" dirty="0">
                <a:ln>
                  <a:noFill/>
                </a:ln>
                <a:solidFill>
                  <a:prstClr val="black"/>
                </a:solidFill>
                <a:effectLst/>
                <a:uLnTx/>
                <a:uFillTx/>
                <a:latin typeface="Verdana"/>
                <a:ea typeface="+mn-ea"/>
                <a:cs typeface="+mn-cs"/>
              </a:rPr>
              <a:t>readiness with respect to upcoming digitization initiatives to be adopted</a:t>
            </a:r>
          </a:p>
          <a:p>
            <a:pPr marL="171450" indent="-171450" algn="just">
              <a:buSzPct val="100000"/>
              <a:buFont typeface="Arial" panose="020B0604020202020204" pitchFamily="34" charset="0"/>
              <a:buChar char="•"/>
            </a:pPr>
            <a:endParaRPr lang="en-US" sz="1300" dirty="0">
              <a:solidFill>
                <a:prstClr val="black"/>
              </a:solidFill>
              <a:latin typeface="Verdana"/>
            </a:endParaRPr>
          </a:p>
          <a:p>
            <a:pPr marL="171450" indent="-171450" algn="just">
              <a:buSzPct val="100000"/>
              <a:buFont typeface="Arial" panose="020B0604020202020204" pitchFamily="34" charset="0"/>
              <a:buChar char="•"/>
            </a:pPr>
            <a:r>
              <a:rPr kumimoji="0" lang="en-US" sz="1300" b="0" i="0" u="none" strike="noStrike" kern="1200" cap="none" spc="0" normalizeH="0" baseline="0" noProof="0" dirty="0">
                <a:ln>
                  <a:noFill/>
                </a:ln>
                <a:solidFill>
                  <a:prstClr val="black"/>
                </a:solidFill>
                <a:effectLst/>
                <a:uLnTx/>
                <a:uFillTx/>
                <a:latin typeface="Verdana"/>
                <a:ea typeface="+mn-ea"/>
                <a:cs typeface="+mn-cs"/>
              </a:rPr>
              <a:t>Proper training in knowledge management and transfer mechanism, to ensure smooth transition and handover of responsibilities</a:t>
            </a:r>
          </a:p>
          <a:p>
            <a:pPr algn="just">
              <a:buSzPct val="100000"/>
            </a:pPr>
            <a:endParaRPr lang="en-US" sz="1300" dirty="0">
              <a:solidFill>
                <a:prstClr val="black"/>
              </a:solidFill>
              <a:latin typeface="Verdana" panose="020B0604030504040204" pitchFamily="34" charset="0"/>
              <a:ea typeface="Verdana" panose="020B0604030504040204" pitchFamily="34" charset="0"/>
              <a:cs typeface="Vani" panose="02040502050405020303" pitchFamily="18" charset="0"/>
            </a:endParaRPr>
          </a:p>
        </p:txBody>
      </p:sp>
      <p:sp>
        <p:nvSpPr>
          <p:cNvPr id="50" name="Rectangle: Top Corners Rounded 49">
            <a:extLst>
              <a:ext uri="{FF2B5EF4-FFF2-40B4-BE49-F238E27FC236}">
                <a16:creationId xmlns:a16="http://schemas.microsoft.com/office/drawing/2014/main" id="{6FE01CE6-B40C-45CF-B178-F5B6E31E88C8}"/>
              </a:ext>
            </a:extLst>
          </p:cNvPr>
          <p:cNvSpPr/>
          <p:nvPr/>
        </p:nvSpPr>
        <p:spPr bwMode="gray">
          <a:xfrm>
            <a:off x="7204150" y="3821326"/>
            <a:ext cx="4617485" cy="432351"/>
          </a:xfrm>
          <a:prstGeom prst="round2SameRect">
            <a:avLst>
              <a:gd name="adj1" fmla="val 0"/>
              <a:gd name="adj2" fmla="val 0"/>
            </a:avLst>
          </a:prstGeom>
          <a:solidFill>
            <a:schemeClr val="tx1">
              <a:lumMod val="75000"/>
              <a:lumOff val="25000"/>
            </a:schemeClr>
          </a:solidFill>
          <a:ln w="19050" algn="ctr">
            <a:noFill/>
            <a:miter lim="800000"/>
            <a:headEnd/>
            <a:tailEnd/>
          </a:ln>
        </p:spPr>
        <p:txBody>
          <a:bodyPr wrap="square" lIns="45720" tIns="45720" rIns="0" bIns="0" rtlCol="0" anchor="t" anchorCtr="0"/>
          <a:lstStyle/>
          <a:p>
            <a:pPr>
              <a:buFont typeface="Wingdings 2" pitchFamily="18" charset="2"/>
              <a:buNone/>
            </a:pPr>
            <a:r>
              <a:rPr lang="da-DK" sz="1300" b="1" dirty="0">
                <a:solidFill>
                  <a:prstClr val="white"/>
                </a:solidFill>
                <a:latin typeface="Verdana" panose="020B0604030504040204" pitchFamily="34" charset="0"/>
                <a:ea typeface="Verdana" panose="020B0604030504040204" pitchFamily="34" charset="0"/>
              </a:rPr>
              <a:t>7. Institutional </a:t>
            </a:r>
            <a:r>
              <a:rPr lang="en-US" sz="1300" b="1" dirty="0">
                <a:solidFill>
                  <a:prstClr val="white"/>
                </a:solidFill>
                <a:latin typeface="Verdana" panose="020B0604030504040204" pitchFamily="34" charset="0"/>
                <a:ea typeface="Verdana" panose="020B0604030504040204" pitchFamily="34" charset="0"/>
              </a:rPr>
              <a:t>Capacity Building/Training </a:t>
            </a:r>
            <a:endParaRPr lang="en-GB" sz="1300" b="1" dirty="0">
              <a:solidFill>
                <a:prstClr val="white"/>
              </a:solidFill>
              <a:latin typeface="Verdana" panose="020B0604030504040204" pitchFamily="34" charset="0"/>
              <a:ea typeface="Verdana" panose="020B0604030504040204" pitchFamily="34" charset="0"/>
            </a:endParaRPr>
          </a:p>
          <a:p>
            <a:pPr>
              <a:buFont typeface="Wingdings 2" pitchFamily="18" charset="2"/>
              <a:buNone/>
            </a:pPr>
            <a:endParaRPr lang="en-GB" sz="1300" b="1" dirty="0">
              <a:solidFill>
                <a:prstClr val="white"/>
              </a:solidFill>
              <a:latin typeface="Verdana" panose="020B0604030504040204" pitchFamily="34" charset="0"/>
              <a:ea typeface="Verdana" panose="020B0604030504040204" pitchFamily="34" charset="0"/>
            </a:endParaRPr>
          </a:p>
        </p:txBody>
      </p:sp>
      <p:sp>
        <p:nvSpPr>
          <p:cNvPr id="51" name="Oval 50">
            <a:extLst>
              <a:ext uri="{FF2B5EF4-FFF2-40B4-BE49-F238E27FC236}">
                <a16:creationId xmlns:a16="http://schemas.microsoft.com/office/drawing/2014/main" id="{356CBCB7-D672-4A68-8E3E-4A2078032945}"/>
              </a:ext>
            </a:extLst>
          </p:cNvPr>
          <p:cNvSpPr/>
          <p:nvPr/>
        </p:nvSpPr>
        <p:spPr bwMode="gray">
          <a:xfrm>
            <a:off x="11214996" y="3960746"/>
            <a:ext cx="488823" cy="488823"/>
          </a:xfrm>
          <a:prstGeom prst="ellipse">
            <a:avLst/>
          </a:prstGeom>
          <a:solidFill>
            <a:schemeClr val="bg1"/>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300" b="1" dirty="0">
              <a:solidFill>
                <a:prstClr val="white"/>
              </a:solidFill>
              <a:latin typeface="Verdana" panose="020B0604030504040204" pitchFamily="34" charset="0"/>
              <a:ea typeface="Verdana" panose="020B0604030504040204" pitchFamily="34" charset="0"/>
            </a:endParaRPr>
          </a:p>
        </p:txBody>
      </p:sp>
      <p:sp>
        <p:nvSpPr>
          <p:cNvPr id="52" name="Rectangle 51">
            <a:extLst>
              <a:ext uri="{FF2B5EF4-FFF2-40B4-BE49-F238E27FC236}">
                <a16:creationId xmlns:a16="http://schemas.microsoft.com/office/drawing/2014/main" id="{87D94991-67C6-4F87-983B-CC8FEFC6C235}"/>
              </a:ext>
            </a:extLst>
          </p:cNvPr>
          <p:cNvSpPr/>
          <p:nvPr/>
        </p:nvSpPr>
        <p:spPr bwMode="gray">
          <a:xfrm>
            <a:off x="11253310" y="4390829"/>
            <a:ext cx="402267" cy="1478542"/>
          </a:xfrm>
          <a:prstGeom prst="rect">
            <a:avLst/>
          </a:prstGeom>
          <a:noFill/>
          <a:ln w="19050" algn="ctr">
            <a:noFill/>
            <a:miter lim="800000"/>
            <a:headEnd/>
            <a:tailEnd/>
          </a:ln>
        </p:spPr>
        <p:txBody>
          <a:bodyPr vert="vert270" wrap="square" lIns="88900" tIns="88900" rIns="88900" bIns="88900" rtlCol="0" anchor="ctr"/>
          <a:lstStyle/>
          <a:p>
            <a:pPr algn="ctr">
              <a:lnSpc>
                <a:spcPct val="106000"/>
              </a:lnSpc>
              <a:buFont typeface="Wingdings 2" pitchFamily="18" charset="2"/>
              <a:buNone/>
            </a:pPr>
            <a:r>
              <a:rPr lang="en-US" sz="1600" b="1" dirty="0"/>
              <a:t>TRACK LINE #7</a:t>
            </a:r>
          </a:p>
        </p:txBody>
      </p:sp>
      <p:pic>
        <p:nvPicPr>
          <p:cNvPr id="53" name="Graphic 52" descr="Users with solid fill">
            <a:extLst>
              <a:ext uri="{FF2B5EF4-FFF2-40B4-BE49-F238E27FC236}">
                <a16:creationId xmlns:a16="http://schemas.microsoft.com/office/drawing/2014/main" id="{E388AEB7-EB9C-4867-9948-6CC2A043741F}"/>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1234735" y="3969859"/>
            <a:ext cx="457200" cy="457200"/>
          </a:xfrm>
          <a:prstGeom prst="rect">
            <a:avLst/>
          </a:prstGeom>
        </p:spPr>
      </p:pic>
      <p:grpSp>
        <p:nvGrpSpPr>
          <p:cNvPr id="54" name="Group 53">
            <a:extLst>
              <a:ext uri="{FF2B5EF4-FFF2-40B4-BE49-F238E27FC236}">
                <a16:creationId xmlns:a16="http://schemas.microsoft.com/office/drawing/2014/main" id="{097871ED-0B79-4310-8106-C6C6A36C5EE0}"/>
              </a:ext>
            </a:extLst>
          </p:cNvPr>
          <p:cNvGrpSpPr/>
          <p:nvPr/>
        </p:nvGrpSpPr>
        <p:grpSpPr>
          <a:xfrm rot="15701675">
            <a:off x="6697125" y="2648197"/>
            <a:ext cx="369756" cy="1650283"/>
            <a:chOff x="7491780" y="2505965"/>
            <a:chExt cx="394324" cy="2053345"/>
          </a:xfrm>
          <a:solidFill>
            <a:schemeClr val="accent3"/>
          </a:solidFill>
        </p:grpSpPr>
        <p:sp>
          <p:nvSpPr>
            <p:cNvPr id="56" name="Rectangle: Top Corners Rounded 55">
              <a:extLst>
                <a:ext uri="{FF2B5EF4-FFF2-40B4-BE49-F238E27FC236}">
                  <a16:creationId xmlns:a16="http://schemas.microsoft.com/office/drawing/2014/main" id="{86879653-78D0-43DB-BB06-51643BCAD5F8}"/>
                </a:ext>
              </a:extLst>
            </p:cNvPr>
            <p:cNvSpPr/>
            <p:nvPr/>
          </p:nvSpPr>
          <p:spPr bwMode="gray">
            <a:xfrm>
              <a:off x="7583714" y="2786743"/>
              <a:ext cx="210457" cy="340632"/>
            </a:xfrm>
            <a:prstGeom prst="round2SameRect">
              <a:avLst>
                <a:gd name="adj1" fmla="val 34771"/>
                <a:gd name="adj2" fmla="val 0"/>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57" name="Rectangle 56">
              <a:extLst>
                <a:ext uri="{FF2B5EF4-FFF2-40B4-BE49-F238E27FC236}">
                  <a16:creationId xmlns:a16="http://schemas.microsoft.com/office/drawing/2014/main" id="{1BB7FEE5-21C7-4E94-9D2C-B2AB1362E7B0}"/>
                </a:ext>
              </a:extLst>
            </p:cNvPr>
            <p:cNvSpPr/>
            <p:nvPr/>
          </p:nvSpPr>
          <p:spPr bwMode="gray">
            <a:xfrm>
              <a:off x="7646524" y="3127375"/>
              <a:ext cx="84835" cy="1362075"/>
            </a:xfrm>
            <a:prstGeom prst="rect">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58" name="Rectangle 57">
              <a:extLst>
                <a:ext uri="{FF2B5EF4-FFF2-40B4-BE49-F238E27FC236}">
                  <a16:creationId xmlns:a16="http://schemas.microsoft.com/office/drawing/2014/main" id="{0C0FEADB-B93C-43ED-8C9F-BFF8F635699A}"/>
                </a:ext>
              </a:extLst>
            </p:cNvPr>
            <p:cNvSpPr/>
            <p:nvPr/>
          </p:nvSpPr>
          <p:spPr bwMode="gray">
            <a:xfrm>
              <a:off x="7653885" y="2686050"/>
              <a:ext cx="70112" cy="100693"/>
            </a:xfrm>
            <a:prstGeom prst="rect">
              <a:avLst/>
            </a:prstGeom>
            <a:solidFill>
              <a:srgbClr val="009A44"/>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59" name="Parallelogram 58">
              <a:extLst>
                <a:ext uri="{FF2B5EF4-FFF2-40B4-BE49-F238E27FC236}">
                  <a16:creationId xmlns:a16="http://schemas.microsoft.com/office/drawing/2014/main" id="{FB8F7429-D65A-4702-9CC4-A43F4599E267}"/>
                </a:ext>
              </a:extLst>
            </p:cNvPr>
            <p:cNvSpPr/>
            <p:nvPr/>
          </p:nvSpPr>
          <p:spPr bwMode="gray">
            <a:xfrm rot="5400000">
              <a:off x="7594814" y="4267274"/>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60" name="Parallelogram 59">
              <a:extLst>
                <a:ext uri="{FF2B5EF4-FFF2-40B4-BE49-F238E27FC236}">
                  <a16:creationId xmlns:a16="http://schemas.microsoft.com/office/drawing/2014/main" id="{34FCBE8A-CA66-49DD-9522-5260F4F51D45}"/>
                </a:ext>
              </a:extLst>
            </p:cNvPr>
            <p:cNvSpPr/>
            <p:nvPr/>
          </p:nvSpPr>
          <p:spPr bwMode="gray">
            <a:xfrm rot="16200000" flipH="1">
              <a:off x="7356626" y="4268021"/>
              <a:ext cx="426443" cy="156136"/>
            </a:xfrm>
            <a:prstGeom prst="parallelogram">
              <a:avLst>
                <a:gd name="adj" fmla="val 43333"/>
              </a:avLst>
            </a:prstGeom>
            <a:solidFill>
              <a:srgbClr val="43B02A"/>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sp>
          <p:nvSpPr>
            <p:cNvPr id="61" name="Arrow: Pentagon 60">
              <a:extLst>
                <a:ext uri="{FF2B5EF4-FFF2-40B4-BE49-F238E27FC236}">
                  <a16:creationId xmlns:a16="http://schemas.microsoft.com/office/drawing/2014/main" id="{25B65E2D-6050-4326-B040-810D193DF365}"/>
                </a:ext>
              </a:extLst>
            </p:cNvPr>
            <p:cNvSpPr/>
            <p:nvPr/>
          </p:nvSpPr>
          <p:spPr bwMode="gray">
            <a:xfrm rot="16200000">
              <a:off x="7598898" y="2573148"/>
              <a:ext cx="180085" cy="45719"/>
            </a:xfrm>
            <a:prstGeom prst="homePlate">
              <a:avLst/>
            </a:prstGeom>
            <a:solidFill>
              <a:srgbClr val="86BC25"/>
            </a:solidFill>
            <a:ln w="19050" algn="ctr">
              <a:noFill/>
              <a:miter lim="800000"/>
              <a:headEnd/>
              <a:tailEnd/>
            </a:ln>
          </p:spPr>
          <p:txBody>
            <a:bodyPr wrap="square" lIns="88900" tIns="88900" rIns="88900" bIns="88900" rtlCol="0" anchor="ctr"/>
            <a:lstStyle/>
            <a:p>
              <a:pPr algn="ctr">
                <a:buFont typeface="Wingdings 2" pitchFamily="18" charset="2"/>
                <a:buNone/>
              </a:pPr>
              <a:endParaRPr lang="en-US" sz="1600" b="1">
                <a:solidFill>
                  <a:schemeClr val="bg1"/>
                </a:solidFill>
              </a:endParaRPr>
            </a:p>
          </p:txBody>
        </p:sp>
      </p:grpSp>
      <p:pic>
        <p:nvPicPr>
          <p:cNvPr id="62" name="Graphic 61" descr="Users with solid fill">
            <a:extLst>
              <a:ext uri="{FF2B5EF4-FFF2-40B4-BE49-F238E27FC236}">
                <a16:creationId xmlns:a16="http://schemas.microsoft.com/office/drawing/2014/main" id="{0E93AD33-BC2D-4F88-B701-8B5F1C561C4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898410" y="833320"/>
            <a:ext cx="457200" cy="457200"/>
          </a:xfrm>
          <a:prstGeom prst="rect">
            <a:avLst/>
          </a:prstGeom>
        </p:spPr>
      </p:pic>
      <p:pic>
        <p:nvPicPr>
          <p:cNvPr id="63" name="Graphic 62" descr="Rupee with solid fill">
            <a:extLst>
              <a:ext uri="{FF2B5EF4-FFF2-40B4-BE49-F238E27FC236}">
                <a16:creationId xmlns:a16="http://schemas.microsoft.com/office/drawing/2014/main" id="{F44E0EFC-7FED-4158-B7A5-086976EEE4BD}"/>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4380680" y="4066616"/>
            <a:ext cx="314461" cy="314461"/>
          </a:xfrm>
          <a:prstGeom prst="rect">
            <a:avLst/>
          </a:prstGeom>
        </p:spPr>
      </p:pic>
    </p:spTree>
    <p:extLst>
      <p:ext uri="{BB962C8B-B14F-4D97-AF65-F5344CB8AC3E}">
        <p14:creationId xmlns:p14="http://schemas.microsoft.com/office/powerpoint/2010/main" val="1075992464"/>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501650" y="348201"/>
            <a:ext cx="11188700" cy="334099"/>
          </a:xfrm>
        </p:spPr>
        <p:txBody>
          <a:bodyPr/>
          <a:lstStyle/>
          <a:p>
            <a:pPr>
              <a:spcBef>
                <a:spcPts val="0"/>
              </a:spcBef>
              <a:spcAft>
                <a:spcPts val="1000"/>
              </a:spcAft>
              <a:buSzPct val="100000"/>
            </a:pPr>
            <a:r>
              <a:rPr lang="en-US" sz="1800" dirty="0">
                <a:solidFill>
                  <a:srgbClr val="004F59"/>
                </a:solidFill>
                <a:latin typeface="Verdana" panose="020B0604030504040204" pitchFamily="34" charset="0"/>
                <a:ea typeface="Verdana" panose="020B0604030504040204" pitchFamily="34" charset="0"/>
              </a:rPr>
              <a:t>WBDOP Action Plan</a:t>
            </a:r>
          </a:p>
        </p:txBody>
      </p:sp>
      <p:sp>
        <p:nvSpPr>
          <p:cNvPr id="13" name="AutoShape 12"/>
          <p:cNvSpPr>
            <a:spLocks noChangeArrowheads="1"/>
          </p:cNvSpPr>
          <p:nvPr/>
        </p:nvSpPr>
        <p:spPr bwMode="auto">
          <a:xfrm flipH="1">
            <a:off x="2601684" y="1256863"/>
            <a:ext cx="347955" cy="3815880"/>
          </a:xfrm>
          <a:prstGeom prst="homePlate">
            <a:avLst>
              <a:gd name="adj" fmla="val 100000"/>
            </a:avLst>
          </a:prstGeom>
          <a:noFill/>
          <a:ln w="19050" algn="ctr">
            <a:solidFill>
              <a:srgbClr val="86BC25"/>
            </a:solidFill>
            <a:prstDash val="sysDash"/>
            <a:miter lim="800000"/>
            <a:headEnd/>
            <a:tailEnd/>
          </a:ln>
        </p:spPr>
        <p:txBody>
          <a:bodyPr wrap="square" lIns="88900" tIns="88900" rIns="88900" bIns="88900" anchor="ctr"/>
          <a:lstStyle/>
          <a:p>
            <a:pPr algn="ctr"/>
            <a:endParaRPr lang="en-US" sz="1100" dirty="0">
              <a:latin typeface="Verdana" panose="020B0604030504040204" pitchFamily="34" charset="0"/>
              <a:ea typeface="Verdana" panose="020B0604030504040204" pitchFamily="34" charset="0"/>
            </a:endParaRPr>
          </a:p>
        </p:txBody>
      </p:sp>
      <p:grpSp>
        <p:nvGrpSpPr>
          <p:cNvPr id="25" name="Group 24">
            <a:extLst>
              <a:ext uri="{FF2B5EF4-FFF2-40B4-BE49-F238E27FC236}">
                <a16:creationId xmlns:a16="http://schemas.microsoft.com/office/drawing/2014/main" id="{B927F14C-B96D-4A38-A7D9-1389B7AFDFAD}"/>
              </a:ext>
            </a:extLst>
          </p:cNvPr>
          <p:cNvGrpSpPr/>
          <p:nvPr/>
        </p:nvGrpSpPr>
        <p:grpSpPr>
          <a:xfrm>
            <a:off x="3167743" y="1256863"/>
            <a:ext cx="8413750" cy="3815880"/>
            <a:chOff x="491490" y="1611784"/>
            <a:chExt cx="7118350" cy="1435229"/>
          </a:xfrm>
        </p:grpSpPr>
        <p:sp>
          <p:nvSpPr>
            <p:cNvPr id="4" name="Rectangle 3"/>
            <p:cNvSpPr>
              <a:spLocks noChangeArrowheads="1"/>
            </p:cNvSpPr>
            <p:nvPr/>
          </p:nvSpPr>
          <p:spPr bwMode="auto">
            <a:xfrm>
              <a:off x="491490" y="1611784"/>
              <a:ext cx="7118350" cy="288000"/>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200" dirty="0">
                  <a:latin typeface="Verdana" panose="020B0604030504040204" pitchFamily="34" charset="0"/>
                  <a:ea typeface="Verdana" panose="020B0604030504040204" pitchFamily="34" charset="0"/>
                </a:rPr>
                <a:t>Stakeholder consultation and Strategy Formulation</a:t>
              </a:r>
              <a:endParaRPr lang="en-US" altLang="ja-JP" sz="1200" dirty="0">
                <a:latin typeface="Verdana" panose="020B0604030504040204" pitchFamily="34" charset="0"/>
                <a:ea typeface="Verdana" panose="020B0604030504040204" pitchFamily="34" charset="0"/>
              </a:endParaRPr>
            </a:p>
          </p:txBody>
        </p:sp>
        <p:sp>
          <p:nvSpPr>
            <p:cNvPr id="16" name="Rectangle 15">
              <a:extLst>
                <a:ext uri="{FF2B5EF4-FFF2-40B4-BE49-F238E27FC236}">
                  <a16:creationId xmlns:a16="http://schemas.microsoft.com/office/drawing/2014/main" id="{562DF6CD-1781-4790-A64E-39EB2BC79329}"/>
                </a:ext>
              </a:extLst>
            </p:cNvPr>
            <p:cNvSpPr>
              <a:spLocks noChangeArrowheads="1"/>
            </p:cNvSpPr>
            <p:nvPr/>
          </p:nvSpPr>
          <p:spPr bwMode="auto">
            <a:xfrm>
              <a:off x="491490" y="1998052"/>
              <a:ext cx="7118350" cy="288000"/>
            </a:xfrm>
            <a:prstGeom prst="rect">
              <a:avLst/>
            </a:prstGeom>
            <a:solidFill>
              <a:schemeClr val="accent6">
                <a:lumMod val="40000"/>
                <a:lumOff val="60000"/>
              </a:schemeClr>
            </a:solidFill>
            <a:ln w="19050" algn="ctr">
              <a:noFill/>
              <a:miter lim="800000"/>
              <a:headEnd/>
              <a:tailEnd/>
            </a:ln>
          </p:spPr>
          <p:txBody>
            <a:bodyPr wrap="square" lIns="88900" tIns="88900" rIns="88900" bIns="88900" anchor="ctr"/>
            <a:lstStyle/>
            <a:p>
              <a:pPr algn="just">
                <a:defRPr/>
              </a:pPr>
              <a:r>
                <a:rPr lang="en-US" altLang="ja-JP" sz="1200" dirty="0">
                  <a:latin typeface="Verdana" panose="020B0604030504040204" pitchFamily="34" charset="0"/>
                  <a:ea typeface="Verdana" panose="020B0604030504040204" pitchFamily="34" charset="0"/>
                </a:rPr>
                <a:t>Financial arrangement/facilitation wherever necessary</a:t>
              </a:r>
            </a:p>
          </p:txBody>
        </p:sp>
        <p:sp>
          <p:nvSpPr>
            <p:cNvPr id="19" name="Rectangle 18">
              <a:extLst>
                <a:ext uri="{FF2B5EF4-FFF2-40B4-BE49-F238E27FC236}">
                  <a16:creationId xmlns:a16="http://schemas.microsoft.com/office/drawing/2014/main" id="{7142A3F3-0A7F-4356-A83D-8EEBF7011D25}"/>
                </a:ext>
              </a:extLst>
            </p:cNvPr>
            <p:cNvSpPr>
              <a:spLocks noChangeArrowheads="1"/>
            </p:cNvSpPr>
            <p:nvPr/>
          </p:nvSpPr>
          <p:spPr bwMode="auto">
            <a:xfrm>
              <a:off x="491490" y="2361170"/>
              <a:ext cx="7118350" cy="288000"/>
            </a:xfrm>
            <a:prstGeom prst="rect">
              <a:avLst/>
            </a:prstGeom>
            <a:solidFill>
              <a:schemeClr val="accent6">
                <a:lumMod val="40000"/>
                <a:lumOff val="60000"/>
              </a:schemeClr>
            </a:solidFill>
            <a:ln w="19050" algn="ctr">
              <a:noFill/>
              <a:miter lim="800000"/>
              <a:headEnd/>
              <a:tailEnd/>
            </a:ln>
          </p:spPr>
          <p:txBody>
            <a:bodyPr wrap="square" lIns="88900" tIns="88900" rIns="88900" bIns="88900" anchor="ctr"/>
            <a:lstStyle/>
            <a:p>
              <a:pPr algn="just">
                <a:defRPr/>
              </a:pPr>
              <a:r>
                <a:rPr lang="en-US" sz="1200" dirty="0">
                  <a:latin typeface="Verdana" panose="020B0604030504040204" pitchFamily="34" charset="0"/>
                  <a:ea typeface="Verdana" panose="020B0604030504040204" pitchFamily="34" charset="0"/>
                </a:rPr>
                <a:t>Implementation support</a:t>
              </a:r>
              <a:endParaRPr lang="en-US" altLang="ja-JP" sz="1200" dirty="0">
                <a:latin typeface="Verdana" panose="020B0604030504040204" pitchFamily="34" charset="0"/>
                <a:ea typeface="Verdana" panose="020B0604030504040204" pitchFamily="34" charset="0"/>
              </a:endParaRPr>
            </a:p>
          </p:txBody>
        </p:sp>
        <p:sp>
          <p:nvSpPr>
            <p:cNvPr id="22" name="Rectangle 21">
              <a:extLst>
                <a:ext uri="{FF2B5EF4-FFF2-40B4-BE49-F238E27FC236}">
                  <a16:creationId xmlns:a16="http://schemas.microsoft.com/office/drawing/2014/main" id="{A5BC29AD-3992-4F91-8666-4BC3560110A0}"/>
                </a:ext>
              </a:extLst>
            </p:cNvPr>
            <p:cNvSpPr>
              <a:spLocks noChangeArrowheads="1"/>
            </p:cNvSpPr>
            <p:nvPr/>
          </p:nvSpPr>
          <p:spPr bwMode="auto">
            <a:xfrm>
              <a:off x="491490" y="2735863"/>
              <a:ext cx="7118350" cy="311150"/>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altLang="ja-JP" sz="1200" dirty="0">
                  <a:latin typeface="Verdana" panose="020B0604030504040204" pitchFamily="34" charset="0"/>
                  <a:ea typeface="Verdana" panose="020B0604030504040204" pitchFamily="34" charset="0"/>
                </a:rPr>
                <a:t>Collection of quarterly monitoring report from concerned utility</a:t>
              </a:r>
            </a:p>
          </p:txBody>
        </p:sp>
      </p:grpSp>
      <p:sp>
        <p:nvSpPr>
          <p:cNvPr id="26" name="Rectangle 25">
            <a:extLst>
              <a:ext uri="{FF2B5EF4-FFF2-40B4-BE49-F238E27FC236}">
                <a16:creationId xmlns:a16="http://schemas.microsoft.com/office/drawing/2014/main" id="{A393108E-07B9-4EDB-9A3E-6E1DB07F97FE}"/>
              </a:ext>
            </a:extLst>
          </p:cNvPr>
          <p:cNvSpPr>
            <a:spLocks noChangeArrowheads="1"/>
          </p:cNvSpPr>
          <p:nvPr/>
        </p:nvSpPr>
        <p:spPr bwMode="auto">
          <a:xfrm>
            <a:off x="501650" y="6159806"/>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27" name="Rectangle 26">
            <a:extLst>
              <a:ext uri="{FF2B5EF4-FFF2-40B4-BE49-F238E27FC236}">
                <a16:creationId xmlns:a16="http://schemas.microsoft.com/office/drawing/2014/main" id="{AB821173-04EC-489A-8471-3927E5D9A100}"/>
              </a:ext>
            </a:extLst>
          </p:cNvPr>
          <p:cNvSpPr>
            <a:spLocks noChangeArrowheads="1"/>
          </p:cNvSpPr>
          <p:nvPr/>
        </p:nvSpPr>
        <p:spPr bwMode="auto">
          <a:xfrm>
            <a:off x="2808126" y="6159806"/>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28" name="Rectangle 27">
            <a:extLst>
              <a:ext uri="{FF2B5EF4-FFF2-40B4-BE49-F238E27FC236}">
                <a16:creationId xmlns:a16="http://schemas.microsoft.com/office/drawing/2014/main" id="{F0880FCB-8F84-4231-8C76-B16D3D2F59C9}"/>
              </a:ext>
            </a:extLst>
          </p:cNvPr>
          <p:cNvSpPr>
            <a:spLocks noChangeArrowheads="1"/>
          </p:cNvSpPr>
          <p:nvPr/>
        </p:nvSpPr>
        <p:spPr bwMode="auto">
          <a:xfrm>
            <a:off x="5114602" y="6159806"/>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sp>
        <p:nvSpPr>
          <p:cNvPr id="29" name="Text Placeholder 1">
            <a:extLst>
              <a:ext uri="{FF2B5EF4-FFF2-40B4-BE49-F238E27FC236}">
                <a16:creationId xmlns:a16="http://schemas.microsoft.com/office/drawing/2014/main" id="{81C7037D-308E-4029-B46B-12B13FAACB47}"/>
              </a:ext>
            </a:extLst>
          </p:cNvPr>
          <p:cNvSpPr txBox="1">
            <a:spLocks/>
          </p:cNvSpPr>
          <p:nvPr/>
        </p:nvSpPr>
        <p:spPr>
          <a:xfrm>
            <a:off x="9976560" y="348201"/>
            <a:ext cx="1941120" cy="303397"/>
          </a:xfrm>
          <a:prstGeom prst="rect">
            <a:avLst/>
          </a:prstGeom>
        </p:spPr>
        <p:txBody>
          <a:bodyPr vert="horz" lIns="0" tIns="0" rIns="0" bIns="0" rtlCol="0">
            <a:noAutofit/>
          </a:bodyPr>
          <a:lstStyle>
            <a:lvl1pPr marL="0" indent="0" algn="l" defTabSz="914400" rtl="0" eaLnBrk="1" latinLnBrk="0" hangingPunct="1">
              <a:spcBef>
                <a:spcPts val="0"/>
              </a:spcBef>
              <a:spcAft>
                <a:spcPts val="1000"/>
              </a:spcAft>
              <a:buSzPct val="100000"/>
              <a:buFontTx/>
              <a:buNone/>
              <a:defRPr sz="1800" b="0" kern="1200">
                <a:solidFill>
                  <a:srgbClr val="575757"/>
                </a:solidFill>
                <a:latin typeface="+mn-lt"/>
                <a:ea typeface="+mn-ea"/>
                <a:cs typeface="Calibri Light" panose="020F0302020204030204" pitchFamily="34" charset="0"/>
              </a:defRPr>
            </a:lvl1pPr>
            <a:lvl2pPr marL="139700" indent="-139700" algn="l" defTabSz="914400" rtl="0" eaLnBrk="1" latinLnBrk="0" hangingPunct="1">
              <a:spcBef>
                <a:spcPts val="0"/>
              </a:spcBef>
              <a:spcAft>
                <a:spcPts val="1000"/>
              </a:spcAft>
              <a:buClrTx/>
              <a:buSzPct val="100000"/>
              <a:buFont typeface="Arial" panose="020B0604020202020204" pitchFamily="34" charset="0"/>
              <a:buChar char="•"/>
              <a:defRPr lang="en-US" sz="1300" b="1" kern="1200" dirty="0" smtClean="0">
                <a:solidFill>
                  <a:schemeClr val="tx1"/>
                </a:solidFill>
                <a:latin typeface="+mj-lt"/>
                <a:ea typeface="+mn-ea"/>
                <a:cs typeface="Calibri Light" panose="020F0302020204030204" pitchFamily="34" charset="0"/>
              </a:defRPr>
            </a:lvl2pPr>
            <a:lvl3pPr marL="3048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dirty="0" smtClean="0">
                <a:solidFill>
                  <a:schemeClr val="tx1"/>
                </a:solidFill>
                <a:latin typeface="+mn-lt"/>
                <a:ea typeface="+mn-ea"/>
                <a:cs typeface="Calibri Light" panose="020F0302020204030204" pitchFamily="34" charset="0"/>
              </a:defRPr>
            </a:lvl3pPr>
            <a:lvl4pPr marL="469900" indent="-139700" algn="l" defTabSz="914400" rtl="0" eaLnBrk="1" latinLnBrk="0" hangingPunct="1">
              <a:spcBef>
                <a:spcPts val="0"/>
              </a:spcBef>
              <a:spcAft>
                <a:spcPts val="1000"/>
              </a:spcAft>
              <a:buClrTx/>
              <a:buSzPct val="100000"/>
              <a:buFont typeface="Arial" panose="020B0604020202020204" pitchFamily="34" charset="0"/>
              <a:buChar char="◦"/>
              <a:defRPr lang="en-US" sz="1300" kern="1200" baseline="0" dirty="0" smtClean="0">
                <a:solidFill>
                  <a:schemeClr val="tx1"/>
                </a:solidFill>
                <a:latin typeface="+mn-lt"/>
                <a:ea typeface="+mn-ea"/>
                <a:cs typeface="Calibri Light" panose="020F0302020204030204" pitchFamily="34" charset="0"/>
              </a:defRPr>
            </a:lvl4pPr>
            <a:lvl5pPr marL="635000" indent="-139700" algn="l" defTabSz="798513" rtl="0" eaLnBrk="1" latinLnBrk="0" hangingPunct="1">
              <a:spcBef>
                <a:spcPts val="0"/>
              </a:spcBef>
              <a:spcAft>
                <a:spcPts val="1000"/>
              </a:spcAft>
              <a:buClrTx/>
              <a:buSzPct val="100000"/>
              <a:buFont typeface="Arial" panose="020B0604020202020204" pitchFamily="34" charset="0"/>
              <a:buChar char="−"/>
              <a:tabLst/>
              <a:defRPr lang="en-US" sz="1300" kern="1200" baseline="0" dirty="0" smtClean="0">
                <a:solidFill>
                  <a:schemeClr val="tx1"/>
                </a:solidFill>
                <a:latin typeface="+mn-lt"/>
                <a:ea typeface="+mn-ea"/>
                <a:cs typeface="Calibri Light" panose="020F0302020204030204" pitchFamily="34" charset="0"/>
              </a:defRPr>
            </a:lvl5pPr>
            <a:lvl6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6pPr>
            <a:lvl7pPr marL="532800" indent="-176400" algn="l" defTabSz="914400" rtl="0" eaLnBrk="1" latinLnBrk="0" hangingPunct="1">
              <a:spcBef>
                <a:spcPts val="0"/>
              </a:spcBef>
              <a:spcAft>
                <a:spcPts val="1000"/>
              </a:spcAft>
              <a:buFont typeface="Verdana" panose="020B0604030504040204" pitchFamily="34" charset="0"/>
              <a:buChar char="−"/>
              <a:defRPr sz="1200" kern="1200">
                <a:solidFill>
                  <a:schemeClr val="tx1"/>
                </a:solidFill>
                <a:latin typeface="+mn-lt"/>
                <a:ea typeface="+mn-ea"/>
                <a:cs typeface="+mn-cs"/>
              </a:defRPr>
            </a:lvl7pPr>
            <a:lvl8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8pPr>
            <a:lvl9pPr marL="532800" indent="-176400" algn="l" defTabSz="914400" rtl="0" eaLnBrk="1" latinLnBrk="0" hangingPunct="1">
              <a:spcBef>
                <a:spcPts val="0"/>
              </a:spcBef>
              <a:spcAft>
                <a:spcPts val="1000"/>
              </a:spcAft>
              <a:buFont typeface="Verdana" panose="020B0604030504040204" pitchFamily="34" charset="0"/>
              <a:buChar char="−"/>
              <a:defRPr sz="1200" kern="1200" baseline="0">
                <a:solidFill>
                  <a:schemeClr val="tx1"/>
                </a:solidFill>
                <a:latin typeface="+mn-lt"/>
                <a:ea typeface="+mn-ea"/>
                <a:cs typeface="+mn-cs"/>
              </a:defRPr>
            </a:lvl9pPr>
          </a:lstStyle>
          <a:p>
            <a:r>
              <a:rPr lang="en-US" dirty="0">
                <a:solidFill>
                  <a:srgbClr val="004F59"/>
                </a:solidFill>
              </a:rPr>
              <a:t>(</a:t>
            </a:r>
            <a:r>
              <a:rPr lang="en-IN" dirty="0">
                <a:solidFill>
                  <a:srgbClr val="004F59"/>
                </a:solidFill>
              </a:rPr>
              <a:t>TRACK LINE #1-7)</a:t>
            </a:r>
            <a:endParaRPr lang="en-US" dirty="0">
              <a:solidFill>
                <a:srgbClr val="004F59"/>
              </a:solidFill>
            </a:endParaRPr>
          </a:p>
        </p:txBody>
      </p:sp>
      <p:sp>
        <p:nvSpPr>
          <p:cNvPr id="30" name="Rectangle 19">
            <a:extLst>
              <a:ext uri="{FF2B5EF4-FFF2-40B4-BE49-F238E27FC236}">
                <a16:creationId xmlns:a16="http://schemas.microsoft.com/office/drawing/2014/main" id="{3979D4F7-55AA-406C-92C4-046A7EEDF703}"/>
              </a:ext>
            </a:extLst>
          </p:cNvPr>
          <p:cNvSpPr>
            <a:spLocks noChangeArrowheads="1"/>
          </p:cNvSpPr>
          <p:nvPr/>
        </p:nvSpPr>
        <p:spPr bwMode="auto">
          <a:xfrm>
            <a:off x="174172" y="1256863"/>
            <a:ext cx="2307770" cy="3815880"/>
          </a:xfrm>
          <a:prstGeom prst="rect">
            <a:avLst/>
          </a:prstGeom>
          <a:solidFill>
            <a:schemeClr val="accent5">
              <a:lumMod val="75000"/>
            </a:schemeClr>
          </a:solidFill>
          <a:ln w="19050" algn="ctr">
            <a:noFill/>
            <a:miter lim="800000"/>
            <a:headEnd/>
            <a:tailEnd/>
          </a:ln>
        </p:spPr>
        <p:txBody>
          <a:bodyPr wrap="square" lIns="91440" tIns="88900" rIns="9144" bIns="88900" anchor="ctr"/>
          <a:lstStyle/>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Decarbonization and Sustainability</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Energy Efficiency initiatives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Digital Enablement And Agile/Smart Operations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Energy Transition</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Consumer Centric Initiatives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Commercial And Regulatory Measures</a:t>
            </a:r>
          </a:p>
          <a:p>
            <a:pPr marL="171450" indent="-171450">
              <a:buFont typeface="Arial" panose="020B0604020202020204" pitchFamily="34" charset="0"/>
              <a:buChar char="•"/>
              <a:defRPr/>
            </a:pPr>
            <a:endParaRPr lang="en-US" sz="1200" dirty="0">
              <a:solidFill>
                <a:prstClr val="white"/>
              </a:solidFill>
              <a:latin typeface="Verdana" panose="020B0604030504040204" pitchFamily="34" charset="0"/>
              <a:ea typeface="Verdana" panose="020B0604030504040204" pitchFamily="34" charset="0"/>
            </a:endParaRPr>
          </a:p>
          <a:p>
            <a:pPr marL="171450" indent="-171450">
              <a:buFont typeface="Arial" panose="020B0604020202020204" pitchFamily="34" charset="0"/>
              <a:buChar char="•"/>
              <a:defRPr/>
            </a:pPr>
            <a:r>
              <a:rPr lang="en-US" sz="1200" dirty="0">
                <a:solidFill>
                  <a:prstClr val="white"/>
                </a:solidFill>
                <a:latin typeface="Verdana" panose="020B0604030504040204" pitchFamily="34" charset="0"/>
                <a:ea typeface="Verdana" panose="020B0604030504040204" pitchFamily="34" charset="0"/>
              </a:rPr>
              <a:t>Institutional Capacity Building/Training</a:t>
            </a:r>
          </a:p>
        </p:txBody>
      </p:sp>
    </p:spTree>
    <p:extLst>
      <p:ext uri="{BB962C8B-B14F-4D97-AF65-F5344CB8AC3E}">
        <p14:creationId xmlns:p14="http://schemas.microsoft.com/office/powerpoint/2010/main" val="3215500718"/>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04F59"/>
        </a:solidFill>
        <a:effectLst/>
      </p:bgPr>
    </p:bg>
    <p:spTree>
      <p:nvGrpSpPr>
        <p:cNvPr id="1" name=""/>
        <p:cNvGrpSpPr/>
        <p:nvPr/>
      </p:nvGrpSpPr>
      <p:grpSpPr>
        <a:xfrm>
          <a:off x="0" y="0"/>
          <a:ext cx="0" cy="0"/>
          <a:chOff x="0" y="0"/>
          <a:chExt cx="0" cy="0"/>
        </a:xfrm>
      </p:grpSpPr>
      <p:sp>
        <p:nvSpPr>
          <p:cNvPr id="12" name="TextBox 11">
            <a:extLst>
              <a:ext uri="{FF2B5EF4-FFF2-40B4-BE49-F238E27FC236}">
                <a16:creationId xmlns:a16="http://schemas.microsoft.com/office/drawing/2014/main" id="{B8C85EC7-BD8A-47BA-BF81-9B0AFF4B4472}"/>
              </a:ext>
            </a:extLst>
          </p:cNvPr>
          <p:cNvSpPr txBox="1"/>
          <p:nvPr/>
        </p:nvSpPr>
        <p:spPr>
          <a:xfrm>
            <a:off x="895876" y="3131675"/>
            <a:ext cx="9848324" cy="594650"/>
          </a:xfrm>
          <a:prstGeom prst="rect">
            <a:avLst/>
          </a:prstGeom>
          <a:noFill/>
        </p:spPr>
        <p:txBody>
          <a:bodyPr wrap="square">
            <a:spAutoFit/>
          </a:bodyPr>
          <a:lstStyle/>
          <a:p>
            <a:pPr marL="0" marR="0" lvl="0" indent="0" algn="l" defTabSz="945677" rtl="0" eaLnBrk="1" fontAlgn="auto" latinLnBrk="0" hangingPunct="1">
              <a:lnSpc>
                <a:spcPct val="100000"/>
              </a:lnSpc>
              <a:spcBef>
                <a:spcPts val="0"/>
              </a:spcBef>
              <a:spcAft>
                <a:spcPts val="0"/>
              </a:spcAft>
              <a:buClrTx/>
              <a:buSzTx/>
              <a:buFontTx/>
              <a:buNone/>
              <a:tabLst/>
              <a:defRPr/>
            </a:pPr>
            <a:r>
              <a:rPr kumimoji="0" lang="en-US" sz="3264"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rPr>
              <a:t>Proposed Implementation Schedule for Action Plan</a:t>
            </a:r>
            <a:endParaRPr kumimoji="0" lang="en-US" sz="2400" b="0" i="0" u="none" strike="noStrike" kern="1200" cap="none" spc="0" normalizeH="0" baseline="0" noProof="0" dirty="0">
              <a:ln>
                <a:noFill/>
              </a:ln>
              <a:solidFill>
                <a:prstClr val="white"/>
              </a:solidFill>
              <a:effectLst/>
              <a:uLnTx/>
              <a:uFillTx/>
              <a:latin typeface="Abadi Extra Light" panose="020B0204020104020204" pitchFamily="34" charset="0"/>
              <a:ea typeface="+mn-ea"/>
              <a:cs typeface="+mn-cs"/>
            </a:endParaRPr>
          </a:p>
        </p:txBody>
      </p:sp>
    </p:spTree>
    <p:extLst>
      <p:ext uri="{BB962C8B-B14F-4D97-AF65-F5344CB8AC3E}">
        <p14:creationId xmlns:p14="http://schemas.microsoft.com/office/powerpoint/2010/main" val="184268119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b"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marL="0" marR="0" lvl="0" indent="0" algn="l" defTabSz="1219231" rtl="0" eaLnBrk="1" fontAlgn="auto" latinLnBrk="0" hangingPunct="1">
              <a:lnSpc>
                <a:spcPct val="95000"/>
              </a:lnSpc>
              <a:spcBef>
                <a:spcPct val="0"/>
              </a:spcBef>
              <a:spcAft>
                <a:spcPts val="0"/>
              </a:spcAft>
              <a:buClrTx/>
              <a:buSzTx/>
              <a:buFontTx/>
              <a:buNone/>
              <a:tabLst/>
              <a:defRPr/>
            </a:pPr>
            <a:r>
              <a:rPr lang="en-US" sz="1800" dirty="0">
                <a:solidFill>
                  <a:prstClr val="black"/>
                </a:solidFill>
                <a:latin typeface="Verdana" panose="020B0604030504040204" pitchFamily="34" charset="0"/>
                <a:ea typeface="Verdana" panose="020B0604030504040204" pitchFamily="34" charset="0"/>
              </a:rPr>
              <a:t>Decarbonization and Sustainability - Optimization of generation portfolio in line with Sustainability Goals</a:t>
            </a:r>
            <a:endParaRPr kumimoji="0" lang="en-US" sz="1700" b="1" i="0" u="none" strike="noStrike" kern="1200" cap="none" spc="0" normalizeH="0" baseline="0" noProof="0" dirty="0">
              <a:ln>
                <a:noFill/>
              </a:ln>
              <a:solidFill>
                <a:sysClr val="windowText" lastClr="000000"/>
              </a:solidFill>
              <a:effectLst/>
              <a:uLnTx/>
              <a:uFillTx/>
              <a:latin typeface="Verdana"/>
              <a:ea typeface="Open Sans" panose="020B0606030504020204" pitchFamily="34" charset="0"/>
              <a:cs typeface="Open Sans" panose="020B060603050402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73745952"/>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575831371"/>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marL="0" marR="0" lvl="0" indent="0" algn="l" defTabSz="1219231" rtl="0" eaLnBrk="1" fontAlgn="auto" latinLnBrk="0" hangingPunct="1">
              <a:lnSpc>
                <a:spcPct val="95000"/>
              </a:lnSpc>
              <a:spcBef>
                <a:spcPct val="0"/>
              </a:spcBef>
              <a:spcAft>
                <a:spcPts val="0"/>
              </a:spcAft>
              <a:buClrTx/>
              <a:buSzTx/>
              <a:buFontTx/>
              <a:buNone/>
              <a:tabLst/>
              <a:defRPr/>
            </a:pPr>
            <a:r>
              <a:rPr lang="en-US" sz="1800" dirty="0">
                <a:solidFill>
                  <a:prstClr val="black"/>
                </a:solidFill>
                <a:latin typeface="Verdana" panose="020B0604030504040204" pitchFamily="34" charset="0"/>
                <a:ea typeface="Verdana" panose="020B0604030504040204" pitchFamily="34" charset="0"/>
              </a:rPr>
              <a:t>Decarbonization and Sustainability - Promotion of Green Hydrogen </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215515156"/>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993430816"/>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b"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Decarbonization and Sustainability - Optimization of power purchase portfolio ensuring achievement of future RPO targets by DISCOM </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01480148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Efficiency initiatives - Optimum Demand Side Management (DSM)</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426691808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Efficiency initiatives – Implementation of Customized Energy Efficiency solutions through remote monitoring of Consumer Consumption/</a:t>
            </a:r>
            <a:r>
              <a:rPr lang="en-US" sz="1800" dirty="0" err="1">
                <a:solidFill>
                  <a:prstClr val="black"/>
                </a:solidFill>
                <a:latin typeface="Verdana" panose="020B0604030504040204" pitchFamily="34" charset="0"/>
                <a:ea typeface="Verdana" panose="020B0604030504040204" pitchFamily="34" charset="0"/>
              </a:rPr>
              <a:t>Behavioural</a:t>
            </a:r>
            <a:r>
              <a:rPr lang="en-US" sz="1800" dirty="0">
                <a:solidFill>
                  <a:prstClr val="black"/>
                </a:solidFill>
                <a:latin typeface="Verdana" panose="020B0604030504040204" pitchFamily="34" charset="0"/>
                <a:ea typeface="Verdana" panose="020B0604030504040204" pitchFamily="34" charset="0"/>
              </a:rPr>
              <a:t> Pattern </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75877809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Generating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331226498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Transmission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1881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2622175348"/>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Distribution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248641588"/>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Digital Enablement and Agile/Smart Operations – Digitization of Distribution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448779544"/>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Transition – Just Transition of Old Thermal Generation Assets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317343960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Transition – Transition from hydrocarbon dependence toward greater reliance on cleaner energy sources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964325865"/>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Strategy/Policy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388294686"/>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Energy Transition – Diversification into EV charging infrastructure sector</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3815810473"/>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Deployment of alternate Industrial tariff preferential models</a:t>
            </a:r>
            <a:endParaRPr lang="en-US" sz="1800" dirty="0">
              <a:solidFill>
                <a:prstClr val="black"/>
              </a:solidFill>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881598533"/>
              </p:ext>
            </p:extLst>
          </p:nvPr>
        </p:nvGraphicFramePr>
        <p:xfrm>
          <a:off x="508000" y="1385457"/>
          <a:ext cx="11282682" cy="2564961"/>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Strategy/Policy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6">
                <a:tc>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550301"/>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a:t>
            </a:r>
          </a:p>
        </p:txBody>
      </p:sp>
    </p:spTree>
    <p:extLst>
      <p:ext uri="{BB962C8B-B14F-4D97-AF65-F5344CB8AC3E}">
        <p14:creationId xmlns:p14="http://schemas.microsoft.com/office/powerpoint/2010/main" val="198669422"/>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latin typeface="Verdana" panose="020B0604030504040204" pitchFamily="34" charset="0"/>
                <a:ea typeface="Verdana" panose="020B0604030504040204" pitchFamily="34" charset="0"/>
              </a:rPr>
              <a:t>Facilitation with regards to implementation of improved CRM Models through WBSEDCL</a:t>
            </a:r>
            <a:endParaRPr lang="en-US" sz="1800" dirty="0">
              <a:solidFill>
                <a:prstClr val="black"/>
              </a:solidFill>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1374316456"/>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91907663"/>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4015293191"/>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latin typeface="Verdana" panose="020B0604030504040204" pitchFamily="34" charset="0"/>
                <a:ea typeface="Verdana" panose="020B0604030504040204" pitchFamily="34" charset="0"/>
              </a:rPr>
              <a:t>Facilitating adoption of other initiatives (On Demand Access to data, Energy Consumption tracking, Customer sentiment analysis inter alia)</a:t>
            </a:r>
            <a:endParaRPr lang="en-US" sz="2000" dirty="0">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969668881"/>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06612665"/>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2059286541"/>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Consumer Centric Initiatives – </a:t>
            </a:r>
            <a:r>
              <a:rPr lang="en-US" sz="1800" dirty="0">
                <a:latin typeface="Verdana" panose="020B0604030504040204" pitchFamily="34" charset="0"/>
                <a:ea typeface="Verdana" panose="020B0604030504040204" pitchFamily="34" charset="0"/>
              </a:rPr>
              <a:t>Introduction of customer empowerment initiatives for facilitation of Rooftop solar implementation</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3651316226"/>
              </p:ext>
            </p:extLst>
          </p:nvPr>
        </p:nvGraphicFramePr>
        <p:xfrm>
          <a:off x="497114"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Strategy/Policy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131102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2197254220"/>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Variable Cost Optimization through Captive Mines and achievement of commercial sales</a:t>
            </a:r>
            <a:endParaRPr lang="en-US" sz="1800" dirty="0">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23784288"/>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3691228154"/>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Non-Tariff Income Maximization</a:t>
            </a:r>
            <a:endParaRPr lang="en-US" sz="1800" dirty="0">
              <a:latin typeface="Verdana" panose="020B0604030504040204" pitchFamily="34" charset="0"/>
              <a:ea typeface="Verdana" panose="020B0604030504040204" pitchFamily="34"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437293710"/>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3360091126"/>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Regulatory Assets across all state power utilities</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2957420601"/>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Coordination with State Government for deliberation of possible financial support</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00482097"/>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 (Support/coordination w.r.t Regulator approval process)</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828150468"/>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Commercial And Regulatory Measures – </a:t>
            </a:r>
            <a:r>
              <a:rPr lang="en-US" sz="1800" dirty="0">
                <a:solidFill>
                  <a:prstClr val="black"/>
                </a:solidFill>
                <a:latin typeface="Verdana" panose="020B0604030504040204" pitchFamily="34" charset="0"/>
                <a:ea typeface="Verdana" panose="020B0604030504040204" pitchFamily="34" charset="0"/>
                <a:cs typeface="Vani" panose="02040502050405020303" pitchFamily="18" charset="0"/>
              </a:rPr>
              <a:t>Reduction of Technical and Financial Losses through WBSEDCL</a:t>
            </a: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4103598511"/>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803822048"/>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EE0951BF-DB20-4481-AC63-7578F4874147}"/>
              </a:ext>
            </a:extLst>
          </p:cNvPr>
          <p:cNvSpPr txBox="1">
            <a:spLocks/>
          </p:cNvSpPr>
          <p:nvPr/>
        </p:nvSpPr>
        <p:spPr bwMode="gray">
          <a:xfrm>
            <a:off x="469901" y="262462"/>
            <a:ext cx="11282678" cy="464652"/>
          </a:xfrm>
          <a:prstGeom prst="rect">
            <a:avLst/>
          </a:prstGeom>
        </p:spPr>
        <p:txBody>
          <a:bodyPr vert="horz" lIns="0" tIns="0" rIns="0" bIns="0" rtlCol="0" anchor="t" anchorCtr="0">
            <a:noAutofit/>
          </a:bodyPr>
          <a:lstStyle>
            <a:lvl1pPr algn="l" defTabSz="1219231" rtl="0" eaLnBrk="1" latinLnBrk="0" hangingPunct="1">
              <a:lnSpc>
                <a:spcPct val="95000"/>
              </a:lnSpc>
              <a:spcBef>
                <a:spcPct val="0"/>
              </a:spcBef>
              <a:buNone/>
              <a:defRPr sz="3850" b="1" kern="1200">
                <a:solidFill>
                  <a:schemeClr val="tx1"/>
                </a:solidFill>
                <a:latin typeface="+mj-lt"/>
                <a:ea typeface="Open Sans" panose="020B0606030504020204" pitchFamily="34" charset="0"/>
                <a:cs typeface="Open Sans" panose="020B0606030504020204" pitchFamily="34" charset="0"/>
              </a:defRPr>
            </a:lvl1pPr>
          </a:lstStyle>
          <a:p>
            <a:pPr>
              <a:defRPr/>
            </a:pPr>
            <a:r>
              <a:rPr lang="en-US" sz="1800" dirty="0">
                <a:solidFill>
                  <a:prstClr val="black"/>
                </a:solidFill>
                <a:latin typeface="Verdana" panose="020B0604030504040204" pitchFamily="34" charset="0"/>
                <a:ea typeface="Verdana" panose="020B0604030504040204" pitchFamily="34" charset="0"/>
              </a:rPr>
              <a:t>Institutional Capacity Building/Training</a:t>
            </a:r>
            <a:endParaRPr lang="en-US" sz="1800" dirty="0">
              <a:solidFill>
                <a:prstClr val="black"/>
              </a:solidFill>
              <a:latin typeface="Verdana" panose="020B0604030504040204" pitchFamily="34" charset="0"/>
              <a:ea typeface="Verdana" panose="020B0604030504040204" pitchFamily="34" charset="0"/>
              <a:cs typeface="Vani" panose="02040502050405020303" pitchFamily="18" charset="0"/>
            </a:endParaRPr>
          </a:p>
        </p:txBody>
      </p:sp>
      <p:graphicFrame>
        <p:nvGraphicFramePr>
          <p:cNvPr id="18" name="Table 2">
            <a:extLst>
              <a:ext uri="{FF2B5EF4-FFF2-40B4-BE49-F238E27FC236}">
                <a16:creationId xmlns:a16="http://schemas.microsoft.com/office/drawing/2014/main" id="{45D1A206-F9AB-45D9-95C3-800730E67C78}"/>
              </a:ext>
            </a:extLst>
          </p:cNvPr>
          <p:cNvGraphicFramePr>
            <a:graphicFrameLocks noGrp="1"/>
          </p:cNvGraphicFramePr>
          <p:nvPr>
            <p:extLst>
              <p:ext uri="{D42A27DB-BD31-4B8C-83A1-F6EECF244321}">
                <p14:modId xmlns:p14="http://schemas.microsoft.com/office/powerpoint/2010/main" val="975281318"/>
              </p:ext>
            </p:extLst>
          </p:nvPr>
        </p:nvGraphicFramePr>
        <p:xfrm>
          <a:off x="508000" y="1385457"/>
          <a:ext cx="11282682" cy="2564962"/>
        </p:xfrm>
        <a:graphic>
          <a:graphicData uri="http://schemas.openxmlformats.org/drawingml/2006/table">
            <a:tbl>
              <a:tblPr firstRow="1" bandRow="1"/>
              <a:tblGrid>
                <a:gridCol w="4267178">
                  <a:extLst>
                    <a:ext uri="{9D8B030D-6E8A-4147-A177-3AD203B41FA5}">
                      <a16:colId xmlns:a16="http://schemas.microsoft.com/office/drawing/2014/main" val="2121150329"/>
                    </a:ext>
                  </a:extLst>
                </a:gridCol>
                <a:gridCol w="438469">
                  <a:extLst>
                    <a:ext uri="{9D8B030D-6E8A-4147-A177-3AD203B41FA5}">
                      <a16:colId xmlns:a16="http://schemas.microsoft.com/office/drawing/2014/main" val="1658605684"/>
                    </a:ext>
                  </a:extLst>
                </a:gridCol>
                <a:gridCol w="438469">
                  <a:extLst>
                    <a:ext uri="{9D8B030D-6E8A-4147-A177-3AD203B41FA5}">
                      <a16:colId xmlns:a16="http://schemas.microsoft.com/office/drawing/2014/main" val="4289220907"/>
                    </a:ext>
                  </a:extLst>
                </a:gridCol>
                <a:gridCol w="438469">
                  <a:extLst>
                    <a:ext uri="{9D8B030D-6E8A-4147-A177-3AD203B41FA5}">
                      <a16:colId xmlns:a16="http://schemas.microsoft.com/office/drawing/2014/main" val="552473200"/>
                    </a:ext>
                  </a:extLst>
                </a:gridCol>
                <a:gridCol w="438469">
                  <a:extLst>
                    <a:ext uri="{9D8B030D-6E8A-4147-A177-3AD203B41FA5}">
                      <a16:colId xmlns:a16="http://schemas.microsoft.com/office/drawing/2014/main" val="1135635578"/>
                    </a:ext>
                  </a:extLst>
                </a:gridCol>
                <a:gridCol w="438469">
                  <a:extLst>
                    <a:ext uri="{9D8B030D-6E8A-4147-A177-3AD203B41FA5}">
                      <a16:colId xmlns:a16="http://schemas.microsoft.com/office/drawing/2014/main" val="1952485393"/>
                    </a:ext>
                  </a:extLst>
                </a:gridCol>
                <a:gridCol w="438469">
                  <a:extLst>
                    <a:ext uri="{9D8B030D-6E8A-4147-A177-3AD203B41FA5}">
                      <a16:colId xmlns:a16="http://schemas.microsoft.com/office/drawing/2014/main" val="3293440945"/>
                    </a:ext>
                  </a:extLst>
                </a:gridCol>
                <a:gridCol w="438469">
                  <a:extLst>
                    <a:ext uri="{9D8B030D-6E8A-4147-A177-3AD203B41FA5}">
                      <a16:colId xmlns:a16="http://schemas.microsoft.com/office/drawing/2014/main" val="3954388259"/>
                    </a:ext>
                  </a:extLst>
                </a:gridCol>
                <a:gridCol w="438469">
                  <a:extLst>
                    <a:ext uri="{9D8B030D-6E8A-4147-A177-3AD203B41FA5}">
                      <a16:colId xmlns:a16="http://schemas.microsoft.com/office/drawing/2014/main" val="2469186822"/>
                    </a:ext>
                  </a:extLst>
                </a:gridCol>
                <a:gridCol w="438469">
                  <a:extLst>
                    <a:ext uri="{9D8B030D-6E8A-4147-A177-3AD203B41FA5}">
                      <a16:colId xmlns:a16="http://schemas.microsoft.com/office/drawing/2014/main" val="2142205354"/>
                    </a:ext>
                  </a:extLst>
                </a:gridCol>
                <a:gridCol w="438469">
                  <a:extLst>
                    <a:ext uri="{9D8B030D-6E8A-4147-A177-3AD203B41FA5}">
                      <a16:colId xmlns:a16="http://schemas.microsoft.com/office/drawing/2014/main" val="231923077"/>
                    </a:ext>
                  </a:extLst>
                </a:gridCol>
                <a:gridCol w="438469">
                  <a:extLst>
                    <a:ext uri="{9D8B030D-6E8A-4147-A177-3AD203B41FA5}">
                      <a16:colId xmlns:a16="http://schemas.microsoft.com/office/drawing/2014/main" val="2192918636"/>
                    </a:ext>
                  </a:extLst>
                </a:gridCol>
                <a:gridCol w="438469">
                  <a:extLst>
                    <a:ext uri="{9D8B030D-6E8A-4147-A177-3AD203B41FA5}">
                      <a16:colId xmlns:a16="http://schemas.microsoft.com/office/drawing/2014/main" val="2490365968"/>
                    </a:ext>
                  </a:extLst>
                </a:gridCol>
                <a:gridCol w="438469">
                  <a:extLst>
                    <a:ext uri="{9D8B030D-6E8A-4147-A177-3AD203B41FA5}">
                      <a16:colId xmlns:a16="http://schemas.microsoft.com/office/drawing/2014/main" val="2767969696"/>
                    </a:ext>
                  </a:extLst>
                </a:gridCol>
                <a:gridCol w="438469">
                  <a:extLst>
                    <a:ext uri="{9D8B030D-6E8A-4147-A177-3AD203B41FA5}">
                      <a16:colId xmlns:a16="http://schemas.microsoft.com/office/drawing/2014/main" val="3418463513"/>
                    </a:ext>
                  </a:extLst>
                </a:gridCol>
                <a:gridCol w="438469">
                  <a:extLst>
                    <a:ext uri="{9D8B030D-6E8A-4147-A177-3AD203B41FA5}">
                      <a16:colId xmlns:a16="http://schemas.microsoft.com/office/drawing/2014/main" val="3229543947"/>
                    </a:ext>
                  </a:extLst>
                </a:gridCol>
                <a:gridCol w="438469">
                  <a:extLst>
                    <a:ext uri="{9D8B030D-6E8A-4147-A177-3AD203B41FA5}">
                      <a16:colId xmlns:a16="http://schemas.microsoft.com/office/drawing/2014/main" val="1207346511"/>
                    </a:ext>
                  </a:extLst>
                </a:gridCol>
              </a:tblGrid>
              <a:tr h="290304">
                <a:tc>
                  <a:txBody>
                    <a:bodyPr/>
                    <a:lstStyle/>
                    <a:p>
                      <a:pPr algn="ctr"/>
                      <a:r>
                        <a:rPr lang="en-US" sz="1000" b="1" dirty="0">
                          <a:solidFill>
                            <a:schemeClr val="tx1"/>
                          </a:solidFill>
                          <a:latin typeface="Verdana" panose="020B0604030504040204" pitchFamily="34" charset="0"/>
                          <a:ea typeface="Verdana" panose="020B0604030504040204" pitchFamily="34" charset="0"/>
                        </a:rPr>
                        <a:t>Action Items</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gridSpan="2">
                  <a:txBody>
                    <a:bodyPr/>
                    <a:lstStyle/>
                    <a:p>
                      <a:pPr marL="0" algn="ctr" defTabSz="1219231" rtl="0" eaLnBrk="1" latinLnBrk="0" hangingPunct="1"/>
                      <a:r>
                        <a:rPr lang="en-US" sz="1000" b="1" kern="1200" dirty="0">
                          <a:solidFill>
                            <a:schemeClr val="tx1"/>
                          </a:solidFill>
                          <a:latin typeface="Verdana" panose="020B0604030504040204" pitchFamily="34" charset="0"/>
                          <a:ea typeface="Verdana" panose="020B0604030504040204" pitchFamily="34" charset="0"/>
                          <a:cs typeface="+mn-cs"/>
                        </a:rPr>
                        <a:t>FY 23</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endParaRPr lang="en-IN"/>
                    </a:p>
                  </a:txBody>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24</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25</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26</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27</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28</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29</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tc gridSpan="2">
                  <a:txBody>
                    <a:bodyPr/>
                    <a:lstStyle>
                      <a:lvl1pPr marL="0" algn="l" defTabSz="1219231" rtl="0" eaLnBrk="1" latinLnBrk="0" hangingPunct="1">
                        <a:defRPr sz="2400" b="1" kern="1200">
                          <a:solidFill>
                            <a:schemeClr val="lt1"/>
                          </a:solidFill>
                          <a:latin typeface="Calibri"/>
                        </a:defRPr>
                      </a:lvl1pPr>
                      <a:lvl2pPr marL="609616" algn="l" defTabSz="1219231" rtl="0" eaLnBrk="1" latinLnBrk="0" hangingPunct="1">
                        <a:defRPr sz="2400" b="1" kern="1200">
                          <a:solidFill>
                            <a:schemeClr val="lt1"/>
                          </a:solidFill>
                          <a:latin typeface="Calibri"/>
                        </a:defRPr>
                      </a:lvl2pPr>
                      <a:lvl3pPr marL="1219231" algn="l" defTabSz="1219231" rtl="0" eaLnBrk="1" latinLnBrk="0" hangingPunct="1">
                        <a:defRPr sz="2400" b="1" kern="1200">
                          <a:solidFill>
                            <a:schemeClr val="lt1"/>
                          </a:solidFill>
                          <a:latin typeface="Calibri"/>
                        </a:defRPr>
                      </a:lvl3pPr>
                      <a:lvl4pPr marL="1828848" algn="l" defTabSz="1219231" rtl="0" eaLnBrk="1" latinLnBrk="0" hangingPunct="1">
                        <a:defRPr sz="2400" b="1" kern="1200">
                          <a:solidFill>
                            <a:schemeClr val="lt1"/>
                          </a:solidFill>
                          <a:latin typeface="Calibri"/>
                        </a:defRPr>
                      </a:lvl4pPr>
                      <a:lvl5pPr marL="2438464" algn="l" defTabSz="1219231" rtl="0" eaLnBrk="1" latinLnBrk="0" hangingPunct="1">
                        <a:defRPr sz="2400" b="1" kern="1200">
                          <a:solidFill>
                            <a:schemeClr val="lt1"/>
                          </a:solidFill>
                          <a:latin typeface="Calibri"/>
                        </a:defRPr>
                      </a:lvl5pPr>
                      <a:lvl6pPr marL="3048080" algn="l" defTabSz="1219231" rtl="0" eaLnBrk="1" latinLnBrk="0" hangingPunct="1">
                        <a:defRPr sz="2400" b="1" kern="1200">
                          <a:solidFill>
                            <a:schemeClr val="lt1"/>
                          </a:solidFill>
                          <a:latin typeface="Calibri"/>
                        </a:defRPr>
                      </a:lvl6pPr>
                      <a:lvl7pPr marL="3657695" algn="l" defTabSz="1219231" rtl="0" eaLnBrk="1" latinLnBrk="0" hangingPunct="1">
                        <a:defRPr sz="2400" b="1" kern="1200">
                          <a:solidFill>
                            <a:schemeClr val="lt1"/>
                          </a:solidFill>
                          <a:latin typeface="Calibri"/>
                        </a:defRPr>
                      </a:lvl7pPr>
                      <a:lvl8pPr marL="4267311" algn="l" defTabSz="1219231" rtl="0" eaLnBrk="1" latinLnBrk="0" hangingPunct="1">
                        <a:defRPr sz="2400" b="1" kern="1200">
                          <a:solidFill>
                            <a:schemeClr val="lt1"/>
                          </a:solidFill>
                          <a:latin typeface="Calibri"/>
                        </a:defRPr>
                      </a:lvl8pPr>
                      <a:lvl9pPr marL="4876928" algn="l" defTabSz="1219231" rtl="0" eaLnBrk="1" latinLnBrk="0" hangingPunct="1">
                        <a:defRPr sz="2400" b="1" kern="1200">
                          <a:solidFill>
                            <a:schemeClr val="lt1"/>
                          </a:solidFill>
                          <a:latin typeface="Calibri"/>
                        </a:defRPr>
                      </a:lvl9pPr>
                    </a:lstStyle>
                    <a:p>
                      <a:pPr algn="ctr"/>
                      <a:r>
                        <a:rPr lang="en-US" sz="1000" dirty="0">
                          <a:solidFill>
                            <a:schemeClr val="tx1"/>
                          </a:solidFill>
                          <a:latin typeface="Verdana" panose="020B0604030504040204" pitchFamily="34" charset="0"/>
                          <a:ea typeface="Verdana" panose="020B0604030504040204" pitchFamily="34" charset="0"/>
                        </a:rPr>
                        <a:t>FY 30</a:t>
                      </a: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hMerge="1">
                  <a:txBody>
                    <a:bodyPr/>
                    <a:lstStyle/>
                    <a:p>
                      <a:endParaRPr lang="en-IN"/>
                    </a:p>
                  </a:txBody>
                  <a:tcPr>
                    <a:lnL w="12700" cap="flat" cmpd="sng" algn="ctr">
                      <a:solidFill>
                        <a:schemeClr val="bg1">
                          <a:lumMod val="50000"/>
                        </a:schemeClr>
                      </a:solidFill>
                      <a:prstDash val="solid"/>
                      <a:round/>
                      <a:headEnd type="none" w="med" len="med"/>
                      <a:tailEnd type="none" w="med" len="med"/>
                    </a:lnL>
                  </a:tcPr>
                </a:tc>
                <a:extLst>
                  <a:ext uri="{0D108BD9-81ED-4DB2-BD59-A6C34878D82A}">
                    <a16:rowId xmlns:a16="http://schemas.microsoft.com/office/drawing/2014/main" val="1919599950"/>
                  </a:ext>
                </a:extLst>
              </a:tr>
              <a:tr h="290304">
                <a:tc>
                  <a:txBody>
                    <a:bodyPr/>
                    <a:lstStyle/>
                    <a:p>
                      <a:pPr algn="ctr"/>
                      <a:endParaRPr lang="en-US" sz="1000" b="1" dirty="0">
                        <a:solidFill>
                          <a:schemeClr val="tx1"/>
                        </a:solidFill>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E8F6C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79D8FF"/>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H1</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tc>
                  <a:txBody>
                    <a:bodyPr/>
                    <a:lstStyle/>
                    <a:p>
                      <a:pPr algn="ctr"/>
                      <a:r>
                        <a:rPr lang="en-US" sz="700" b="1" dirty="0">
                          <a:solidFill>
                            <a:schemeClr val="tx1"/>
                          </a:solidFill>
                          <a:latin typeface="Verdana" panose="020B0604030504040204" pitchFamily="34" charset="0"/>
                          <a:ea typeface="Verdana" panose="020B0604030504040204" pitchFamily="34" charset="0"/>
                        </a:rPr>
                        <a:t>H2</a:t>
                      </a:r>
                    </a:p>
                  </a:txBody>
                  <a:tcPr marR="3600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6FC2B4"/>
                    </a:solidFill>
                  </a:tcPr>
                </a:tc>
                <a:extLst>
                  <a:ext uri="{0D108BD9-81ED-4DB2-BD59-A6C34878D82A}">
                    <a16:rowId xmlns:a16="http://schemas.microsoft.com/office/drawing/2014/main" val="2314887074"/>
                  </a:ext>
                </a:extLst>
              </a:tr>
              <a:tr h="465876">
                <a:tc>
                  <a:txBody>
                    <a:bodyPr/>
                    <a:lstStyle/>
                    <a:p>
                      <a:pPr algn="just">
                        <a:defRPr/>
                      </a:pPr>
                      <a:r>
                        <a:rPr lang="en-US" sz="1000" dirty="0">
                          <a:latin typeface="Verdana" panose="020B0604030504040204" pitchFamily="34" charset="0"/>
                          <a:ea typeface="Verdana" panose="020B0604030504040204" pitchFamily="34" charset="0"/>
                        </a:rPr>
                        <a:t>Stakeholder consultation and Strategy Formulation</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lvl1pPr marL="0" algn="l" defTabSz="1219231" rtl="0" eaLnBrk="1" latinLnBrk="0" hangingPunct="1">
                        <a:defRPr sz="2400" kern="1200">
                          <a:solidFill>
                            <a:schemeClr val="dk1"/>
                          </a:solidFill>
                          <a:latin typeface="Calibri"/>
                        </a:defRPr>
                      </a:lvl1pPr>
                      <a:lvl2pPr marL="609616" algn="l" defTabSz="1219231" rtl="0" eaLnBrk="1" latinLnBrk="0" hangingPunct="1">
                        <a:defRPr sz="2400" kern="1200">
                          <a:solidFill>
                            <a:schemeClr val="dk1"/>
                          </a:solidFill>
                          <a:latin typeface="Calibri"/>
                        </a:defRPr>
                      </a:lvl2pPr>
                      <a:lvl3pPr marL="1219231" algn="l" defTabSz="1219231" rtl="0" eaLnBrk="1" latinLnBrk="0" hangingPunct="1">
                        <a:defRPr sz="2400" kern="1200">
                          <a:solidFill>
                            <a:schemeClr val="dk1"/>
                          </a:solidFill>
                          <a:latin typeface="Calibri"/>
                        </a:defRPr>
                      </a:lvl3pPr>
                      <a:lvl4pPr marL="1828848" algn="l" defTabSz="1219231" rtl="0" eaLnBrk="1" latinLnBrk="0" hangingPunct="1">
                        <a:defRPr sz="2400" kern="1200">
                          <a:solidFill>
                            <a:schemeClr val="dk1"/>
                          </a:solidFill>
                          <a:latin typeface="Calibri"/>
                        </a:defRPr>
                      </a:lvl4pPr>
                      <a:lvl5pPr marL="2438464" algn="l" defTabSz="1219231" rtl="0" eaLnBrk="1" latinLnBrk="0" hangingPunct="1">
                        <a:defRPr sz="2400" kern="1200">
                          <a:solidFill>
                            <a:schemeClr val="dk1"/>
                          </a:solidFill>
                          <a:latin typeface="Calibri"/>
                        </a:defRPr>
                      </a:lvl5pPr>
                      <a:lvl6pPr marL="3048080" algn="l" defTabSz="1219231" rtl="0" eaLnBrk="1" latinLnBrk="0" hangingPunct="1">
                        <a:defRPr sz="2400" kern="1200">
                          <a:solidFill>
                            <a:schemeClr val="dk1"/>
                          </a:solidFill>
                          <a:latin typeface="Calibri"/>
                        </a:defRPr>
                      </a:lvl6pPr>
                      <a:lvl7pPr marL="3657695" algn="l" defTabSz="1219231" rtl="0" eaLnBrk="1" latinLnBrk="0" hangingPunct="1">
                        <a:defRPr sz="2400" kern="1200">
                          <a:solidFill>
                            <a:schemeClr val="dk1"/>
                          </a:solidFill>
                          <a:latin typeface="Calibri"/>
                        </a:defRPr>
                      </a:lvl7pPr>
                      <a:lvl8pPr marL="4267311" algn="l" defTabSz="1219231" rtl="0" eaLnBrk="1" latinLnBrk="0" hangingPunct="1">
                        <a:defRPr sz="2400" kern="1200">
                          <a:solidFill>
                            <a:schemeClr val="dk1"/>
                          </a:solidFill>
                          <a:latin typeface="Calibri"/>
                        </a:defRPr>
                      </a:lvl8pPr>
                      <a:lvl9pPr marL="4876928" algn="l" defTabSz="1219231" rtl="0" eaLnBrk="1" latinLnBrk="0" hangingPunct="1">
                        <a:defRPr sz="2400" kern="1200">
                          <a:solidFill>
                            <a:schemeClr val="dk1"/>
                          </a:solidFill>
                          <a:latin typeface="Calibri"/>
                        </a:defRPr>
                      </a:lvl9p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54437272"/>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ja-JP" sz="1000" dirty="0">
                          <a:latin typeface="Verdana" panose="020B0604030504040204" pitchFamily="34" charset="0"/>
                          <a:ea typeface="Verdana" panose="020B0604030504040204" pitchFamily="34" charset="0"/>
                        </a:rPr>
                        <a:t>Financial arrangement/facilitation wherever necessary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31548666"/>
                  </a:ext>
                </a:extLst>
              </a:tr>
              <a:tr h="43264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dirty="0">
                          <a:latin typeface="Verdana" panose="020B0604030504040204" pitchFamily="34" charset="0"/>
                          <a:ea typeface="Verdana" panose="020B0604030504040204" pitchFamily="34" charset="0"/>
                        </a:rPr>
                        <a:t>Implementation support</a:t>
                      </a:r>
                      <a:endParaRPr lang="en-US" altLang="ja-JP" sz="1000" dirty="0">
                        <a:latin typeface="Verdana" panose="020B0604030504040204" pitchFamily="34" charset="0"/>
                        <a:ea typeface="Verdana" panose="020B0604030504040204" pitchFamily="34" charset="0"/>
                      </a:endParaRP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858970932"/>
                  </a:ext>
                </a:extLst>
              </a:tr>
              <a:tr h="653184">
                <a:tc>
                  <a:txBody>
                    <a:bodyPr/>
                    <a:lstStyle/>
                    <a:p>
                      <a:pPr algn="just">
                        <a:defRPr/>
                      </a:pPr>
                      <a:r>
                        <a:rPr lang="en-US" altLang="ja-JP" sz="1000" dirty="0">
                          <a:latin typeface="Verdana" panose="020B0604030504040204" pitchFamily="34" charset="0"/>
                          <a:ea typeface="Verdana" panose="020B0604030504040204" pitchFamily="34" charset="0"/>
                        </a:rPr>
                        <a:t>Collection of quarterly monitoring report from concerned utility</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rgbClr val="9DD4CF"/>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65000"/>
                        <a:lumOff val="35000"/>
                      </a:schemeClr>
                    </a:solid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000" dirty="0">
                        <a:latin typeface="Verdana" panose="020B0604030504040204" pitchFamily="34" charset="0"/>
                        <a:ea typeface="Verdana" panose="020B0604030504040204" pitchFamily="34" charset="0"/>
                      </a:endParaRPr>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07252856"/>
                  </a:ext>
                </a:extLst>
              </a:tr>
            </a:tbl>
          </a:graphicData>
        </a:graphic>
      </p:graphicFrame>
      <p:cxnSp>
        <p:nvCxnSpPr>
          <p:cNvPr id="22" name="Straight Arrow Connector 21">
            <a:extLst>
              <a:ext uri="{FF2B5EF4-FFF2-40B4-BE49-F238E27FC236}">
                <a16:creationId xmlns:a16="http://schemas.microsoft.com/office/drawing/2014/main" id="{0029EFD3-8F63-4E97-84AB-CA96812F2AA5}"/>
              </a:ext>
            </a:extLst>
          </p:cNvPr>
          <p:cNvCxnSpPr/>
          <p:nvPr/>
        </p:nvCxnSpPr>
        <p:spPr>
          <a:xfrm>
            <a:off x="560551" y="1253071"/>
            <a:ext cx="2016000" cy="0"/>
          </a:xfrm>
          <a:prstGeom prst="straightConnector1">
            <a:avLst/>
          </a:prstGeom>
          <a:noFill/>
          <a:ln w="9525" cap="flat" cmpd="sng" algn="ctr">
            <a:solidFill>
              <a:sysClr val="windowText" lastClr="000000">
                <a:shade val="95000"/>
                <a:satMod val="105000"/>
              </a:sysClr>
            </a:solidFill>
            <a:prstDash val="solid"/>
            <a:headEnd type="triangle"/>
            <a:tailEnd type="triangle"/>
          </a:ln>
          <a:effectLst/>
        </p:spPr>
      </p:cxnSp>
      <p:sp>
        <p:nvSpPr>
          <p:cNvPr id="24" name="TextBox 23">
            <a:extLst>
              <a:ext uri="{FF2B5EF4-FFF2-40B4-BE49-F238E27FC236}">
                <a16:creationId xmlns:a16="http://schemas.microsoft.com/office/drawing/2014/main" id="{6A7827D2-FACC-425E-9403-1DF85AB60689}"/>
              </a:ext>
            </a:extLst>
          </p:cNvPr>
          <p:cNvSpPr txBox="1"/>
          <p:nvPr/>
        </p:nvSpPr>
        <p:spPr>
          <a:xfrm>
            <a:off x="513083" y="1183822"/>
            <a:ext cx="900000" cy="138499"/>
          </a:xfrm>
          <a:prstGeom prst="rect">
            <a:avLst/>
          </a:prstGeom>
          <a:solidFill>
            <a:srgbClr val="86BC25">
              <a:lumMod val="20000"/>
              <a:lumOff val="80000"/>
            </a:srgbClr>
          </a:solidFill>
        </p:spPr>
        <p:txBody>
          <a:bodyPr wrap="square" lIns="0" tIns="0" rIns="0" bIns="0" rtlCol="0">
            <a:spAutoFit/>
          </a:bodyPr>
          <a:lstStyle/>
          <a:p>
            <a:pPr algn="ctr">
              <a:spcBef>
                <a:spcPts val="600"/>
              </a:spcBef>
              <a:buSzPct val="100000"/>
              <a:defRPr/>
            </a:pPr>
            <a:r>
              <a:rPr lang="en-US" sz="900" b="1" i="1" kern="0" dirty="0">
                <a:solidFill>
                  <a:srgbClr val="313131"/>
                </a:solidFill>
                <a:latin typeface="Arial" panose="020B0604020202020204" pitchFamily="34" charset="0"/>
                <a:cs typeface="Arial" panose="020B0604020202020204" pitchFamily="34" charset="0"/>
              </a:rPr>
              <a:t>Year</a:t>
            </a:r>
            <a:endParaRPr lang="en-IN" sz="900" b="1" i="1" kern="0" dirty="0">
              <a:solidFill>
                <a:srgbClr val="313131"/>
              </a:solidFill>
              <a:latin typeface="Arial" panose="020B0604020202020204" pitchFamily="34" charset="0"/>
              <a:cs typeface="Arial" panose="020B0604020202020204" pitchFamily="34" charset="0"/>
            </a:endParaRPr>
          </a:p>
        </p:txBody>
      </p:sp>
      <p:cxnSp>
        <p:nvCxnSpPr>
          <p:cNvPr id="60" name="Straight Connector 59">
            <a:extLst>
              <a:ext uri="{FF2B5EF4-FFF2-40B4-BE49-F238E27FC236}">
                <a16:creationId xmlns:a16="http://schemas.microsoft.com/office/drawing/2014/main" id="{4C955E09-02B4-40F3-88FC-93259DAD8504}"/>
              </a:ext>
            </a:extLst>
          </p:cNvPr>
          <p:cNvCxnSpPr>
            <a:cxnSpLocks/>
          </p:cNvCxnSpPr>
          <p:nvPr/>
        </p:nvCxnSpPr>
        <p:spPr>
          <a:xfrm flipV="1">
            <a:off x="498000" y="925102"/>
            <a:ext cx="11196000" cy="0"/>
          </a:xfrm>
          <a:prstGeom prst="line">
            <a:avLst/>
          </a:prstGeom>
          <a:noFill/>
          <a:ln w="12700" cap="flat" cmpd="sng" algn="ctr">
            <a:solidFill>
              <a:srgbClr val="86BC25"/>
            </a:solidFill>
            <a:prstDash val="solid"/>
          </a:ln>
          <a:effectLst/>
        </p:spPr>
      </p:cxnSp>
      <p:cxnSp>
        <p:nvCxnSpPr>
          <p:cNvPr id="178" name="Straight Arrow Connector 177">
            <a:extLst>
              <a:ext uri="{FF2B5EF4-FFF2-40B4-BE49-F238E27FC236}">
                <a16:creationId xmlns:a16="http://schemas.microsoft.com/office/drawing/2014/main" id="{D24FAC1A-BBB8-42F3-8614-B358E37F2307}"/>
              </a:ext>
            </a:extLst>
          </p:cNvPr>
          <p:cNvCxnSpPr>
            <a:cxnSpLocks/>
          </p:cNvCxnSpPr>
          <p:nvPr/>
        </p:nvCxnSpPr>
        <p:spPr>
          <a:xfrm>
            <a:off x="4709421" y="1076414"/>
            <a:ext cx="1836000" cy="0"/>
          </a:xfrm>
          <a:prstGeom prst="straightConnector1">
            <a:avLst/>
          </a:prstGeom>
          <a:noFill/>
          <a:ln w="19050" cap="flat" cmpd="sng" algn="ctr">
            <a:solidFill>
              <a:srgbClr val="00A3E0"/>
            </a:solidFill>
            <a:prstDash val="solid"/>
            <a:headEnd type="triangle"/>
            <a:tailEnd type="triangle"/>
          </a:ln>
          <a:effectLst/>
        </p:spPr>
      </p:cxnSp>
      <p:cxnSp>
        <p:nvCxnSpPr>
          <p:cNvPr id="179" name="Straight Arrow Connector 178">
            <a:extLst>
              <a:ext uri="{FF2B5EF4-FFF2-40B4-BE49-F238E27FC236}">
                <a16:creationId xmlns:a16="http://schemas.microsoft.com/office/drawing/2014/main" id="{FBA53105-C4BB-4C05-A89F-17CD1DCC0E92}"/>
              </a:ext>
            </a:extLst>
          </p:cNvPr>
          <p:cNvCxnSpPr>
            <a:cxnSpLocks/>
          </p:cNvCxnSpPr>
          <p:nvPr/>
        </p:nvCxnSpPr>
        <p:spPr>
          <a:xfrm>
            <a:off x="6537960" y="1074791"/>
            <a:ext cx="3509554" cy="0"/>
          </a:xfrm>
          <a:prstGeom prst="straightConnector1">
            <a:avLst/>
          </a:prstGeom>
          <a:noFill/>
          <a:ln w="19050" cap="flat" cmpd="sng" algn="ctr">
            <a:solidFill>
              <a:srgbClr val="00A3E0"/>
            </a:solidFill>
            <a:prstDash val="solid"/>
            <a:headEnd type="triangle"/>
            <a:tailEnd type="triangle"/>
          </a:ln>
          <a:effectLst/>
        </p:spPr>
      </p:cxnSp>
      <p:cxnSp>
        <p:nvCxnSpPr>
          <p:cNvPr id="115" name="Straight Arrow Connector 114">
            <a:extLst>
              <a:ext uri="{FF2B5EF4-FFF2-40B4-BE49-F238E27FC236}">
                <a16:creationId xmlns:a16="http://schemas.microsoft.com/office/drawing/2014/main" id="{A5EBF9DE-5A1D-4C00-9727-6CB837948379}"/>
              </a:ext>
            </a:extLst>
          </p:cNvPr>
          <p:cNvCxnSpPr>
            <a:cxnSpLocks/>
          </p:cNvCxnSpPr>
          <p:nvPr/>
        </p:nvCxnSpPr>
        <p:spPr>
          <a:xfrm>
            <a:off x="10047514" y="1074791"/>
            <a:ext cx="1641752" cy="25006"/>
          </a:xfrm>
          <a:prstGeom prst="straightConnector1">
            <a:avLst/>
          </a:prstGeom>
          <a:noFill/>
          <a:ln w="19050" cap="flat" cmpd="sng" algn="ctr">
            <a:solidFill>
              <a:srgbClr val="00A3E0"/>
            </a:solidFill>
            <a:prstDash val="solid"/>
            <a:headEnd type="triangle"/>
            <a:tailEnd type="triangle"/>
          </a:ln>
          <a:effectLst/>
        </p:spPr>
      </p:cxnSp>
      <p:sp>
        <p:nvSpPr>
          <p:cNvPr id="116" name="Rectangle 115">
            <a:extLst>
              <a:ext uri="{FF2B5EF4-FFF2-40B4-BE49-F238E27FC236}">
                <a16:creationId xmlns:a16="http://schemas.microsoft.com/office/drawing/2014/main" id="{4F507EB2-3D0B-4953-BF7C-502C7C1BD8A0}"/>
              </a:ext>
            </a:extLst>
          </p:cNvPr>
          <p:cNvSpPr>
            <a:spLocks noChangeArrowheads="1"/>
          </p:cNvSpPr>
          <p:nvPr/>
        </p:nvSpPr>
        <p:spPr bwMode="auto">
          <a:xfrm>
            <a:off x="4963937" y="1012894"/>
            <a:ext cx="1455199" cy="163043"/>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Short Term</a:t>
            </a:r>
            <a:endParaRPr lang="en-US" altLang="ja-JP" sz="1400" dirty="0">
              <a:ea typeface="ＭＳ Ｐゴシック" pitchFamily="50" charset="-128"/>
            </a:endParaRPr>
          </a:p>
        </p:txBody>
      </p:sp>
      <p:sp>
        <p:nvSpPr>
          <p:cNvPr id="117" name="Rectangle 116">
            <a:extLst>
              <a:ext uri="{FF2B5EF4-FFF2-40B4-BE49-F238E27FC236}">
                <a16:creationId xmlns:a16="http://schemas.microsoft.com/office/drawing/2014/main" id="{9E2F3F5B-B176-40FC-9AA2-F8C8D2D2899C}"/>
              </a:ext>
            </a:extLst>
          </p:cNvPr>
          <p:cNvSpPr>
            <a:spLocks noChangeArrowheads="1"/>
          </p:cNvSpPr>
          <p:nvPr/>
        </p:nvSpPr>
        <p:spPr bwMode="auto">
          <a:xfrm>
            <a:off x="7608146" y="986263"/>
            <a:ext cx="1203629"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Medium Term</a:t>
            </a:r>
            <a:endParaRPr lang="en-US" altLang="ja-JP" sz="1400" dirty="0">
              <a:ea typeface="ＭＳ Ｐゴシック" pitchFamily="50" charset="-128"/>
            </a:endParaRPr>
          </a:p>
        </p:txBody>
      </p:sp>
      <p:sp>
        <p:nvSpPr>
          <p:cNvPr id="125" name="Rectangle 124">
            <a:extLst>
              <a:ext uri="{FF2B5EF4-FFF2-40B4-BE49-F238E27FC236}">
                <a16:creationId xmlns:a16="http://schemas.microsoft.com/office/drawing/2014/main" id="{0C643218-6C3C-4145-B51B-B686729AEEC4}"/>
              </a:ext>
            </a:extLst>
          </p:cNvPr>
          <p:cNvSpPr>
            <a:spLocks noChangeArrowheads="1"/>
          </p:cNvSpPr>
          <p:nvPr/>
        </p:nvSpPr>
        <p:spPr bwMode="auto">
          <a:xfrm>
            <a:off x="10413393" y="1018213"/>
            <a:ext cx="1080333" cy="135308"/>
          </a:xfrm>
          <a:prstGeom prst="rect">
            <a:avLst/>
          </a:prstGeom>
          <a:solidFill>
            <a:schemeClr val="bg1"/>
          </a:solidFill>
          <a:ln w="19050" algn="ctr">
            <a:noFill/>
            <a:miter lim="800000"/>
            <a:headEnd/>
            <a:tailEnd/>
          </a:ln>
        </p:spPr>
        <p:txBody>
          <a:bodyPr wrap="square" lIns="88900" tIns="88900" rIns="88900" bIns="88900" anchor="ctr"/>
          <a:lstStyle/>
          <a:p>
            <a:pPr algn="ctr">
              <a:defRPr/>
            </a:pPr>
            <a:r>
              <a:rPr lang="en-US" sz="1400" dirty="0">
                <a:ea typeface="ＭＳ Ｐゴシック" pitchFamily="50" charset="-128"/>
              </a:rPr>
              <a:t>Long Term</a:t>
            </a:r>
            <a:endParaRPr lang="en-US" altLang="ja-JP" sz="1400" dirty="0">
              <a:ea typeface="ＭＳ Ｐゴシック" pitchFamily="50" charset="-128"/>
            </a:endParaRPr>
          </a:p>
        </p:txBody>
      </p:sp>
      <p:grpSp>
        <p:nvGrpSpPr>
          <p:cNvPr id="3" name="Group 2">
            <a:extLst>
              <a:ext uri="{FF2B5EF4-FFF2-40B4-BE49-F238E27FC236}">
                <a16:creationId xmlns:a16="http://schemas.microsoft.com/office/drawing/2014/main" id="{5AAEC231-7F65-4DB5-8407-278CAF23F934}"/>
              </a:ext>
            </a:extLst>
          </p:cNvPr>
          <p:cNvGrpSpPr/>
          <p:nvPr/>
        </p:nvGrpSpPr>
        <p:grpSpPr>
          <a:xfrm>
            <a:off x="2576551" y="6113011"/>
            <a:ext cx="9263823" cy="647253"/>
            <a:chOff x="2338898" y="5929235"/>
            <a:chExt cx="9263823" cy="647253"/>
          </a:xfrm>
        </p:grpSpPr>
        <p:grpSp>
          <p:nvGrpSpPr>
            <p:cNvPr id="2" name="Group 1">
              <a:extLst>
                <a:ext uri="{FF2B5EF4-FFF2-40B4-BE49-F238E27FC236}">
                  <a16:creationId xmlns:a16="http://schemas.microsoft.com/office/drawing/2014/main" id="{846B7742-A5B1-41AC-85EA-822487534360}"/>
                </a:ext>
              </a:extLst>
            </p:cNvPr>
            <p:cNvGrpSpPr/>
            <p:nvPr/>
          </p:nvGrpSpPr>
          <p:grpSpPr>
            <a:xfrm>
              <a:off x="2338898" y="5929235"/>
              <a:ext cx="9263823" cy="647253"/>
              <a:chOff x="502035" y="5753547"/>
              <a:chExt cx="9011717" cy="647253"/>
            </a:xfrm>
          </p:grpSpPr>
          <p:sp>
            <p:nvSpPr>
              <p:cNvPr id="26" name="Rectangle 25">
                <a:extLst>
                  <a:ext uri="{FF2B5EF4-FFF2-40B4-BE49-F238E27FC236}">
                    <a16:creationId xmlns:a16="http://schemas.microsoft.com/office/drawing/2014/main" id="{DDF0271B-1CF3-4826-A7D2-F8EB043D823B}"/>
                  </a:ext>
                </a:extLst>
              </p:cNvPr>
              <p:cNvSpPr/>
              <p:nvPr/>
            </p:nvSpPr>
            <p:spPr bwMode="gray">
              <a:xfrm>
                <a:off x="504839" y="5819051"/>
                <a:ext cx="9008913" cy="581749"/>
              </a:xfrm>
              <a:prstGeom prst="rect">
                <a:avLst/>
              </a:prstGeom>
              <a:noFill/>
              <a:ln w="3175" algn="ctr">
                <a:solidFill>
                  <a:srgbClr val="0097A9"/>
                </a:solidFill>
                <a:miter lim="800000"/>
                <a:headEnd/>
                <a:tailEnd/>
              </a:ln>
            </p:spPr>
            <p:txBody>
              <a:bodyPr wrap="square" lIns="88900" tIns="88900" rIns="88900" bIns="88900" rtlCol="0" anchor="ctr"/>
              <a:lstStyle/>
              <a:p>
                <a:pPr algn="ctr" eaLnBrk="0" fontAlgn="base" hangingPunct="0">
                  <a:lnSpc>
                    <a:spcPct val="106000"/>
                  </a:lnSpc>
                  <a:spcBef>
                    <a:spcPct val="0"/>
                  </a:spcBef>
                  <a:spcAft>
                    <a:spcPct val="0"/>
                  </a:spcAft>
                  <a:buFont typeface="Wingdings 2" pitchFamily="18" charset="2"/>
                  <a:buNone/>
                  <a:defRPr/>
                </a:pPr>
                <a:endParaRPr lang="en-IN" sz="1600" b="1" dirty="0">
                  <a:solidFill>
                    <a:prstClr val="white"/>
                  </a:solidFill>
                  <a:latin typeface="Arial" panose="020B0604020202020204" pitchFamily="34" charset="0"/>
                  <a:cs typeface="Arial" panose="020B0604020202020204" pitchFamily="34" charset="0"/>
                </a:endParaRPr>
              </a:p>
            </p:txBody>
          </p:sp>
          <p:sp>
            <p:nvSpPr>
              <p:cNvPr id="61" name="TextBox 60">
                <a:extLst>
                  <a:ext uri="{FF2B5EF4-FFF2-40B4-BE49-F238E27FC236}">
                    <a16:creationId xmlns:a16="http://schemas.microsoft.com/office/drawing/2014/main" id="{6AADE65B-C4F0-42EA-9E4C-8ADBB9C61EDE}"/>
                  </a:ext>
                </a:extLst>
              </p:cNvPr>
              <p:cNvSpPr txBox="1"/>
              <p:nvPr/>
            </p:nvSpPr>
            <p:spPr>
              <a:xfrm>
                <a:off x="502035" y="5753547"/>
                <a:ext cx="940564" cy="170259"/>
              </a:xfrm>
              <a:prstGeom prst="roundRect">
                <a:avLst/>
              </a:prstGeom>
              <a:solidFill>
                <a:srgbClr val="0D8390">
                  <a:lumMod val="75000"/>
                </a:srgbClr>
              </a:solidFill>
            </p:spPr>
            <p:txBody>
              <a:bodyPr wrap="square" lIns="0" tIns="0" rIns="0" bIns="0" rtlCol="0">
                <a:spAutoFit/>
              </a:bodyPr>
              <a:lstStyle/>
              <a:p>
                <a:pPr marL="0" marR="0" lvl="0" indent="0" algn="ctr" defTabSz="914400" eaLnBrk="0" fontAlgn="base" latinLnBrk="0" hangingPunct="0">
                  <a:lnSpc>
                    <a:spcPct val="100000"/>
                  </a:lnSpc>
                  <a:spcBef>
                    <a:spcPts val="115"/>
                  </a:spcBef>
                  <a:spcAft>
                    <a:spcPct val="0"/>
                  </a:spcAft>
                  <a:buClrTx/>
                  <a:buSzPct val="100000"/>
                  <a:buFontTx/>
                  <a:buNone/>
                  <a:tabLst/>
                  <a:defRPr/>
                </a:pPr>
                <a:r>
                  <a:rPr kumimoji="0" lang="en-US" sz="1000" b="1" i="0" u="none" strike="noStrike" kern="0" cap="none" spc="0" normalizeH="0" baseline="0" noProof="0">
                    <a:ln>
                      <a:noFill/>
                    </a:ln>
                    <a:solidFill>
                      <a:prstClr val="white"/>
                    </a:solidFill>
                    <a:effectLst/>
                    <a:uLnTx/>
                    <a:uFillTx/>
                    <a:cs typeface="Arial" panose="020B0604020202020204" pitchFamily="34" charset="0"/>
                  </a:rPr>
                  <a:t>Legend</a:t>
                </a:r>
                <a:endParaRPr kumimoji="0" lang="en-IN" sz="1000" b="1" i="0" u="none" strike="noStrike" kern="0" cap="none" spc="0" normalizeH="0" baseline="0" noProof="0">
                  <a:ln>
                    <a:noFill/>
                  </a:ln>
                  <a:solidFill>
                    <a:prstClr val="white"/>
                  </a:solidFill>
                  <a:effectLst/>
                  <a:uLnTx/>
                  <a:uFillTx/>
                  <a:cs typeface="Arial" panose="020B0604020202020204" pitchFamily="34" charset="0"/>
                </a:endParaRPr>
              </a:p>
            </p:txBody>
          </p:sp>
          <p:sp>
            <p:nvSpPr>
              <p:cNvPr id="110" name="Rectangle 109">
                <a:extLst>
                  <a:ext uri="{FF2B5EF4-FFF2-40B4-BE49-F238E27FC236}">
                    <a16:creationId xmlns:a16="http://schemas.microsoft.com/office/drawing/2014/main" id="{8EA29C10-4C96-4F88-AB30-D5B6B696249F}"/>
                  </a:ext>
                </a:extLst>
              </p:cNvPr>
              <p:cNvSpPr>
                <a:spLocks noChangeArrowheads="1"/>
              </p:cNvSpPr>
              <p:nvPr/>
            </p:nvSpPr>
            <p:spPr bwMode="auto">
              <a:xfrm>
                <a:off x="538371" y="6039208"/>
                <a:ext cx="2124000" cy="272694"/>
              </a:xfrm>
              <a:prstGeom prst="rect">
                <a:avLst/>
              </a:prstGeom>
              <a:solidFill>
                <a:schemeClr val="accent1">
                  <a:lumMod val="20000"/>
                  <a:lumOff val="80000"/>
                </a:schemeClr>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Short Term Action Plan</a:t>
                </a:r>
                <a:endParaRPr lang="en-US" altLang="ja-JP" sz="1400" dirty="0">
                  <a:ea typeface="ＭＳ Ｐゴシック" pitchFamily="50" charset="-128"/>
                </a:endParaRPr>
              </a:p>
            </p:txBody>
          </p:sp>
          <p:sp>
            <p:nvSpPr>
              <p:cNvPr id="111" name="Rectangle 110">
                <a:extLst>
                  <a:ext uri="{FF2B5EF4-FFF2-40B4-BE49-F238E27FC236}">
                    <a16:creationId xmlns:a16="http://schemas.microsoft.com/office/drawing/2014/main" id="{298A96B8-64E7-45FE-86E6-58EC287DB598}"/>
                  </a:ext>
                </a:extLst>
              </p:cNvPr>
              <p:cNvSpPr>
                <a:spLocks noChangeArrowheads="1"/>
              </p:cNvSpPr>
              <p:nvPr/>
            </p:nvSpPr>
            <p:spPr bwMode="auto">
              <a:xfrm>
                <a:off x="2844847" y="6039208"/>
                <a:ext cx="2124000" cy="272694"/>
              </a:xfrm>
              <a:prstGeom prst="rect">
                <a:avLst/>
              </a:prstGeom>
              <a:solidFill>
                <a:srgbClr val="79D8FF"/>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Medium Term Action Plan</a:t>
                </a:r>
                <a:endParaRPr lang="en-US" altLang="ja-JP" sz="1400" dirty="0">
                  <a:ea typeface="ＭＳ Ｐゴシック" pitchFamily="50" charset="-128"/>
                </a:endParaRPr>
              </a:p>
            </p:txBody>
          </p:sp>
          <p:sp>
            <p:nvSpPr>
              <p:cNvPr id="112" name="Rectangle 111">
                <a:extLst>
                  <a:ext uri="{FF2B5EF4-FFF2-40B4-BE49-F238E27FC236}">
                    <a16:creationId xmlns:a16="http://schemas.microsoft.com/office/drawing/2014/main" id="{AF9868D3-E266-4E3D-999B-1AB5C52D274C}"/>
                  </a:ext>
                </a:extLst>
              </p:cNvPr>
              <p:cNvSpPr>
                <a:spLocks noChangeArrowheads="1"/>
              </p:cNvSpPr>
              <p:nvPr/>
            </p:nvSpPr>
            <p:spPr bwMode="auto">
              <a:xfrm>
                <a:off x="5151323" y="6039208"/>
                <a:ext cx="2124000" cy="272694"/>
              </a:xfrm>
              <a:prstGeom prst="rect">
                <a:avLst/>
              </a:prstGeom>
              <a:solidFill>
                <a:srgbClr val="6FC2B4"/>
              </a:solidFill>
              <a:ln w="19050" algn="ctr">
                <a:noFill/>
                <a:miter lim="800000"/>
                <a:headEnd/>
                <a:tailEnd/>
              </a:ln>
            </p:spPr>
            <p:txBody>
              <a:bodyPr wrap="square" lIns="88900" tIns="88900" rIns="88900" bIns="88900" anchor="ctr"/>
              <a:lstStyle/>
              <a:p>
                <a:pPr algn="just">
                  <a:defRPr/>
                </a:pPr>
                <a:r>
                  <a:rPr lang="en-US" sz="1400" dirty="0">
                    <a:ea typeface="ＭＳ Ｐゴシック" pitchFamily="50" charset="-128"/>
                  </a:rPr>
                  <a:t>Long Term Action Plan</a:t>
                </a:r>
                <a:endParaRPr lang="en-US" altLang="ja-JP" sz="1400" dirty="0">
                  <a:ea typeface="ＭＳ Ｐゴシック" pitchFamily="50" charset="-128"/>
                </a:endParaRPr>
              </a:p>
            </p:txBody>
          </p:sp>
        </p:grpSp>
        <p:sp>
          <p:nvSpPr>
            <p:cNvPr id="23" name="Rectangle 22">
              <a:extLst>
                <a:ext uri="{FF2B5EF4-FFF2-40B4-BE49-F238E27FC236}">
                  <a16:creationId xmlns:a16="http://schemas.microsoft.com/office/drawing/2014/main" id="{16CA8BC6-EA2E-499E-A046-8A998001338A}"/>
                </a:ext>
              </a:extLst>
            </p:cNvPr>
            <p:cNvSpPr>
              <a:spLocks noChangeArrowheads="1"/>
            </p:cNvSpPr>
            <p:nvPr/>
          </p:nvSpPr>
          <p:spPr bwMode="auto">
            <a:xfrm>
              <a:off x="9369726" y="6208904"/>
              <a:ext cx="2124000" cy="272694"/>
            </a:xfrm>
            <a:prstGeom prst="rect">
              <a:avLst/>
            </a:prstGeom>
            <a:noFill/>
            <a:ln w="19050" algn="ctr">
              <a:noFill/>
              <a:miter lim="800000"/>
              <a:headEnd/>
              <a:tailEnd/>
            </a:ln>
          </p:spPr>
          <p:txBody>
            <a:bodyPr wrap="square" lIns="252000" tIns="88900" rIns="88900" bIns="88900" anchor="ctr"/>
            <a:lstStyle/>
            <a:p>
              <a:pPr algn="just">
                <a:defRPr/>
              </a:pPr>
              <a:r>
                <a:rPr lang="en-US" sz="1400" dirty="0">
                  <a:ea typeface="ＭＳ Ｐゴシック" pitchFamily="50" charset="-128"/>
                </a:rPr>
                <a:t>Multiple Schedule</a:t>
              </a:r>
              <a:endParaRPr lang="en-US" altLang="ja-JP" sz="1400" dirty="0">
                <a:ea typeface="ＭＳ Ｐゴシック" pitchFamily="50" charset="-128"/>
              </a:endParaRPr>
            </a:p>
          </p:txBody>
        </p:sp>
        <p:sp>
          <p:nvSpPr>
            <p:cNvPr id="25" name="Flowchart: Decision 24">
              <a:extLst>
                <a:ext uri="{FF2B5EF4-FFF2-40B4-BE49-F238E27FC236}">
                  <a16:creationId xmlns:a16="http://schemas.microsoft.com/office/drawing/2014/main" id="{E8653760-5B2C-41A6-9C8E-F1E486612332}"/>
                </a:ext>
              </a:extLst>
            </p:cNvPr>
            <p:cNvSpPr/>
            <p:nvPr/>
          </p:nvSpPr>
          <p:spPr bwMode="gray">
            <a:xfrm rot="5400000">
              <a:off x="9420851" y="6274889"/>
              <a:ext cx="136800" cy="136800"/>
            </a:xfrm>
            <a:prstGeom prst="flowChartDecision">
              <a:avLst/>
            </a:prstGeom>
            <a:solidFill>
              <a:srgbClr val="000000"/>
            </a:solidFill>
            <a:ln w="19050" algn="ctr">
              <a:noFill/>
              <a:miter lim="800000"/>
              <a:headEnd/>
              <a:tailEnd/>
            </a:ln>
          </p:spPr>
          <p:txBody>
            <a:bodyPr wrap="square" lIns="88900" tIns="88900" rIns="88900" bIns="88900" rtlCol="0" anchor="ctr"/>
            <a:lstStyle/>
            <a:p>
              <a:pPr marL="0" marR="0" lvl="0" indent="0" algn="ctr" defTabSz="914400" eaLnBrk="1" fontAlgn="auto" latinLnBrk="0" hangingPunct="1">
                <a:lnSpc>
                  <a:spcPct val="106000"/>
                </a:lnSpc>
                <a:spcBef>
                  <a:spcPts val="0"/>
                </a:spcBef>
                <a:spcAft>
                  <a:spcPts val="0"/>
                </a:spcAft>
                <a:buClrTx/>
                <a:buSzTx/>
                <a:buFont typeface="Wingdings 2" pitchFamily="18" charset="2"/>
                <a:buNone/>
                <a:tabLst/>
                <a:defRPr/>
              </a:pPr>
              <a:endParaRPr kumimoji="0" lang="en-IN" sz="800" b="1" i="0" u="none" strike="noStrike" kern="0" cap="none" spc="0" normalizeH="0" baseline="0" noProof="0">
                <a:ln>
                  <a:noFill/>
                </a:ln>
                <a:solidFill>
                  <a:prstClr val="white"/>
                </a:solidFill>
                <a:effectLst/>
                <a:uLnTx/>
                <a:uFillTx/>
                <a:ea typeface="Verdana" panose="020B0604030504040204" pitchFamily="34" charset="0"/>
                <a:cs typeface="Arial" panose="020B0604020202020204" pitchFamily="34" charset="0"/>
              </a:endParaRPr>
            </a:p>
          </p:txBody>
        </p:sp>
      </p:grpSp>
      <p:sp>
        <p:nvSpPr>
          <p:cNvPr id="4" name="TextBox 3">
            <a:extLst>
              <a:ext uri="{FF2B5EF4-FFF2-40B4-BE49-F238E27FC236}">
                <a16:creationId xmlns:a16="http://schemas.microsoft.com/office/drawing/2014/main" id="{BF013EBD-B0BD-430F-81E4-A462190A8588}"/>
              </a:ext>
            </a:extLst>
          </p:cNvPr>
          <p:cNvSpPr txBox="1"/>
          <p:nvPr/>
        </p:nvSpPr>
        <p:spPr>
          <a:xfrm>
            <a:off x="508000" y="4264320"/>
            <a:ext cx="11292682" cy="307777"/>
          </a:xfrm>
          <a:prstGeom prst="rect">
            <a:avLst/>
          </a:prstGeom>
          <a:noFill/>
        </p:spPr>
        <p:txBody>
          <a:bodyPr wrap="square" lIns="0" tIns="0" rIns="0" bIns="0" rtlCol="0">
            <a:spAutoFit/>
          </a:bodyPr>
          <a:lstStyle/>
          <a:p>
            <a:pPr>
              <a:spcBef>
                <a:spcPts val="600"/>
              </a:spcBef>
              <a:buSzPct val="100000"/>
            </a:pPr>
            <a:r>
              <a:rPr lang="en-US" sz="1000" i="1" dirty="0">
                <a:solidFill>
                  <a:srgbClr val="313131"/>
                </a:solidFill>
                <a:latin typeface="Verdana" panose="020B0604030504040204" pitchFamily="34" charset="0"/>
                <a:ea typeface="Verdana" panose="020B0604030504040204" pitchFamily="34" charset="0"/>
              </a:rPr>
              <a:t>Note: Activity completed within period FY 23 - FY24 is considered short term, same corresponding to period FY 25 - FY 28 is considered medium term, and that completing within period FY 29 and above is considered as long-term activity </a:t>
            </a:r>
          </a:p>
        </p:txBody>
      </p:sp>
    </p:spTree>
    <p:extLst>
      <p:ext uri="{BB962C8B-B14F-4D97-AF65-F5344CB8AC3E}">
        <p14:creationId xmlns:p14="http://schemas.microsoft.com/office/powerpoint/2010/main" val="1331824448"/>
      </p:ext>
    </p:extLst>
  </p:cSld>
  <p:clrMapOvr>
    <a:masterClrMapping/>
  </p:clrMapOvr>
  <p:transition>
    <p:fade/>
  </p:transition>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qRvZVlYlwYHyZ._nOrIlp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tphpARHdQbWot9j9ZjMvR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r0LmpPjHTq2U0Z67rHnPlA"/>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deloitte theme">
  <a:themeElements>
    <a:clrScheme name="Custom 3">
      <a:dk1>
        <a:sysClr val="windowText" lastClr="000000"/>
      </a:dk1>
      <a:lt1>
        <a:sysClr val="window" lastClr="FFFFFF"/>
      </a:lt1>
      <a:dk2>
        <a:srgbClr val="53565A"/>
      </a:dk2>
      <a:lt2>
        <a:srgbClr val="D0D0CE"/>
      </a:lt2>
      <a:accent1>
        <a:srgbClr val="86BC25"/>
      </a:accent1>
      <a:accent2>
        <a:srgbClr val="43B02A"/>
      </a:accent2>
      <a:accent3>
        <a:srgbClr val="26890D"/>
      </a:accent3>
      <a:accent4>
        <a:srgbClr val="046A38"/>
      </a:accent4>
      <a:accent5>
        <a:srgbClr val="0D8390"/>
      </a:accent5>
      <a:accent6>
        <a:srgbClr val="007CB0"/>
      </a:accent6>
      <a:hlink>
        <a:srgbClr val="00A3E0"/>
      </a:hlink>
      <a:folHlink>
        <a:srgbClr val="7F7F7F"/>
      </a:folHlink>
    </a:clrScheme>
    <a:fontScheme name="Custom 2">
      <a:majorFont>
        <a:latin typeface="Calibri"/>
        <a:ea typeface=""/>
        <a:cs typeface=""/>
      </a:majorFont>
      <a:minorFont>
        <a:latin typeface="Calibri"/>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deloitte theme" id="{D8EE87FA-D546-467A-8D20-21EA8B154E9F}" vid="{AF7FB4BF-7232-4252-83E8-78AC977FF29E}"/>
    </a:ext>
  </a:extLst>
</a:theme>
</file>

<file path=ppt/theme/theme2.xml><?xml version="1.0" encoding="utf-8"?>
<a:theme xmlns:a="http://schemas.openxmlformats.org/drawingml/2006/main" name="4_Deloitte 16_9 onscreen">
  <a:themeElements>
    <a:clrScheme name="Deloitte colors">
      <a:dk1>
        <a:sysClr val="windowText" lastClr="000000"/>
      </a:dk1>
      <a:lt1>
        <a:sysClr val="window" lastClr="FFFFFF"/>
      </a:lt1>
      <a:dk2>
        <a:srgbClr val="53565A"/>
      </a:dk2>
      <a:lt2>
        <a:srgbClr val="D0D0CE"/>
      </a:lt2>
      <a:accent1>
        <a:srgbClr val="86BC25"/>
      </a:accent1>
      <a:accent2>
        <a:srgbClr val="046A38"/>
      </a:accent2>
      <a:accent3>
        <a:srgbClr val="62B5E5"/>
      </a:accent3>
      <a:accent4>
        <a:srgbClr val="012169"/>
      </a:accent4>
      <a:accent5>
        <a:srgbClr val="0097A9"/>
      </a:accent5>
      <a:accent6>
        <a:srgbClr val="75787B"/>
      </a:accent6>
      <a:hlink>
        <a:srgbClr val="00A3E0"/>
      </a:hlink>
      <a:folHlink>
        <a:srgbClr val="53565A"/>
      </a:folHlink>
    </a:clrScheme>
    <a:fontScheme name="Deloitte Powerpoint font">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solidFill>
          <a:schemeClr val="accent3"/>
        </a:solidFill>
        <a:ln w="19050" algn="ctr">
          <a:noFill/>
          <a:miter lim="800000"/>
          <a:headEnd/>
          <a:tailEnd/>
        </a:ln>
      </a:spPr>
      <a:bodyPr wrap="square" lIns="88900" tIns="88900" rIns="88900" bIns="88900" rtlCol="0" anchor="ctr"/>
      <a:lstStyle>
        <a:defPPr>
          <a:lnSpc>
            <a:spcPct val="106000"/>
          </a:lnSpc>
          <a:buFont typeface="Wingdings 2" pitchFamily="18" charset="2"/>
          <a:buNone/>
          <a:defRPr sz="1600" b="1" dirty="0" smtClean="0">
            <a:solidFill>
              <a:schemeClr val="bg1"/>
            </a:solidFill>
          </a:defRPr>
        </a:defPPr>
      </a:lstStyle>
    </a:spDef>
    <a:lnDef>
      <a:spPr>
        <a:ln>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marL="203200" indent="-203200">
          <a:spcBef>
            <a:spcPts val="600"/>
          </a:spcBef>
          <a:buSzPct val="100000"/>
          <a:buFont typeface="Arial"/>
          <a:buChar char="�"/>
          <a:defRPr dirty="0" smtClean="0">
            <a:solidFill>
              <a:srgbClr val="313131"/>
            </a:solidFill>
          </a:defRPr>
        </a:defPPr>
      </a:lstStyle>
    </a:txDef>
  </a:objectDefaults>
  <a:extraClrSchemeLst/>
  <a:custClrLst>
    <a:custClr name="Green 7">
      <a:srgbClr val="2C5234"/>
    </a:custClr>
    <a:custClr name="Green 6">
      <a:srgbClr val="046A38"/>
    </a:custClr>
    <a:custClr name="Green 5">
      <a:srgbClr val="009A44"/>
    </a:custClr>
    <a:custClr name="Green 4">
      <a:srgbClr val="43B02A"/>
    </a:custClr>
    <a:custClr name="Deloitte Green">
      <a:srgbClr val="86BC25"/>
    </a:custClr>
    <a:custClr name="Green 2">
      <a:srgbClr val="C4D600"/>
    </a:custClr>
    <a:custClr name="Green 1">
      <a:srgbClr val="E3E48D"/>
    </a:custClr>
    <a:custClr name="Teal 7">
      <a:srgbClr val="004F59"/>
    </a:custClr>
    <a:custClr name="Teal 6">
      <a:srgbClr val="007680"/>
    </a:custClr>
    <a:custClr name="Teal 5">
      <a:srgbClr val="0097A9"/>
    </a:custClr>
    <a:custClr name="Teal 4">
      <a:srgbClr val="00ABAB"/>
    </a:custClr>
    <a:custClr name="Teal 3">
      <a:srgbClr val="6FC2B4"/>
    </a:custClr>
    <a:custClr name="Teal 2">
      <a:srgbClr val="9DD4CF"/>
    </a:custClr>
    <a:custClr name="Teal 1">
      <a:srgbClr val="DDEFE8"/>
    </a:custClr>
    <a:custClr name="Blue 7">
      <a:srgbClr val="041E42"/>
    </a:custClr>
    <a:custClr name="Blue 6">
      <a:srgbClr val="012169"/>
    </a:custClr>
    <a:custClr name="Blue 5">
      <a:srgbClr val="005587"/>
    </a:custClr>
    <a:custClr name="Blue 4">
      <a:srgbClr val="0076A8"/>
    </a:custClr>
    <a:custClr name="Blue 3">
      <a:srgbClr val="00A3E0"/>
    </a:custClr>
    <a:custClr name="Blue 2">
      <a:srgbClr val="62B5E5"/>
    </a:custClr>
    <a:custClr name="Blue 1">
      <a:srgbClr val="A0DCFF"/>
    </a:custClr>
    <a:custClr name="Cool Gray 11">
      <a:srgbClr val="53565A"/>
    </a:custClr>
    <a:custClr name="Cool Gray 10">
      <a:srgbClr val="63666A"/>
    </a:custClr>
    <a:custClr name="Cool Gray 9">
      <a:srgbClr val="75787B"/>
    </a:custClr>
    <a:custClr name="Cool Gray 7">
      <a:srgbClr val="97999B"/>
    </a:custClr>
    <a:custClr name="Cool Gray 6">
      <a:srgbClr val="A7A8AA"/>
    </a:custClr>
    <a:custClr name="Cool Gray 4">
      <a:srgbClr val="BBBCBC"/>
    </a:custClr>
    <a:custClr name="Cool Gray 2">
      <a:srgbClr val="D0D0CE"/>
    </a:custClr>
    <a:custClr name="White">
      <a:srgbClr val="FFFFFF"/>
    </a:custClr>
    <a:custClr name="Black">
      <a:srgbClr val="000000"/>
    </a:custClr>
    <a:custClr name="Red">
      <a:srgbClr val="DA291C"/>
    </a:custClr>
    <a:custClr name="Orange">
      <a:srgbClr val="ED8B00"/>
    </a:custClr>
    <a:custClr name="Yellow">
      <a:srgbClr val="FFCD00"/>
    </a:custClr>
  </a:custClrLst>
  <a:extLst>
    <a:ext uri="{05A4C25C-085E-4340-85A3-A5531E510DB2}">
      <thm15:themeFamily xmlns:thm15="http://schemas.microsoft.com/office/thememl/2012/main" name="Presentation1" id="{22C95E2E-F6A4-40F2-A92D-E40A5110F973}" vid="{FD2586F0-0C61-4D2E-8403-86D710ECD4D2}"/>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EABACCD3B39C49923CC76F9A3899B0" ma:contentTypeVersion="10" ma:contentTypeDescription="Create a new document." ma:contentTypeScope="" ma:versionID="888edbca11eac38050b29462c56b3d83">
  <xsd:schema xmlns:xsd="http://www.w3.org/2001/XMLSchema" xmlns:xs="http://www.w3.org/2001/XMLSchema" xmlns:p="http://schemas.microsoft.com/office/2006/metadata/properties" xmlns:ns2="88ac10d5-d499-482e-8b56-6ab71e10844d" xmlns:ns3="b34fac16-a9a4-4d97-96d6-3d67277b3bbb" targetNamespace="http://schemas.microsoft.com/office/2006/metadata/properties" ma:root="true" ma:fieldsID="b2578cae4076c3a00574eaa070b195d6" ns2:_="" ns3:_="">
    <xsd:import namespace="88ac10d5-d499-482e-8b56-6ab71e10844d"/>
    <xsd:import namespace="b34fac16-a9a4-4d97-96d6-3d67277b3bb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8ac10d5-d499-482e-8b56-6ab71e10844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98d900d-0589-4081-96eb-513de833a507"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34fac16-a9a4-4d97-96d6-3d67277b3bbb"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b26a010e-ed09-4f8f-afe2-969c013c94e7}" ma:internalName="TaxCatchAll" ma:showField="CatchAllData" ma:web="b34fac16-a9a4-4d97-96d6-3d67277b3bbb">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88ac10d5-d499-482e-8b56-6ab71e10844d">
      <Terms xmlns="http://schemas.microsoft.com/office/infopath/2007/PartnerControls"/>
    </lcf76f155ced4ddcb4097134ff3c332f>
    <TaxCatchAll xmlns="b34fac16-a9a4-4d97-96d6-3d67277b3bbb" xsi:nil="true"/>
  </documentManagement>
</p:properties>
</file>

<file path=customXml/itemProps1.xml><?xml version="1.0" encoding="utf-8"?>
<ds:datastoreItem xmlns:ds="http://schemas.openxmlformats.org/officeDocument/2006/customXml" ds:itemID="{1CCFAE5F-8CAC-4A58-80B1-86E2776E26E7}"/>
</file>

<file path=customXml/itemProps2.xml><?xml version="1.0" encoding="utf-8"?>
<ds:datastoreItem xmlns:ds="http://schemas.openxmlformats.org/officeDocument/2006/customXml" ds:itemID="{4209BE67-F89A-48BF-9702-BCD4CDEA88D6}"/>
</file>

<file path=customXml/itemProps3.xml><?xml version="1.0" encoding="utf-8"?>
<ds:datastoreItem xmlns:ds="http://schemas.openxmlformats.org/officeDocument/2006/customXml" ds:itemID="{15677BFA-D3EF-4B6D-85EB-D4D1553CFD8E}"/>
</file>

<file path=docProps/app.xml><?xml version="1.0" encoding="utf-8"?>
<Properties xmlns="http://schemas.openxmlformats.org/officeDocument/2006/extended-properties" xmlns:vt="http://schemas.openxmlformats.org/officeDocument/2006/docPropsVTypes">
  <TotalTime>14335</TotalTime>
  <Words>3303</Words>
  <Application>Microsoft Office PowerPoint</Application>
  <PresentationFormat>Widescreen</PresentationFormat>
  <Paragraphs>910</Paragraphs>
  <Slides>26</Slides>
  <Notes>2</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26</vt:i4>
      </vt:variant>
    </vt:vector>
  </HeadingPairs>
  <TitlesOfParts>
    <vt:vector size="35" baseType="lpstr">
      <vt:lpstr>Abadi Extra Light</vt:lpstr>
      <vt:lpstr>Arial</vt:lpstr>
      <vt:lpstr>Calibri</vt:lpstr>
      <vt:lpstr>Calibri Light</vt:lpstr>
      <vt:lpstr>Verdana</vt:lpstr>
      <vt:lpstr>Wingdings 2</vt:lpstr>
      <vt:lpstr>deloitte theme</vt:lpstr>
      <vt:lpstr>4_Deloitte 16_9 onscreen</vt:lpstr>
      <vt:lpstr>think-cell Slide</vt:lpstr>
      <vt:lpstr>PowerPoint Presentation</vt:lpstr>
      <vt:lpstr>WBDOP – Goals and strategic initiatives (1/2)</vt:lpstr>
      <vt:lpstr>WBDOP – Goals and strategic initiatives (2/2)</vt:lpstr>
      <vt:lpstr>WBDOP Action Plan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Srijan - Ext</dc:creator>
  <cp:lastModifiedBy>Banerjee, Rajeswar</cp:lastModifiedBy>
  <cp:revision>875</cp:revision>
  <dcterms:created xsi:type="dcterms:W3CDTF">2022-02-14T10:56:16Z</dcterms:created>
  <dcterms:modified xsi:type="dcterms:W3CDTF">2022-10-12T00:55:55Z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a60d57e-af5b-4752-ac57-3e4f28ca11dc_Enabled">
    <vt:lpwstr>true</vt:lpwstr>
  </property>
  <property fmtid="{D5CDD505-2E9C-101B-9397-08002B2CF9AE}" pid="3" name="MSIP_Label_ea60d57e-af5b-4752-ac57-3e4f28ca11dc_SetDate">
    <vt:lpwstr>2022-02-14T10:56:17Z</vt:lpwstr>
  </property>
  <property fmtid="{D5CDD505-2E9C-101B-9397-08002B2CF9AE}" pid="4" name="MSIP_Label_ea60d57e-af5b-4752-ac57-3e4f28ca11dc_Method">
    <vt:lpwstr>Standard</vt:lpwstr>
  </property>
  <property fmtid="{D5CDD505-2E9C-101B-9397-08002B2CF9AE}" pid="5" name="MSIP_Label_ea60d57e-af5b-4752-ac57-3e4f28ca11dc_Name">
    <vt:lpwstr>ea60d57e-af5b-4752-ac57-3e4f28ca11dc</vt:lpwstr>
  </property>
  <property fmtid="{D5CDD505-2E9C-101B-9397-08002B2CF9AE}" pid="6" name="MSIP_Label_ea60d57e-af5b-4752-ac57-3e4f28ca11dc_SiteId">
    <vt:lpwstr>36da45f1-dd2c-4d1f-af13-5abe46b99921</vt:lpwstr>
  </property>
  <property fmtid="{D5CDD505-2E9C-101B-9397-08002B2CF9AE}" pid="7" name="MSIP_Label_ea60d57e-af5b-4752-ac57-3e4f28ca11dc_ActionId">
    <vt:lpwstr>b47a5512-50bb-4f2c-876e-9bef48353ad6</vt:lpwstr>
  </property>
  <property fmtid="{D5CDD505-2E9C-101B-9397-08002B2CF9AE}" pid="8" name="MSIP_Label_ea60d57e-af5b-4752-ac57-3e4f28ca11dc_ContentBits">
    <vt:lpwstr>0</vt:lpwstr>
  </property>
  <property fmtid="{D5CDD505-2E9C-101B-9397-08002B2CF9AE}" pid="9" name="ContentTypeId">
    <vt:lpwstr>0x01010046EABACCD3B39C49923CC76F9A3899B0</vt:lpwstr>
  </property>
</Properties>
</file>