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notesSlides/notesSlide2.xml" ContentType="application/vnd.openxmlformats-officedocument.presentationml.notesSlide+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801" r:id="rId4"/>
  </p:sldMasterIdLst>
  <p:notesMasterIdLst>
    <p:notesMasterId r:id="rId65"/>
  </p:notesMasterIdLst>
  <p:handoutMasterIdLst>
    <p:handoutMasterId r:id="rId66"/>
  </p:handoutMasterIdLst>
  <p:sldIdLst>
    <p:sldId id="341" r:id="rId5"/>
    <p:sldId id="998" r:id="rId6"/>
    <p:sldId id="1016" r:id="rId7"/>
    <p:sldId id="1100" r:id="rId8"/>
    <p:sldId id="996" r:id="rId9"/>
    <p:sldId id="1122" r:id="rId10"/>
    <p:sldId id="1073" r:id="rId11"/>
    <p:sldId id="1101" r:id="rId12"/>
    <p:sldId id="1102" r:id="rId13"/>
    <p:sldId id="1125" r:id="rId14"/>
    <p:sldId id="1126" r:id="rId15"/>
    <p:sldId id="1113" r:id="rId16"/>
    <p:sldId id="1018" r:id="rId17"/>
    <p:sldId id="1121" r:id="rId18"/>
    <p:sldId id="1075" r:id="rId19"/>
    <p:sldId id="1127" r:id="rId20"/>
    <p:sldId id="1086" r:id="rId21"/>
    <p:sldId id="1041" r:id="rId22"/>
    <p:sldId id="1076" r:id="rId23"/>
    <p:sldId id="1087" r:id="rId24"/>
    <p:sldId id="1079" r:id="rId25"/>
    <p:sldId id="1083" r:id="rId26"/>
    <p:sldId id="1081" r:id="rId27"/>
    <p:sldId id="1082" r:id="rId28"/>
    <p:sldId id="1084" r:id="rId29"/>
    <p:sldId id="1050" r:id="rId30"/>
    <p:sldId id="1085" r:id="rId31"/>
    <p:sldId id="1088" r:id="rId32"/>
    <p:sldId id="1089" r:id="rId33"/>
    <p:sldId id="1090" r:id="rId34"/>
    <p:sldId id="1114" r:id="rId35"/>
    <p:sldId id="1033" r:id="rId36"/>
    <p:sldId id="1118" r:id="rId37"/>
    <p:sldId id="1051" r:id="rId38"/>
    <p:sldId id="1091" r:id="rId39"/>
    <p:sldId id="1093" r:id="rId40"/>
    <p:sldId id="1115" r:id="rId41"/>
    <p:sldId id="1058" r:id="rId42"/>
    <p:sldId id="1094" r:id="rId43"/>
    <p:sldId id="1095" r:id="rId44"/>
    <p:sldId id="1120" r:id="rId45"/>
    <p:sldId id="1063" r:id="rId46"/>
    <p:sldId id="1077" r:id="rId47"/>
    <p:sldId id="1066" r:id="rId48"/>
    <p:sldId id="1067" r:id="rId49"/>
    <p:sldId id="1096" r:id="rId50"/>
    <p:sldId id="1070" r:id="rId51"/>
    <p:sldId id="1097" r:id="rId52"/>
    <p:sldId id="1098" r:id="rId53"/>
    <p:sldId id="655" r:id="rId54"/>
    <p:sldId id="997" r:id="rId55"/>
    <p:sldId id="999" r:id="rId56"/>
    <p:sldId id="1000" r:id="rId57"/>
    <p:sldId id="1105" r:id="rId58"/>
    <p:sldId id="1106" r:id="rId59"/>
    <p:sldId id="1107" r:id="rId60"/>
    <p:sldId id="1108" r:id="rId61"/>
    <p:sldId id="1109" r:id="rId62"/>
    <p:sldId id="1110" r:id="rId63"/>
    <p:sldId id="1111" r:id="rId64"/>
  </p:sldIdLst>
  <p:sldSz cx="13444538" cy="7562850"/>
  <p:notesSz cx="6797675" cy="9872663"/>
  <p:custDataLst>
    <p:tags r:id="rId67"/>
  </p:custDataLst>
  <p:defaultTextStyle>
    <a:defPPr>
      <a:defRPr lang="en-US"/>
    </a:defPPr>
    <a:lvl1pPr marL="0" algn="l" defTabSz="1042873" rtl="0" eaLnBrk="1" latinLnBrk="0" hangingPunct="1">
      <a:defRPr sz="2053" kern="1200">
        <a:solidFill>
          <a:schemeClr val="tx1"/>
        </a:solidFill>
        <a:latin typeface="+mn-lt"/>
        <a:ea typeface="+mn-ea"/>
        <a:cs typeface="+mn-cs"/>
      </a:defRPr>
    </a:lvl1pPr>
    <a:lvl2pPr marL="521437" algn="l" defTabSz="1042873" rtl="0" eaLnBrk="1" latinLnBrk="0" hangingPunct="1">
      <a:defRPr sz="2053" kern="1200">
        <a:solidFill>
          <a:schemeClr val="tx1"/>
        </a:solidFill>
        <a:latin typeface="+mn-lt"/>
        <a:ea typeface="+mn-ea"/>
        <a:cs typeface="+mn-cs"/>
      </a:defRPr>
    </a:lvl2pPr>
    <a:lvl3pPr marL="1042873" algn="l" defTabSz="1042873" rtl="0" eaLnBrk="1" latinLnBrk="0" hangingPunct="1">
      <a:defRPr sz="2053" kern="1200">
        <a:solidFill>
          <a:schemeClr val="tx1"/>
        </a:solidFill>
        <a:latin typeface="+mn-lt"/>
        <a:ea typeface="+mn-ea"/>
        <a:cs typeface="+mn-cs"/>
      </a:defRPr>
    </a:lvl3pPr>
    <a:lvl4pPr marL="1564310" algn="l" defTabSz="1042873" rtl="0" eaLnBrk="1" latinLnBrk="0" hangingPunct="1">
      <a:defRPr sz="2053" kern="1200">
        <a:solidFill>
          <a:schemeClr val="tx1"/>
        </a:solidFill>
        <a:latin typeface="+mn-lt"/>
        <a:ea typeface="+mn-ea"/>
        <a:cs typeface="+mn-cs"/>
      </a:defRPr>
    </a:lvl4pPr>
    <a:lvl5pPr marL="2085746" algn="l" defTabSz="1042873" rtl="0" eaLnBrk="1" latinLnBrk="0" hangingPunct="1">
      <a:defRPr sz="2053" kern="1200">
        <a:solidFill>
          <a:schemeClr val="tx1"/>
        </a:solidFill>
        <a:latin typeface="+mn-lt"/>
        <a:ea typeface="+mn-ea"/>
        <a:cs typeface="+mn-cs"/>
      </a:defRPr>
    </a:lvl5pPr>
    <a:lvl6pPr marL="2607183" algn="l" defTabSz="1042873" rtl="0" eaLnBrk="1" latinLnBrk="0" hangingPunct="1">
      <a:defRPr sz="2053" kern="1200">
        <a:solidFill>
          <a:schemeClr val="tx1"/>
        </a:solidFill>
        <a:latin typeface="+mn-lt"/>
        <a:ea typeface="+mn-ea"/>
        <a:cs typeface="+mn-cs"/>
      </a:defRPr>
    </a:lvl6pPr>
    <a:lvl7pPr marL="3128620" algn="l" defTabSz="1042873" rtl="0" eaLnBrk="1" latinLnBrk="0" hangingPunct="1">
      <a:defRPr sz="2053" kern="1200">
        <a:solidFill>
          <a:schemeClr val="tx1"/>
        </a:solidFill>
        <a:latin typeface="+mn-lt"/>
        <a:ea typeface="+mn-ea"/>
        <a:cs typeface="+mn-cs"/>
      </a:defRPr>
    </a:lvl7pPr>
    <a:lvl8pPr marL="3650056" algn="l" defTabSz="1042873" rtl="0" eaLnBrk="1" latinLnBrk="0" hangingPunct="1">
      <a:defRPr sz="2053" kern="1200">
        <a:solidFill>
          <a:schemeClr val="tx1"/>
        </a:solidFill>
        <a:latin typeface="+mn-lt"/>
        <a:ea typeface="+mn-ea"/>
        <a:cs typeface="+mn-cs"/>
      </a:defRPr>
    </a:lvl8pPr>
    <a:lvl9pPr marL="4171493" algn="l" defTabSz="1042873" rtl="0" eaLnBrk="1" latinLnBrk="0" hangingPunct="1">
      <a:defRPr sz="2053" kern="1200">
        <a:solidFill>
          <a:schemeClr val="tx1"/>
        </a:solidFill>
        <a:latin typeface="+mn-lt"/>
        <a:ea typeface="+mn-ea"/>
        <a:cs typeface="+mn-cs"/>
      </a:defRPr>
    </a:lvl9pPr>
  </p:defaultTextStyle>
  <p:extLst>
    <p:ext uri="{EFAFB233-063F-42B5-8137-9DF3F51BA10A}">
      <p15:sldGuideLst xmlns:p15="http://schemas.microsoft.com/office/powerpoint/2012/main">
        <p15:guide id="10" userDrawn="1">
          <p15:clr>
            <a:srgbClr val="A4A3A4"/>
          </p15:clr>
        </p15:guide>
        <p15:guide id="11" orient="horz" pos="2382" userDrawn="1">
          <p15:clr>
            <a:srgbClr val="A4A3A4"/>
          </p15:clr>
        </p15:guide>
      </p15:sldGuideLst>
    </p:ext>
    <p:ext uri="{2D200454-40CA-4A62-9FC3-DE9A4176ACB9}">
      <p15:notesGuideLst xmlns:p15="http://schemas.microsoft.com/office/powerpoint/2012/main">
        <p15:guide id="1" orient="horz" pos="3110" userDrawn="1">
          <p15:clr>
            <a:srgbClr val="A4A3A4"/>
          </p15:clr>
        </p15:guide>
        <p15:guide id="2" pos="2142"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3894866-CCC8-3B44-E319-ED606C4580A4}" name="Banerjee, Rajeswar" initials="BR" userId="S::rajbanerjee@deloitte.com::b4ff5a26-7e17-4c5f-975b-d63f3f91df5b"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Mhatre, Shreyas (IN - Mumbai)" initials="MS(-M" lastIdx="7" clrIdx="0">
    <p:extLst>
      <p:ext uri="{19B8F6BF-5375-455C-9EA6-DF929625EA0E}">
        <p15:presenceInfo xmlns:p15="http://schemas.microsoft.com/office/powerpoint/2012/main" userId="S-1-5-21-776561741-1482476501-682003330-393219" providerId="AD"/>
      </p:ext>
    </p:extLst>
  </p:cmAuthor>
  <p:cmAuthor id="2" name="Bandyopadhyay, Anirban P (IN - Kolkata)" initials="BAP(-K" lastIdx="4" clrIdx="1">
    <p:extLst>
      <p:ext uri="{19B8F6BF-5375-455C-9EA6-DF929625EA0E}">
        <p15:presenceInfo xmlns:p15="http://schemas.microsoft.com/office/powerpoint/2012/main" userId="S-1-5-21-776561741-1482476501-682003330-717514" providerId="AD"/>
      </p:ext>
    </p:extLst>
  </p:cmAuthor>
  <p:cmAuthor id="3" name="Khiroria, Adit (IN - Kolkata)" initials="KA(-K" lastIdx="12" clrIdx="2">
    <p:extLst>
      <p:ext uri="{19B8F6BF-5375-455C-9EA6-DF929625EA0E}">
        <p15:presenceInfo xmlns:p15="http://schemas.microsoft.com/office/powerpoint/2012/main" userId="S-1-5-21-776561741-1482476501-682003330-970961" providerId="AD"/>
      </p:ext>
    </p:extLst>
  </p:cmAuthor>
  <p:cmAuthor id="4" name="Mani, Siddharth (IN - Kolkata)" initials="MS(-K" lastIdx="24" clrIdx="3">
    <p:extLst>
      <p:ext uri="{19B8F6BF-5375-455C-9EA6-DF929625EA0E}">
        <p15:presenceInfo xmlns:p15="http://schemas.microsoft.com/office/powerpoint/2012/main" userId="S-1-5-21-776561741-1482476501-682003330-60567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7FF9A"/>
    <a:srgbClr val="B9FFD9"/>
    <a:srgbClr val="404040"/>
    <a:srgbClr val="2392D2"/>
    <a:srgbClr val="03502A"/>
    <a:srgbClr val="01194F"/>
    <a:srgbClr val="012169"/>
    <a:srgbClr val="648D1C"/>
    <a:srgbClr val="00717F"/>
    <a:srgbClr val="86BC2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DB44466-9A38-4A66-A74C-0703C292F222}" v="2" dt="2024-09-20T10:44:48.75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614" autoAdjust="0"/>
    <p:restoredTop sz="95332" autoAdjust="0"/>
  </p:normalViewPr>
  <p:slideViewPr>
    <p:cSldViewPr snapToGrid="0" showGuides="1">
      <p:cViewPr varScale="1">
        <p:scale>
          <a:sx n="75" d="100"/>
          <a:sy n="75" d="100"/>
        </p:scale>
        <p:origin x="533" y="53"/>
      </p:cViewPr>
      <p:guideLst>
        <p:guide/>
        <p:guide orient="horz" pos="2382"/>
      </p:guideLst>
    </p:cSldViewPr>
  </p:slideViewPr>
  <p:outlineViewPr>
    <p:cViewPr>
      <p:scale>
        <a:sx n="33" d="100"/>
        <a:sy n="33" d="100"/>
      </p:scale>
      <p:origin x="0" y="-59190"/>
    </p:cViewPr>
  </p:outlineViewPr>
  <p:notesTextViewPr>
    <p:cViewPr>
      <p:scale>
        <a:sx n="100" d="100"/>
        <a:sy n="100" d="100"/>
      </p:scale>
      <p:origin x="0" y="0"/>
    </p:cViewPr>
  </p:notesTextViewPr>
  <p:sorterViewPr>
    <p:cViewPr varScale="1">
      <p:scale>
        <a:sx n="1" d="1"/>
        <a:sy n="1" d="1"/>
      </p:scale>
      <p:origin x="0" y="0"/>
    </p:cViewPr>
  </p:sorterViewPr>
  <p:notesViewPr>
    <p:cSldViewPr snapToGrid="0" showGuides="1">
      <p:cViewPr varScale="1">
        <p:scale>
          <a:sx n="57" d="100"/>
          <a:sy n="57" d="100"/>
        </p:scale>
        <p:origin x="1992" y="90"/>
      </p:cViewPr>
      <p:guideLst>
        <p:guide orient="horz" pos="3110"/>
        <p:guide pos="2142"/>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handoutMaster" Target="handoutMasters/handoutMaster1.xml"/><Relationship Id="rId74" Type="http://schemas.microsoft.com/office/2018/10/relationships/authors" Target="authors.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tags" Target="tags/tag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notesMaster" Target="notesMasters/notesMaster1.xml"/><Relationship Id="rId73"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71"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5" y="4"/>
            <a:ext cx="2945862" cy="493097"/>
          </a:xfrm>
          <a:prstGeom prst="rect">
            <a:avLst/>
          </a:prstGeom>
        </p:spPr>
        <p:txBody>
          <a:bodyPr vert="horz" lIns="90913" tIns="45457" rIns="90913" bIns="45457" rtlCol="0"/>
          <a:lstStyle>
            <a:lvl1pPr algn="l">
              <a:defRPr sz="1100"/>
            </a:lvl1pPr>
          </a:lstStyle>
          <a:p>
            <a:endParaRPr lang="en-US" dirty="0">
              <a:latin typeface="Arial" panose="020B0604020202020204" pitchFamily="34" charset="0"/>
            </a:endParaRPr>
          </a:p>
        </p:txBody>
      </p:sp>
      <p:sp>
        <p:nvSpPr>
          <p:cNvPr id="3" name="Date Placeholder 2"/>
          <p:cNvSpPr>
            <a:spLocks noGrp="1"/>
          </p:cNvSpPr>
          <p:nvPr>
            <p:ph type="dt" sz="quarter" idx="1"/>
          </p:nvPr>
        </p:nvSpPr>
        <p:spPr>
          <a:xfrm>
            <a:off x="3850294" y="4"/>
            <a:ext cx="2945862" cy="493097"/>
          </a:xfrm>
          <a:prstGeom prst="rect">
            <a:avLst/>
          </a:prstGeom>
        </p:spPr>
        <p:txBody>
          <a:bodyPr vert="horz" lIns="90913" tIns="45457" rIns="90913" bIns="45457" rtlCol="0"/>
          <a:lstStyle>
            <a:lvl1pPr algn="r">
              <a:defRPr sz="1100"/>
            </a:lvl1pPr>
          </a:lstStyle>
          <a:p>
            <a:fld id="{B4AD245C-091B-44E2-BFB0-BD94217887F7}" type="datetimeFigureOut">
              <a:rPr lang="en-US" smtClean="0">
                <a:latin typeface="Arial" panose="020B0604020202020204" pitchFamily="34" charset="0"/>
              </a:rPr>
              <a:t>9/20/2024</a:t>
            </a:fld>
            <a:endParaRPr lang="en-US" dirty="0">
              <a:latin typeface="Arial" panose="020B0604020202020204" pitchFamily="34" charset="0"/>
            </a:endParaRPr>
          </a:p>
        </p:txBody>
      </p:sp>
      <p:sp>
        <p:nvSpPr>
          <p:cNvPr id="4" name="Footer Placeholder 3"/>
          <p:cNvSpPr>
            <a:spLocks noGrp="1"/>
          </p:cNvSpPr>
          <p:nvPr>
            <p:ph type="ftr" sz="quarter" idx="2"/>
          </p:nvPr>
        </p:nvSpPr>
        <p:spPr>
          <a:xfrm>
            <a:off x="5" y="9378037"/>
            <a:ext cx="2945862" cy="493097"/>
          </a:xfrm>
          <a:prstGeom prst="rect">
            <a:avLst/>
          </a:prstGeom>
        </p:spPr>
        <p:txBody>
          <a:bodyPr vert="horz" lIns="90913" tIns="45457" rIns="90913" bIns="45457" rtlCol="0" anchor="b"/>
          <a:lstStyle>
            <a:lvl1pPr algn="l">
              <a:defRPr sz="1100"/>
            </a:lvl1pPr>
          </a:lstStyle>
          <a:p>
            <a:endParaRPr lang="en-US" dirty="0">
              <a:latin typeface="Arial" panose="020B0604020202020204" pitchFamily="34" charset="0"/>
            </a:endParaRPr>
          </a:p>
        </p:txBody>
      </p:sp>
      <p:sp>
        <p:nvSpPr>
          <p:cNvPr id="5" name="Slide Number Placeholder 4"/>
          <p:cNvSpPr>
            <a:spLocks noGrp="1"/>
          </p:cNvSpPr>
          <p:nvPr>
            <p:ph type="sldNum" sz="quarter" idx="3"/>
          </p:nvPr>
        </p:nvSpPr>
        <p:spPr>
          <a:xfrm>
            <a:off x="3850294" y="9378037"/>
            <a:ext cx="2945862" cy="493097"/>
          </a:xfrm>
          <a:prstGeom prst="rect">
            <a:avLst/>
          </a:prstGeom>
        </p:spPr>
        <p:txBody>
          <a:bodyPr vert="horz" lIns="90913" tIns="45457" rIns="90913" bIns="45457" rtlCol="0" anchor="b"/>
          <a:lstStyle>
            <a:lvl1pPr algn="r">
              <a:defRPr sz="1100"/>
            </a:lvl1pPr>
          </a:lstStyle>
          <a:p>
            <a:fld id="{9A913F39-CFF6-40F1-84D1-700840B41EAB}" type="slidenum">
              <a:rPr lang="en-US" smtClean="0">
                <a:latin typeface="Arial" panose="020B0604020202020204" pitchFamily="34" charset="0"/>
              </a:rPr>
              <a:t>‹#›</a:t>
            </a:fld>
            <a:endParaRPr lang="en-US" dirty="0">
              <a:latin typeface="Arial" panose="020B0604020202020204" pitchFamily="34" charset="0"/>
            </a:endParaRPr>
          </a:p>
        </p:txBody>
      </p:sp>
    </p:spTree>
    <p:extLst>
      <p:ext uri="{BB962C8B-B14F-4D97-AF65-F5344CB8AC3E}">
        <p14:creationId xmlns:p14="http://schemas.microsoft.com/office/powerpoint/2010/main" val="195481318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2"/>
            <a:ext cx="2945659" cy="493633"/>
          </a:xfrm>
          <a:prstGeom prst="rect">
            <a:avLst/>
          </a:prstGeom>
        </p:spPr>
        <p:txBody>
          <a:bodyPr vert="horz" lIns="98478" tIns="49238" rIns="98478" bIns="49238" rtlCol="0"/>
          <a:lstStyle>
            <a:lvl1pPr algn="l">
              <a:defRPr sz="120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3850446" y="2"/>
            <a:ext cx="2945659" cy="493633"/>
          </a:xfrm>
          <a:prstGeom prst="rect">
            <a:avLst/>
          </a:prstGeom>
        </p:spPr>
        <p:txBody>
          <a:bodyPr vert="horz" lIns="98478" tIns="49238" rIns="98478" bIns="49238" rtlCol="0"/>
          <a:lstStyle>
            <a:lvl1pPr algn="r">
              <a:defRPr sz="1200">
                <a:latin typeface="Arial" panose="020B0604020202020204" pitchFamily="34" charset="0"/>
              </a:defRPr>
            </a:lvl1pPr>
          </a:lstStyle>
          <a:p>
            <a:fld id="{0BA5BBE4-AEA3-489A-A28E-0C2FAF2506E3}" type="datetimeFigureOut">
              <a:rPr lang="en-US" smtClean="0"/>
              <a:pPr/>
              <a:t>9/20/2024</a:t>
            </a:fld>
            <a:endParaRPr lang="en-US" dirty="0"/>
          </a:p>
        </p:txBody>
      </p:sp>
      <p:sp>
        <p:nvSpPr>
          <p:cNvPr id="4" name="Slide Image Placeholder 3"/>
          <p:cNvSpPr>
            <a:spLocks noGrp="1" noRot="1" noChangeAspect="1"/>
          </p:cNvSpPr>
          <p:nvPr>
            <p:ph type="sldImg" idx="2"/>
          </p:nvPr>
        </p:nvSpPr>
        <p:spPr>
          <a:xfrm>
            <a:off x="109538" y="739775"/>
            <a:ext cx="6578600" cy="3702050"/>
          </a:xfrm>
          <a:prstGeom prst="rect">
            <a:avLst/>
          </a:prstGeom>
          <a:noFill/>
          <a:ln w="12700">
            <a:solidFill>
              <a:prstClr val="black"/>
            </a:solidFill>
          </a:ln>
        </p:spPr>
        <p:txBody>
          <a:bodyPr vert="horz" lIns="98478" tIns="49238" rIns="98478" bIns="49238" rtlCol="0" anchor="ctr"/>
          <a:lstStyle/>
          <a:p>
            <a:endParaRPr lang="en-GB" dirty="0"/>
          </a:p>
        </p:txBody>
      </p:sp>
      <p:sp>
        <p:nvSpPr>
          <p:cNvPr id="5" name="Notes Placeholder 4"/>
          <p:cNvSpPr>
            <a:spLocks noGrp="1"/>
          </p:cNvSpPr>
          <p:nvPr>
            <p:ph type="body" sz="quarter" idx="3"/>
          </p:nvPr>
        </p:nvSpPr>
        <p:spPr>
          <a:xfrm>
            <a:off x="679768" y="4689516"/>
            <a:ext cx="5438140" cy="4442698"/>
          </a:xfrm>
          <a:prstGeom prst="rect">
            <a:avLst/>
          </a:prstGeom>
        </p:spPr>
        <p:txBody>
          <a:bodyPr vert="horz" lIns="98478" tIns="49238" rIns="98478" bIns="49238"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2" y="9377318"/>
            <a:ext cx="2945659" cy="493633"/>
          </a:xfrm>
          <a:prstGeom prst="rect">
            <a:avLst/>
          </a:prstGeom>
        </p:spPr>
        <p:txBody>
          <a:bodyPr vert="horz" lIns="98478" tIns="49238" rIns="98478" bIns="49238" rtlCol="0" anchor="b"/>
          <a:lstStyle>
            <a:lvl1pPr algn="l">
              <a:defRPr sz="120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3850446" y="9377318"/>
            <a:ext cx="2945659" cy="493633"/>
          </a:xfrm>
          <a:prstGeom prst="rect">
            <a:avLst/>
          </a:prstGeom>
        </p:spPr>
        <p:txBody>
          <a:bodyPr vert="horz" lIns="98478" tIns="49238" rIns="98478" bIns="49238" rtlCol="0" anchor="b"/>
          <a:lstStyle>
            <a:lvl1pPr algn="r">
              <a:defRPr sz="1200">
                <a:latin typeface="Arial" panose="020B0604020202020204" pitchFamily="34" charset="0"/>
              </a:defRPr>
            </a:lvl1pPr>
          </a:lstStyle>
          <a:p>
            <a:fld id="{C0F4A2C8-6C88-4E71-83EE-698B9D4FE22F}" type="slidenum">
              <a:rPr lang="en-US" smtClean="0"/>
              <a:pPr/>
              <a:t>‹#›</a:t>
            </a:fld>
            <a:endParaRPr lang="en-US" dirty="0"/>
          </a:p>
        </p:txBody>
      </p:sp>
    </p:spTree>
    <p:extLst>
      <p:ext uri="{BB962C8B-B14F-4D97-AF65-F5344CB8AC3E}">
        <p14:creationId xmlns:p14="http://schemas.microsoft.com/office/powerpoint/2010/main" val="1904730299"/>
      </p:ext>
    </p:extLst>
  </p:cSld>
  <p:clrMap bg1="lt1" tx1="dk1" bg2="lt2" tx2="dk2" accent1="accent1" accent2="accent2" accent3="accent3" accent4="accent4" accent5="accent5" accent6="accent6" hlink="hlink" folHlink="folHlink"/>
  <p:hf hdr="0" ftr="0" dt="0"/>
  <p:notesStyle>
    <a:lvl1pPr marL="0" algn="l" defTabSz="1042873" rtl="0" eaLnBrk="1" latinLnBrk="0" hangingPunct="1">
      <a:defRPr sz="1369" kern="1200">
        <a:solidFill>
          <a:schemeClr val="tx1"/>
        </a:solidFill>
        <a:latin typeface="Arial" panose="020B0604020202020204" pitchFamily="34" charset="0"/>
        <a:ea typeface="+mn-ea"/>
        <a:cs typeface="+mn-cs"/>
      </a:defRPr>
    </a:lvl1pPr>
    <a:lvl2pPr marL="521437" algn="l" defTabSz="1042873" rtl="0" eaLnBrk="1" latinLnBrk="0" hangingPunct="1">
      <a:defRPr sz="1369" kern="1200">
        <a:solidFill>
          <a:schemeClr val="tx1"/>
        </a:solidFill>
        <a:latin typeface="Arial" panose="020B0604020202020204" pitchFamily="34" charset="0"/>
        <a:ea typeface="+mn-ea"/>
        <a:cs typeface="+mn-cs"/>
      </a:defRPr>
    </a:lvl2pPr>
    <a:lvl3pPr marL="1042873" algn="l" defTabSz="1042873" rtl="0" eaLnBrk="1" latinLnBrk="0" hangingPunct="1">
      <a:defRPr sz="1369" kern="1200">
        <a:solidFill>
          <a:schemeClr val="tx1"/>
        </a:solidFill>
        <a:latin typeface="Arial" panose="020B0604020202020204" pitchFamily="34" charset="0"/>
        <a:ea typeface="+mn-ea"/>
        <a:cs typeface="+mn-cs"/>
      </a:defRPr>
    </a:lvl3pPr>
    <a:lvl4pPr marL="1564310" algn="l" defTabSz="1042873" rtl="0" eaLnBrk="1" latinLnBrk="0" hangingPunct="1">
      <a:defRPr sz="1369" kern="1200">
        <a:solidFill>
          <a:schemeClr val="tx1"/>
        </a:solidFill>
        <a:latin typeface="Arial" panose="020B0604020202020204" pitchFamily="34" charset="0"/>
        <a:ea typeface="+mn-ea"/>
        <a:cs typeface="+mn-cs"/>
      </a:defRPr>
    </a:lvl4pPr>
    <a:lvl5pPr marL="2085746" algn="l" defTabSz="1042873" rtl="0" eaLnBrk="1" latinLnBrk="0" hangingPunct="1">
      <a:defRPr sz="1369" kern="1200">
        <a:solidFill>
          <a:schemeClr val="tx1"/>
        </a:solidFill>
        <a:latin typeface="Arial" panose="020B0604020202020204" pitchFamily="34" charset="0"/>
        <a:ea typeface="+mn-ea"/>
        <a:cs typeface="+mn-cs"/>
      </a:defRPr>
    </a:lvl5pPr>
    <a:lvl6pPr marL="2607183" algn="l" defTabSz="1042873" rtl="0" eaLnBrk="1" latinLnBrk="0" hangingPunct="1">
      <a:defRPr sz="1369" kern="1200">
        <a:solidFill>
          <a:schemeClr val="tx1"/>
        </a:solidFill>
        <a:latin typeface="+mn-lt"/>
        <a:ea typeface="+mn-ea"/>
        <a:cs typeface="+mn-cs"/>
      </a:defRPr>
    </a:lvl6pPr>
    <a:lvl7pPr marL="3128620" algn="l" defTabSz="1042873" rtl="0" eaLnBrk="1" latinLnBrk="0" hangingPunct="1">
      <a:defRPr sz="1369" kern="1200">
        <a:solidFill>
          <a:schemeClr val="tx1"/>
        </a:solidFill>
        <a:latin typeface="+mn-lt"/>
        <a:ea typeface="+mn-ea"/>
        <a:cs typeface="+mn-cs"/>
      </a:defRPr>
    </a:lvl7pPr>
    <a:lvl8pPr marL="3650056" algn="l" defTabSz="1042873" rtl="0" eaLnBrk="1" latinLnBrk="0" hangingPunct="1">
      <a:defRPr sz="1369" kern="1200">
        <a:solidFill>
          <a:schemeClr val="tx1"/>
        </a:solidFill>
        <a:latin typeface="+mn-lt"/>
        <a:ea typeface="+mn-ea"/>
        <a:cs typeface="+mn-cs"/>
      </a:defRPr>
    </a:lvl8pPr>
    <a:lvl9pPr marL="4171493" algn="l" defTabSz="1042873" rtl="0" eaLnBrk="1" latinLnBrk="0" hangingPunct="1">
      <a:defRPr sz="1369"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9538" y="739775"/>
            <a:ext cx="6578600" cy="370205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C0F4A2C8-6C88-4E71-83EE-698B9D4FE22F}" type="slidenum">
              <a:rPr lang="en-US" smtClean="0"/>
              <a:pPr/>
              <a:t>1</a:t>
            </a:fld>
            <a:endParaRPr lang="en-US" dirty="0"/>
          </a:p>
        </p:txBody>
      </p:sp>
    </p:spTree>
    <p:extLst>
      <p:ext uri="{BB962C8B-B14F-4D97-AF65-F5344CB8AC3E}">
        <p14:creationId xmlns:p14="http://schemas.microsoft.com/office/powerpoint/2010/main" val="3947094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9538" y="739775"/>
            <a:ext cx="6578600" cy="370205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a:xfrm>
            <a:off x="4143375" y="9120188"/>
            <a:ext cx="3170238" cy="481012"/>
          </a:xfrm>
          <a:prstGeom prst="rect">
            <a:avLst/>
          </a:prstGeom>
        </p:spPr>
        <p:txBody>
          <a:bodyPr/>
          <a:lstStyle/>
          <a:p>
            <a:fld id="{B1FEB637-BC42-497E-9119-65CA0380A6EE}" type="slidenum">
              <a:rPr lang="en-GB" smtClean="0"/>
              <a:t>50</a:t>
            </a:fld>
            <a:endParaRPr lang="en-GB"/>
          </a:p>
        </p:txBody>
      </p:sp>
    </p:spTree>
    <p:extLst>
      <p:ext uri="{BB962C8B-B14F-4D97-AF65-F5344CB8AC3E}">
        <p14:creationId xmlns:p14="http://schemas.microsoft.com/office/powerpoint/2010/main" val="335391102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763294" y="801940"/>
            <a:ext cx="7939688" cy="5955000"/>
          </a:xfrm>
          <a:prstGeom prst="rect">
            <a:avLst/>
          </a:prstGeom>
        </p:spPr>
        <p:txBody>
          <a:bodyPr/>
          <a:lstStyle>
            <a:lvl1pPr>
              <a:defRPr>
                <a:solidFill>
                  <a:schemeClr val="bg1"/>
                </a:solidFill>
              </a:defRPr>
            </a:lvl1pPr>
          </a:lstStyle>
          <a:p>
            <a:r>
              <a:rPr lang="en-US" noProof="0"/>
              <a:t>Click icon to add picture</a:t>
            </a:r>
            <a:endParaRPr lang="en-US" noProof="0" dirty="0"/>
          </a:p>
        </p:txBody>
      </p:sp>
      <p:sp>
        <p:nvSpPr>
          <p:cNvPr id="3" name="Subtitle 2"/>
          <p:cNvSpPr>
            <a:spLocks noGrp="1"/>
          </p:cNvSpPr>
          <p:nvPr>
            <p:ph type="subTitle" idx="1" hasCustomPrompt="1"/>
          </p:nvPr>
        </p:nvSpPr>
        <p:spPr bwMode="gray">
          <a:xfrm>
            <a:off x="555767" y="6466942"/>
            <a:ext cx="6166502" cy="557614"/>
          </a:xfrm>
          <a:prstGeom prst="rect">
            <a:avLst/>
          </a:prstGeom>
        </p:spPr>
        <p:txBody>
          <a:bodyPr lIns="0" tIns="0" rIns="0" bIns="0" anchor="b" anchorCtr="0">
            <a:noAutofit/>
          </a:bodyPr>
          <a:lstStyle>
            <a:lvl1pPr marL="0" indent="0" algn="l">
              <a:lnSpc>
                <a:spcPct val="100000"/>
              </a:lnSpc>
              <a:spcAft>
                <a:spcPts val="0"/>
              </a:spcAft>
              <a:buNone/>
              <a:defRPr sz="2497" b="1">
                <a:solidFill>
                  <a:schemeClr val="bg1"/>
                </a:solidFill>
              </a:defRPr>
            </a:lvl1pPr>
            <a:lvl2pPr marL="0" marR="0" indent="0" algn="l" defTabSz="1268366" rtl="0" eaLnBrk="1" fontAlgn="auto" latinLnBrk="0" hangingPunct="1">
              <a:lnSpc>
                <a:spcPct val="100000"/>
              </a:lnSpc>
              <a:spcBef>
                <a:spcPts val="0"/>
              </a:spcBef>
              <a:spcAft>
                <a:spcPts val="0"/>
              </a:spcAft>
              <a:buClrTx/>
              <a:buSzPct val="100000"/>
              <a:buFont typeface="Arial"/>
              <a:buNone/>
              <a:tabLst/>
              <a:defRPr sz="2219" b="0">
                <a:solidFill>
                  <a:schemeClr val="bg1"/>
                </a:solidFill>
              </a:defRPr>
            </a:lvl2pPr>
            <a:lvl3pPr marL="0" indent="0" algn="l">
              <a:spcAft>
                <a:spcPts val="0"/>
              </a:spcAft>
              <a:buNone/>
              <a:defRPr sz="2219">
                <a:solidFill>
                  <a:schemeClr val="bg1"/>
                </a:solidFill>
              </a:defRPr>
            </a:lvl3pPr>
            <a:lvl4pPr marL="1902548" indent="0" algn="ctr">
              <a:buNone/>
              <a:defRPr sz="2219"/>
            </a:lvl4pPr>
            <a:lvl5pPr marL="2536732" indent="0" algn="ctr">
              <a:buNone/>
              <a:defRPr sz="2219"/>
            </a:lvl5pPr>
            <a:lvl6pPr marL="3170915" indent="0" algn="ctr">
              <a:buNone/>
              <a:defRPr sz="2219"/>
            </a:lvl6pPr>
            <a:lvl7pPr marL="3805098" indent="0" algn="ctr">
              <a:buNone/>
              <a:defRPr sz="2219"/>
            </a:lvl7pPr>
            <a:lvl8pPr marL="4439281" indent="0" algn="ctr">
              <a:buNone/>
              <a:defRPr sz="2219"/>
            </a:lvl8pPr>
            <a:lvl9pPr marL="5073463" indent="0" algn="ctr">
              <a:buNone/>
              <a:defRPr sz="2219"/>
            </a:lvl9pPr>
          </a:lstStyle>
          <a:p>
            <a:r>
              <a:rPr lang="en-US" noProof="0" dirty="0"/>
              <a:t>Click to edit Master title style</a:t>
            </a:r>
          </a:p>
          <a:p>
            <a:pPr marL="0" marR="0" lvl="1" indent="0" algn="l" defTabSz="1268366" rtl="0" eaLnBrk="1" fontAlgn="auto" latinLnBrk="0" hangingPunct="1">
              <a:lnSpc>
                <a:spcPct val="100000"/>
              </a:lnSpc>
              <a:spcBef>
                <a:spcPts val="0"/>
              </a:spcBef>
              <a:spcAft>
                <a:spcPts val="0"/>
              </a:spcAft>
              <a:buClrTx/>
              <a:buSzPct val="100000"/>
              <a:buFont typeface="Arial"/>
              <a:buNone/>
              <a:tabLst/>
              <a:defRPr/>
            </a:pPr>
            <a:r>
              <a:rPr lang="en-US" noProof="0" dirty="0"/>
              <a:t>Click to edit Master subtitle style</a:t>
            </a:r>
          </a:p>
        </p:txBody>
      </p:sp>
      <p:sp>
        <p:nvSpPr>
          <p:cNvPr id="5" name="Text Placeholder 4"/>
          <p:cNvSpPr>
            <a:spLocks noGrp="1"/>
          </p:cNvSpPr>
          <p:nvPr>
            <p:ph type="body" sz="quarter" idx="10"/>
          </p:nvPr>
        </p:nvSpPr>
        <p:spPr>
          <a:xfrm>
            <a:off x="553190" y="7037652"/>
            <a:ext cx="6169081" cy="329124"/>
          </a:xfrm>
          <a:prstGeom prst="rect">
            <a:avLst/>
          </a:prstGeom>
        </p:spPr>
        <p:txBody>
          <a:bodyPr/>
          <a:lstStyle>
            <a:lvl1pPr>
              <a:spcAft>
                <a:spcPts val="0"/>
              </a:spcAft>
              <a:defRPr sz="1387">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2" name="Group 21"/>
          <p:cNvGrpSpPr>
            <a:grpSpLocks noChangeAspect="1"/>
          </p:cNvGrpSpPr>
          <p:nvPr userDrawn="1"/>
        </p:nvGrpSpPr>
        <p:grpSpPr>
          <a:xfrm>
            <a:off x="553187" y="416853"/>
            <a:ext cx="2380839" cy="359839"/>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582" dirty="0">
                <a:solidFill>
                  <a:prstClr val="white"/>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582" dirty="0">
                <a:solidFill>
                  <a:prstClr val="white"/>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582" dirty="0">
                <a:solidFill>
                  <a:prstClr val="white"/>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582" dirty="0">
                <a:solidFill>
                  <a:prstClr val="white"/>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582" dirty="0">
                <a:solidFill>
                  <a:prstClr val="white"/>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582" dirty="0">
                <a:solidFill>
                  <a:prstClr val="white"/>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582" dirty="0">
                <a:solidFill>
                  <a:prstClr val="white"/>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582" dirty="0">
                <a:solidFill>
                  <a:prstClr val="white"/>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582" dirty="0">
                <a:solidFill>
                  <a:prstClr val="white"/>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582" dirty="0">
                <a:solidFill>
                  <a:prstClr val="white"/>
                </a:solidFill>
              </a:endParaRPr>
            </a:p>
          </p:txBody>
        </p:sp>
      </p:grpSp>
    </p:spTree>
    <p:extLst>
      <p:ext uri="{BB962C8B-B14F-4D97-AF65-F5344CB8AC3E}">
        <p14:creationId xmlns:p14="http://schemas.microsoft.com/office/powerpoint/2010/main" val="255975527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745603" y="801940"/>
            <a:ext cx="7939688" cy="5955000"/>
          </a:xfrm>
          <a:prstGeom prst="rect">
            <a:avLst/>
          </a:prstGeom>
        </p:spPr>
        <p:txBody>
          <a:bodyPr/>
          <a:lstStyle/>
          <a:p>
            <a:r>
              <a:rPr lang="en-US" noProof="0"/>
              <a:t>Click icon to add picture</a:t>
            </a:r>
            <a:endParaRPr lang="en-US" noProof="0" dirty="0"/>
          </a:p>
        </p:txBody>
      </p:sp>
      <p:sp>
        <p:nvSpPr>
          <p:cNvPr id="3" name="Subtitle 2"/>
          <p:cNvSpPr>
            <a:spLocks noGrp="1"/>
          </p:cNvSpPr>
          <p:nvPr>
            <p:ph type="subTitle" idx="1" hasCustomPrompt="1"/>
          </p:nvPr>
        </p:nvSpPr>
        <p:spPr bwMode="gray">
          <a:xfrm>
            <a:off x="553188" y="6466942"/>
            <a:ext cx="6169080" cy="557614"/>
          </a:xfrm>
          <a:prstGeom prst="rect">
            <a:avLst/>
          </a:prstGeom>
        </p:spPr>
        <p:txBody>
          <a:bodyPr lIns="0" tIns="0" rIns="0" bIns="0" anchor="b" anchorCtr="0">
            <a:noAutofit/>
          </a:bodyPr>
          <a:lstStyle>
            <a:lvl1pPr marL="0" indent="0" algn="l">
              <a:lnSpc>
                <a:spcPct val="100000"/>
              </a:lnSpc>
              <a:spcAft>
                <a:spcPts val="0"/>
              </a:spcAft>
              <a:buNone/>
              <a:defRPr sz="2497" b="1">
                <a:solidFill>
                  <a:schemeClr val="tx1"/>
                </a:solidFill>
              </a:defRPr>
            </a:lvl1pPr>
            <a:lvl2pPr marL="0" indent="0" algn="l">
              <a:buNone/>
              <a:defRPr sz="2219" b="0"/>
            </a:lvl2pPr>
            <a:lvl3pPr marL="1268366" indent="0" algn="ctr">
              <a:buNone/>
              <a:defRPr sz="2497"/>
            </a:lvl3pPr>
            <a:lvl4pPr marL="1902548" indent="0" algn="ctr">
              <a:buNone/>
              <a:defRPr sz="2219"/>
            </a:lvl4pPr>
            <a:lvl5pPr marL="2536732" indent="0" algn="ctr">
              <a:buNone/>
              <a:defRPr sz="2219"/>
            </a:lvl5pPr>
            <a:lvl6pPr marL="3170915" indent="0" algn="ctr">
              <a:buNone/>
              <a:defRPr sz="2219"/>
            </a:lvl6pPr>
            <a:lvl7pPr marL="3805098" indent="0" algn="ctr">
              <a:buNone/>
              <a:defRPr sz="2219"/>
            </a:lvl7pPr>
            <a:lvl8pPr marL="4439281" indent="0" algn="ctr">
              <a:buNone/>
              <a:defRPr sz="2219"/>
            </a:lvl8pPr>
            <a:lvl9pPr marL="5073463" indent="0" algn="ctr">
              <a:buNone/>
              <a:defRPr sz="2219"/>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553190" y="7037652"/>
            <a:ext cx="6169081" cy="329124"/>
          </a:xfrm>
          <a:prstGeom prst="rect">
            <a:avLst/>
          </a:prstGeom>
        </p:spPr>
        <p:txBody>
          <a:bodyPr/>
          <a:lstStyle>
            <a:lvl1pPr>
              <a:spcAft>
                <a:spcPts val="0"/>
              </a:spcAft>
              <a:defRPr sz="1387">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pic>
        <p:nvPicPr>
          <p:cNvPr id="30" name="LogoDisclaimerPage"/>
          <p:cNvPicPr>
            <a:picLocks noChangeAspect="1"/>
          </p:cNvPicPr>
          <p:nvPr userDrawn="1"/>
        </p:nvPicPr>
        <p:blipFill>
          <a:blip r:embed="rId2"/>
          <a:stretch>
            <a:fillRect/>
          </a:stretch>
        </p:blipFill>
        <p:spPr>
          <a:xfrm>
            <a:off x="475200" y="464400"/>
            <a:ext cx="2361750" cy="1035216"/>
          </a:xfrm>
          <a:prstGeom prst="rect">
            <a:avLst/>
          </a:prstGeom>
        </p:spPr>
      </p:pic>
    </p:spTree>
    <p:extLst>
      <p:ext uri="{BB962C8B-B14F-4D97-AF65-F5344CB8AC3E}">
        <p14:creationId xmlns:p14="http://schemas.microsoft.com/office/powerpoint/2010/main" val="2894027411"/>
      </p:ext>
    </p:extLst>
  </p:cSld>
  <p:clrMapOvr>
    <a:masterClrMapping/>
  </p:clrMapOvr>
  <p:transition>
    <p:fade/>
  </p:transition>
  <p:extLst>
    <p:ext uri="{DCECCB84-F9BA-43D5-87BE-67443E8EF086}">
      <p15:sldGuideLst xmlns:p15="http://schemas.microsoft.com/office/powerpoint/2012/main">
        <p15:guide id="1" orient="horz" pos="4508"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678722" y="1508600"/>
            <a:ext cx="6087094" cy="4565500"/>
          </a:xfrm>
          <a:prstGeom prst="ellipse">
            <a:avLst/>
          </a:prstGeom>
          <a:ln w="25400">
            <a:solidFill>
              <a:schemeClr val="accent1"/>
            </a:solidFill>
          </a:ln>
        </p:spPr>
        <p:txBody>
          <a:bodyPr lIns="108000" tIns="108000" rIns="108000" bIns="108000" anchor="ctr" anchorCtr="0">
            <a:normAutofit/>
          </a:bodyPr>
          <a:lstStyle>
            <a:lvl1pPr algn="ctr">
              <a:lnSpc>
                <a:spcPts val="5826"/>
              </a:lnSpc>
              <a:defRPr sz="4993"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555767" y="6466942"/>
            <a:ext cx="6166502" cy="557614"/>
          </a:xfrm>
          <a:prstGeom prst="rect">
            <a:avLst/>
          </a:prstGeom>
        </p:spPr>
        <p:txBody>
          <a:bodyPr lIns="0" tIns="0" rIns="0" bIns="0" anchor="b" anchorCtr="0">
            <a:noAutofit/>
          </a:bodyPr>
          <a:lstStyle>
            <a:lvl1pPr marL="0" indent="0" algn="l">
              <a:lnSpc>
                <a:spcPct val="100000"/>
              </a:lnSpc>
              <a:spcAft>
                <a:spcPts val="0"/>
              </a:spcAft>
              <a:buNone/>
              <a:defRPr sz="2219">
                <a:solidFill>
                  <a:schemeClr val="bg1"/>
                </a:solidFill>
              </a:defRPr>
            </a:lvl1pPr>
            <a:lvl2pPr marL="634183" indent="0" algn="ctr">
              <a:buNone/>
              <a:defRPr sz="2775"/>
            </a:lvl2pPr>
            <a:lvl3pPr marL="1268366" indent="0" algn="ctr">
              <a:buNone/>
              <a:defRPr sz="2497"/>
            </a:lvl3pPr>
            <a:lvl4pPr marL="1902548" indent="0" algn="ctr">
              <a:buNone/>
              <a:defRPr sz="2219"/>
            </a:lvl4pPr>
            <a:lvl5pPr marL="2536732" indent="0" algn="ctr">
              <a:buNone/>
              <a:defRPr sz="2219"/>
            </a:lvl5pPr>
            <a:lvl6pPr marL="3170915" indent="0" algn="ctr">
              <a:buNone/>
              <a:defRPr sz="2219"/>
            </a:lvl6pPr>
            <a:lvl7pPr marL="3805098" indent="0" algn="ctr">
              <a:buNone/>
              <a:defRPr sz="2219"/>
            </a:lvl7pPr>
            <a:lvl8pPr marL="4439281" indent="0" algn="ctr">
              <a:buNone/>
              <a:defRPr sz="2219"/>
            </a:lvl8pPr>
            <a:lvl9pPr marL="5073463" indent="0" algn="ctr">
              <a:buNone/>
              <a:defRPr sz="2219"/>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553190" y="7037652"/>
            <a:ext cx="6169081" cy="329124"/>
          </a:xfrm>
          <a:prstGeom prst="rect">
            <a:avLst/>
          </a:prstGeom>
        </p:spPr>
        <p:txBody>
          <a:bodyPr/>
          <a:lstStyle>
            <a:lvl1pPr>
              <a:spcAft>
                <a:spcPts val="0"/>
              </a:spcAft>
              <a:defRPr sz="1387">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2" name="Group 21"/>
          <p:cNvGrpSpPr>
            <a:grpSpLocks noChangeAspect="1"/>
          </p:cNvGrpSpPr>
          <p:nvPr userDrawn="1"/>
        </p:nvGrpSpPr>
        <p:grpSpPr>
          <a:xfrm>
            <a:off x="553187" y="416853"/>
            <a:ext cx="2380839" cy="359839"/>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582" dirty="0">
                <a:solidFill>
                  <a:prstClr val="white"/>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582" dirty="0">
                <a:solidFill>
                  <a:prstClr val="white"/>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582" dirty="0">
                <a:solidFill>
                  <a:prstClr val="white"/>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582" dirty="0">
                <a:solidFill>
                  <a:prstClr val="white"/>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582" dirty="0">
                <a:solidFill>
                  <a:prstClr val="white"/>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582" dirty="0">
                <a:solidFill>
                  <a:prstClr val="white"/>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582" dirty="0">
                <a:solidFill>
                  <a:prstClr val="white"/>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582" dirty="0">
                <a:solidFill>
                  <a:prstClr val="white"/>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582" dirty="0">
                <a:solidFill>
                  <a:prstClr val="white"/>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582" dirty="0">
                <a:solidFill>
                  <a:prstClr val="white"/>
                </a:solidFill>
              </a:endParaRPr>
            </a:p>
          </p:txBody>
        </p:sp>
      </p:grpSp>
    </p:spTree>
    <p:extLst>
      <p:ext uri="{BB962C8B-B14F-4D97-AF65-F5344CB8AC3E}">
        <p14:creationId xmlns:p14="http://schemas.microsoft.com/office/powerpoint/2010/main" val="377051653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678722" y="1508600"/>
            <a:ext cx="6087094" cy="4565500"/>
          </a:xfrm>
          <a:prstGeom prst="ellipse">
            <a:avLst/>
          </a:prstGeom>
          <a:ln w="25400">
            <a:solidFill>
              <a:schemeClr val="accent1"/>
            </a:solidFill>
          </a:ln>
        </p:spPr>
        <p:txBody>
          <a:bodyPr lIns="108000" tIns="108000" rIns="108000" bIns="108000" anchor="ctr" anchorCtr="0">
            <a:normAutofit/>
          </a:bodyPr>
          <a:lstStyle>
            <a:lvl1pPr algn="ctr">
              <a:lnSpc>
                <a:spcPts val="5826"/>
              </a:lnSpc>
              <a:defRPr sz="4993"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553188" y="6466942"/>
            <a:ext cx="6169080" cy="557614"/>
          </a:xfrm>
          <a:prstGeom prst="rect">
            <a:avLst/>
          </a:prstGeom>
        </p:spPr>
        <p:txBody>
          <a:bodyPr lIns="0" tIns="0" rIns="0" bIns="0" anchor="b" anchorCtr="0">
            <a:noAutofit/>
          </a:bodyPr>
          <a:lstStyle>
            <a:lvl1pPr marL="0" indent="0" algn="l">
              <a:lnSpc>
                <a:spcPct val="100000"/>
              </a:lnSpc>
              <a:spcAft>
                <a:spcPts val="0"/>
              </a:spcAft>
              <a:buNone/>
              <a:defRPr sz="2219">
                <a:solidFill>
                  <a:schemeClr val="tx1"/>
                </a:solidFill>
              </a:defRPr>
            </a:lvl1pPr>
            <a:lvl2pPr marL="634183" indent="0" algn="ctr">
              <a:buNone/>
              <a:defRPr sz="2775"/>
            </a:lvl2pPr>
            <a:lvl3pPr marL="1268366" indent="0" algn="ctr">
              <a:buNone/>
              <a:defRPr sz="2497"/>
            </a:lvl3pPr>
            <a:lvl4pPr marL="1902548" indent="0" algn="ctr">
              <a:buNone/>
              <a:defRPr sz="2219"/>
            </a:lvl4pPr>
            <a:lvl5pPr marL="2536732" indent="0" algn="ctr">
              <a:buNone/>
              <a:defRPr sz="2219"/>
            </a:lvl5pPr>
            <a:lvl6pPr marL="3170915" indent="0" algn="ctr">
              <a:buNone/>
              <a:defRPr sz="2219"/>
            </a:lvl6pPr>
            <a:lvl7pPr marL="3805098" indent="0" algn="ctr">
              <a:buNone/>
              <a:defRPr sz="2219"/>
            </a:lvl7pPr>
            <a:lvl8pPr marL="4439281" indent="0" algn="ctr">
              <a:buNone/>
              <a:defRPr sz="2219"/>
            </a:lvl8pPr>
            <a:lvl9pPr marL="5073463" indent="0" algn="ctr">
              <a:buNone/>
              <a:defRPr sz="2219"/>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553190" y="7037652"/>
            <a:ext cx="6169081" cy="329124"/>
          </a:xfrm>
          <a:prstGeom prst="rect">
            <a:avLst/>
          </a:prstGeom>
        </p:spPr>
        <p:txBody>
          <a:bodyPr/>
          <a:lstStyle>
            <a:lvl1pPr>
              <a:spcAft>
                <a:spcPts val="0"/>
              </a:spcAft>
              <a:defRPr sz="1387">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4" name="Group 3"/>
          <p:cNvGrpSpPr/>
          <p:nvPr userDrawn="1"/>
        </p:nvGrpSpPr>
        <p:grpSpPr>
          <a:xfrm>
            <a:off x="553187" y="416853"/>
            <a:ext cx="2380839" cy="359839"/>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582" dirty="0">
                <a:solidFill>
                  <a:prstClr val="white"/>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582" dirty="0">
                <a:solidFill>
                  <a:prstClr val="white"/>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582" dirty="0">
                <a:solidFill>
                  <a:prstClr val="white"/>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582" dirty="0">
                <a:solidFill>
                  <a:prstClr val="white"/>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582" dirty="0">
                <a:solidFill>
                  <a:prstClr val="white"/>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582" dirty="0">
                <a:solidFill>
                  <a:prstClr val="white"/>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582" dirty="0">
                <a:solidFill>
                  <a:prstClr val="white"/>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582" dirty="0">
                <a:solidFill>
                  <a:prstClr val="white"/>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582" dirty="0">
                <a:solidFill>
                  <a:prstClr val="white"/>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582" dirty="0">
                <a:solidFill>
                  <a:prstClr val="white"/>
                </a:solidFill>
              </a:endParaRPr>
            </a:p>
          </p:txBody>
        </p:sp>
      </p:grpSp>
    </p:spTree>
    <p:extLst>
      <p:ext uri="{BB962C8B-B14F-4D97-AF65-F5344CB8AC3E}">
        <p14:creationId xmlns:p14="http://schemas.microsoft.com/office/powerpoint/2010/main" val="1188364578"/>
      </p:ext>
    </p:extLst>
  </p:cSld>
  <p:clrMapOvr>
    <a:masterClrMapping/>
  </p:clrMapOvr>
  <p:transition>
    <p:fade/>
  </p:transition>
  <p:extLst>
    <p:ext uri="{DCECCB84-F9BA-43D5-87BE-67443E8EF086}">
      <p15:sldGuideLst xmlns:p15="http://schemas.microsoft.com/office/powerpoint/2012/main">
        <p15:guide id="1" orient="horz" pos="4508"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53188" y="1880977"/>
            <a:ext cx="11623923" cy="1756067"/>
          </a:xfrm>
        </p:spPr>
        <p:txBody>
          <a:bodyPr anchor="b"/>
          <a:lstStyle>
            <a:lvl1pPr>
              <a:lnSpc>
                <a:spcPct val="95000"/>
              </a:lnSpc>
              <a:defRPr sz="4905"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53188" y="3781428"/>
            <a:ext cx="11623923" cy="1727537"/>
          </a:xfrm>
        </p:spPr>
        <p:txBody>
          <a:bodyPr lIns="0" tIns="0" rIns="0" bIns="0">
            <a:noAutofit/>
          </a:bodyPr>
          <a:lstStyle>
            <a:lvl1pPr marL="0" indent="0">
              <a:lnSpc>
                <a:spcPct val="95000"/>
              </a:lnSpc>
              <a:spcAft>
                <a:spcPts val="0"/>
              </a:spcAft>
              <a:buNone/>
              <a:defRPr sz="4905">
                <a:solidFill>
                  <a:schemeClr val="bg1"/>
                </a:solidFill>
              </a:defRPr>
            </a:lvl1pPr>
            <a:lvl2pPr marL="634183" indent="0">
              <a:buNone/>
              <a:defRPr sz="2775">
                <a:solidFill>
                  <a:schemeClr val="tx1">
                    <a:tint val="75000"/>
                  </a:schemeClr>
                </a:solidFill>
              </a:defRPr>
            </a:lvl2pPr>
            <a:lvl3pPr marL="1268366" indent="0">
              <a:buNone/>
              <a:defRPr sz="2497">
                <a:solidFill>
                  <a:schemeClr val="tx1">
                    <a:tint val="75000"/>
                  </a:schemeClr>
                </a:solidFill>
              </a:defRPr>
            </a:lvl3pPr>
            <a:lvl4pPr marL="1902548" indent="0">
              <a:buNone/>
              <a:defRPr sz="2219">
                <a:solidFill>
                  <a:schemeClr val="tx1">
                    <a:tint val="75000"/>
                  </a:schemeClr>
                </a:solidFill>
              </a:defRPr>
            </a:lvl4pPr>
            <a:lvl5pPr marL="2536732" indent="0">
              <a:buNone/>
              <a:defRPr sz="2219">
                <a:solidFill>
                  <a:schemeClr val="tx1">
                    <a:tint val="75000"/>
                  </a:schemeClr>
                </a:solidFill>
              </a:defRPr>
            </a:lvl5pPr>
            <a:lvl6pPr marL="3170915" indent="0">
              <a:buNone/>
              <a:defRPr sz="2219">
                <a:solidFill>
                  <a:schemeClr val="tx1">
                    <a:tint val="75000"/>
                  </a:schemeClr>
                </a:solidFill>
              </a:defRPr>
            </a:lvl6pPr>
            <a:lvl7pPr marL="3805098" indent="0">
              <a:buNone/>
              <a:defRPr sz="2219">
                <a:solidFill>
                  <a:schemeClr val="tx1">
                    <a:tint val="75000"/>
                  </a:schemeClr>
                </a:solidFill>
              </a:defRPr>
            </a:lvl7pPr>
            <a:lvl8pPr marL="4439281" indent="0">
              <a:buNone/>
              <a:defRPr sz="2219">
                <a:solidFill>
                  <a:schemeClr val="tx1">
                    <a:tint val="75000"/>
                  </a:schemeClr>
                </a:solidFill>
              </a:defRPr>
            </a:lvl8pPr>
            <a:lvl9pPr marL="5073463" indent="0">
              <a:buNone/>
              <a:defRPr sz="2219">
                <a:solidFill>
                  <a:schemeClr val="tx1">
                    <a:tint val="75000"/>
                  </a:schemeClr>
                </a:solidFill>
              </a:defRPr>
            </a:lvl9pPr>
          </a:lstStyle>
          <a:p>
            <a:pPr lvl="0"/>
            <a:r>
              <a:rPr lang="en-US" noProof="0"/>
              <a:t>Click to edit Master text styles</a:t>
            </a:r>
          </a:p>
        </p:txBody>
      </p:sp>
      <p:sp>
        <p:nvSpPr>
          <p:cNvPr id="5" name="TextBox 4"/>
          <p:cNvSpPr txBox="1"/>
          <p:nvPr userDrawn="1"/>
        </p:nvSpPr>
        <p:spPr>
          <a:xfrm>
            <a:off x="6986026" y="7142694"/>
            <a:ext cx="5399606" cy="277640"/>
          </a:xfrm>
          <a:prstGeom prst="rect">
            <a:avLst/>
          </a:prstGeom>
          <a:noFill/>
        </p:spPr>
        <p:txBody>
          <a:bodyPr wrap="square" lIns="0" tIns="0" rIns="0" bIns="0" rtlCol="0">
            <a:spAutoFit/>
          </a:bodyPr>
          <a:lstStyle/>
          <a:p>
            <a:pPr algn="r">
              <a:buSzPct val="100000"/>
              <a:buFont typeface="Arial"/>
              <a:buNone/>
            </a:pPr>
            <a:r>
              <a:rPr lang="en-US" sz="902" dirty="0">
                <a:solidFill>
                  <a:prstClr val="white"/>
                </a:solidFill>
              </a:rPr>
              <a:t>Presentation title</a:t>
            </a:r>
            <a:br>
              <a:rPr lang="en-US" sz="902" dirty="0">
                <a:solidFill>
                  <a:prstClr val="white"/>
                </a:solidFill>
              </a:rPr>
            </a:br>
            <a:r>
              <a:rPr lang="en-US" sz="902" dirty="0">
                <a:solidFill>
                  <a:prstClr val="white"/>
                </a:solidFill>
              </a:rPr>
              <a:t>[To edit, click View &gt; Slide Master &gt; Slide Master]</a:t>
            </a:r>
          </a:p>
        </p:txBody>
      </p:sp>
      <p:sp>
        <p:nvSpPr>
          <p:cNvPr id="7" name="TextBox 6"/>
          <p:cNvSpPr txBox="1"/>
          <p:nvPr userDrawn="1"/>
        </p:nvSpPr>
        <p:spPr>
          <a:xfrm>
            <a:off x="553188" y="7142695"/>
            <a:ext cx="5905327" cy="138821"/>
          </a:xfrm>
          <a:prstGeom prst="rect">
            <a:avLst/>
          </a:prstGeom>
          <a:noFill/>
        </p:spPr>
        <p:txBody>
          <a:bodyPr wrap="square" lIns="0" tIns="0" rIns="0" bIns="0" rtlCol="0">
            <a:spAutoFit/>
          </a:bodyPr>
          <a:lstStyle/>
          <a:p>
            <a:pPr>
              <a:spcBef>
                <a:spcPts val="833"/>
              </a:spcBef>
              <a:buSzPct val="100000"/>
              <a:buFont typeface="Arial"/>
              <a:buNone/>
            </a:pPr>
            <a:r>
              <a:rPr lang="fr-FR" sz="902" dirty="0">
                <a:solidFill>
                  <a:prstClr val="white"/>
                </a:solidFill>
              </a:rPr>
              <a:t>© 2024 Deloitte Touche Tohmatsu India LLP</a:t>
            </a:r>
          </a:p>
        </p:txBody>
      </p:sp>
      <p:sp>
        <p:nvSpPr>
          <p:cNvPr id="8" name="TextBox 7"/>
          <p:cNvSpPr txBox="1"/>
          <p:nvPr userDrawn="1"/>
        </p:nvSpPr>
        <p:spPr>
          <a:xfrm>
            <a:off x="12551739" y="7142695"/>
            <a:ext cx="339614" cy="138821"/>
          </a:xfrm>
          <a:prstGeom prst="rect">
            <a:avLst/>
          </a:prstGeom>
          <a:noFill/>
        </p:spPr>
        <p:txBody>
          <a:bodyPr wrap="square" lIns="0" tIns="0" rIns="0" bIns="0" rtlCol="0">
            <a:spAutoFit/>
          </a:bodyPr>
          <a:lstStyle/>
          <a:p>
            <a:pPr algn="r">
              <a:spcBef>
                <a:spcPts val="833"/>
              </a:spcBef>
              <a:buSzPct val="100000"/>
              <a:buFont typeface="Arial"/>
              <a:buNone/>
            </a:pPr>
            <a:fld id="{C58DF478-B544-4ED8-9ED4-6A2648E2D233}" type="slidenum">
              <a:rPr lang="en-US" sz="902" smtClean="0">
                <a:solidFill>
                  <a:prstClr val="white"/>
                </a:solidFill>
              </a:rPr>
              <a:pPr algn="r">
                <a:spcBef>
                  <a:spcPts val="833"/>
                </a:spcBef>
                <a:buSzPct val="100000"/>
                <a:buFont typeface="Arial"/>
                <a:buNone/>
              </a:pPr>
              <a:t>‹#›</a:t>
            </a:fld>
            <a:endParaRPr lang="en-US" sz="902" dirty="0">
              <a:solidFill>
                <a:prstClr val="white"/>
              </a:solidFill>
            </a:endParaRPr>
          </a:p>
        </p:txBody>
      </p:sp>
    </p:spTree>
    <p:extLst>
      <p:ext uri="{BB962C8B-B14F-4D97-AF65-F5344CB8AC3E}">
        <p14:creationId xmlns:p14="http://schemas.microsoft.com/office/powerpoint/2010/main" val="1132286380"/>
      </p:ext>
    </p:extLst>
  </p:cSld>
  <p:clrMapOvr>
    <a:masterClrMapping/>
  </p:clrMapOvr>
  <p:transition>
    <p:fade/>
  </p:transition>
  <p:extLst>
    <p:ext uri="{DCECCB84-F9BA-43D5-87BE-67443E8EF086}">
      <p15:sldGuideLst xmlns:p15="http://schemas.microsoft.com/office/powerpoint/2012/main">
        <p15:guide id="1" orient="horz" pos="238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53188" y="1880977"/>
            <a:ext cx="11623923" cy="1756067"/>
          </a:xfrm>
        </p:spPr>
        <p:txBody>
          <a:bodyPr anchor="b"/>
          <a:lstStyle>
            <a:lvl1pPr>
              <a:lnSpc>
                <a:spcPct val="95000"/>
              </a:lnSpc>
              <a:defRPr sz="4905"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53189" y="3781428"/>
            <a:ext cx="11627305" cy="1727537"/>
          </a:xfrm>
        </p:spPr>
        <p:txBody>
          <a:bodyPr lIns="0" tIns="0" rIns="0" bIns="0">
            <a:noAutofit/>
          </a:bodyPr>
          <a:lstStyle>
            <a:lvl1pPr marL="0" indent="0">
              <a:lnSpc>
                <a:spcPct val="95000"/>
              </a:lnSpc>
              <a:spcAft>
                <a:spcPts val="0"/>
              </a:spcAft>
              <a:buNone/>
              <a:defRPr sz="4905">
                <a:solidFill>
                  <a:schemeClr val="bg1"/>
                </a:solidFill>
              </a:defRPr>
            </a:lvl1pPr>
            <a:lvl2pPr marL="634183" indent="0">
              <a:buNone/>
              <a:defRPr sz="2775">
                <a:solidFill>
                  <a:schemeClr val="tx1">
                    <a:tint val="75000"/>
                  </a:schemeClr>
                </a:solidFill>
              </a:defRPr>
            </a:lvl2pPr>
            <a:lvl3pPr marL="1268366" indent="0">
              <a:buNone/>
              <a:defRPr sz="2497">
                <a:solidFill>
                  <a:schemeClr val="tx1">
                    <a:tint val="75000"/>
                  </a:schemeClr>
                </a:solidFill>
              </a:defRPr>
            </a:lvl3pPr>
            <a:lvl4pPr marL="1902548" indent="0">
              <a:buNone/>
              <a:defRPr sz="2219">
                <a:solidFill>
                  <a:schemeClr val="tx1">
                    <a:tint val="75000"/>
                  </a:schemeClr>
                </a:solidFill>
              </a:defRPr>
            </a:lvl4pPr>
            <a:lvl5pPr marL="2536732" indent="0">
              <a:buNone/>
              <a:defRPr sz="2219">
                <a:solidFill>
                  <a:schemeClr val="tx1">
                    <a:tint val="75000"/>
                  </a:schemeClr>
                </a:solidFill>
              </a:defRPr>
            </a:lvl5pPr>
            <a:lvl6pPr marL="3170915" indent="0">
              <a:buNone/>
              <a:defRPr sz="2219">
                <a:solidFill>
                  <a:schemeClr val="tx1">
                    <a:tint val="75000"/>
                  </a:schemeClr>
                </a:solidFill>
              </a:defRPr>
            </a:lvl6pPr>
            <a:lvl7pPr marL="3805098" indent="0">
              <a:buNone/>
              <a:defRPr sz="2219">
                <a:solidFill>
                  <a:schemeClr val="tx1">
                    <a:tint val="75000"/>
                  </a:schemeClr>
                </a:solidFill>
              </a:defRPr>
            </a:lvl7pPr>
            <a:lvl8pPr marL="4439281" indent="0">
              <a:buNone/>
              <a:defRPr sz="2219">
                <a:solidFill>
                  <a:schemeClr val="tx1">
                    <a:tint val="75000"/>
                  </a:schemeClr>
                </a:solidFill>
              </a:defRPr>
            </a:lvl8pPr>
            <a:lvl9pPr marL="5073463" indent="0">
              <a:buNone/>
              <a:defRPr sz="2219">
                <a:solidFill>
                  <a:schemeClr val="tx1">
                    <a:tint val="75000"/>
                  </a:schemeClr>
                </a:solidFill>
              </a:defRPr>
            </a:lvl9pPr>
          </a:lstStyle>
          <a:p>
            <a:pPr lvl="0"/>
            <a:r>
              <a:rPr lang="en-US" noProof="0"/>
              <a:t>Click to edit Master text styles</a:t>
            </a:r>
          </a:p>
        </p:txBody>
      </p:sp>
      <p:sp>
        <p:nvSpPr>
          <p:cNvPr id="13" name="TextBox 12"/>
          <p:cNvSpPr txBox="1"/>
          <p:nvPr userDrawn="1"/>
        </p:nvSpPr>
        <p:spPr>
          <a:xfrm>
            <a:off x="6986026" y="7142694"/>
            <a:ext cx="5399606" cy="277640"/>
          </a:xfrm>
          <a:prstGeom prst="rect">
            <a:avLst/>
          </a:prstGeom>
          <a:noFill/>
        </p:spPr>
        <p:txBody>
          <a:bodyPr wrap="square" lIns="0" tIns="0" rIns="0" bIns="0" rtlCol="0">
            <a:spAutoFit/>
          </a:bodyPr>
          <a:lstStyle/>
          <a:p>
            <a:pPr algn="r">
              <a:buSzPct val="100000"/>
              <a:buFont typeface="Arial"/>
              <a:buNone/>
            </a:pPr>
            <a:r>
              <a:rPr lang="en-US" sz="902" dirty="0">
                <a:solidFill>
                  <a:prstClr val="white"/>
                </a:solidFill>
              </a:rPr>
              <a:t>Presentation title</a:t>
            </a:r>
            <a:br>
              <a:rPr lang="en-US" sz="902" dirty="0">
                <a:solidFill>
                  <a:prstClr val="white"/>
                </a:solidFill>
              </a:rPr>
            </a:br>
            <a:r>
              <a:rPr lang="en-US" sz="902" dirty="0">
                <a:solidFill>
                  <a:prstClr val="white"/>
                </a:solidFill>
              </a:rPr>
              <a:t>[To edit, click View &gt; Slide Master &gt; Slide Master]</a:t>
            </a:r>
          </a:p>
        </p:txBody>
      </p:sp>
      <p:sp>
        <p:nvSpPr>
          <p:cNvPr id="14" name="TextBox 13"/>
          <p:cNvSpPr txBox="1"/>
          <p:nvPr userDrawn="1"/>
        </p:nvSpPr>
        <p:spPr>
          <a:xfrm>
            <a:off x="553188" y="7142695"/>
            <a:ext cx="5905327" cy="138821"/>
          </a:xfrm>
          <a:prstGeom prst="rect">
            <a:avLst/>
          </a:prstGeom>
          <a:noFill/>
        </p:spPr>
        <p:txBody>
          <a:bodyPr wrap="square" lIns="0" tIns="0" rIns="0" bIns="0" rtlCol="0">
            <a:spAutoFit/>
          </a:bodyPr>
          <a:lstStyle/>
          <a:p>
            <a:pPr>
              <a:spcBef>
                <a:spcPts val="833"/>
              </a:spcBef>
              <a:buSzPct val="100000"/>
              <a:buFont typeface="Arial"/>
              <a:buNone/>
            </a:pPr>
            <a:r>
              <a:rPr lang="fr-FR" sz="902" dirty="0">
                <a:solidFill>
                  <a:prstClr val="white"/>
                </a:solidFill>
              </a:rPr>
              <a:t>© 2024 Deloitte Touche Tohmatsu India LLP</a:t>
            </a:r>
          </a:p>
        </p:txBody>
      </p:sp>
      <p:sp>
        <p:nvSpPr>
          <p:cNvPr id="15" name="TextBox 14"/>
          <p:cNvSpPr txBox="1"/>
          <p:nvPr userDrawn="1"/>
        </p:nvSpPr>
        <p:spPr>
          <a:xfrm>
            <a:off x="12551739" y="7142695"/>
            <a:ext cx="339614" cy="138821"/>
          </a:xfrm>
          <a:prstGeom prst="rect">
            <a:avLst/>
          </a:prstGeom>
          <a:noFill/>
        </p:spPr>
        <p:txBody>
          <a:bodyPr wrap="square" lIns="0" tIns="0" rIns="0" bIns="0" rtlCol="0">
            <a:spAutoFit/>
          </a:bodyPr>
          <a:lstStyle/>
          <a:p>
            <a:pPr algn="r">
              <a:spcBef>
                <a:spcPts val="833"/>
              </a:spcBef>
              <a:buSzPct val="100000"/>
              <a:buFont typeface="Arial"/>
              <a:buNone/>
            </a:pPr>
            <a:fld id="{C58DF478-B544-4ED8-9ED4-6A2648E2D233}" type="slidenum">
              <a:rPr lang="en-US" sz="902" smtClean="0">
                <a:solidFill>
                  <a:prstClr val="white"/>
                </a:solidFill>
              </a:rPr>
              <a:pPr algn="r">
                <a:spcBef>
                  <a:spcPts val="833"/>
                </a:spcBef>
                <a:buSzPct val="100000"/>
                <a:buFont typeface="Arial"/>
                <a:buNone/>
              </a:pPr>
              <a:t>‹#›</a:t>
            </a:fld>
            <a:endParaRPr lang="en-US" sz="902" dirty="0">
              <a:solidFill>
                <a:prstClr val="white"/>
              </a:solidFill>
            </a:endParaRPr>
          </a:p>
        </p:txBody>
      </p:sp>
    </p:spTree>
    <p:extLst>
      <p:ext uri="{BB962C8B-B14F-4D97-AF65-F5344CB8AC3E}">
        <p14:creationId xmlns:p14="http://schemas.microsoft.com/office/powerpoint/2010/main" val="3285162929"/>
      </p:ext>
    </p:extLst>
  </p:cSld>
  <p:clrMapOvr>
    <a:masterClrMapping/>
  </p:clrMapOvr>
  <p:transition>
    <p:fade/>
  </p:transition>
  <p:extLst>
    <p:ext uri="{DCECCB84-F9BA-43D5-87BE-67443E8EF086}">
      <p15:sldGuideLst xmlns:p15="http://schemas.microsoft.com/office/powerpoint/2012/main">
        <p15:guide id="1" orient="horz" pos="2382"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53188" y="1880977"/>
            <a:ext cx="11623923" cy="1756067"/>
          </a:xfrm>
        </p:spPr>
        <p:txBody>
          <a:bodyPr anchor="b"/>
          <a:lstStyle>
            <a:lvl1pPr>
              <a:lnSpc>
                <a:spcPct val="95000"/>
              </a:lnSpc>
              <a:defRPr sz="4905"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53188" y="3781428"/>
            <a:ext cx="11623923" cy="1727537"/>
          </a:xfrm>
        </p:spPr>
        <p:txBody>
          <a:bodyPr lIns="0" tIns="0" rIns="0" bIns="0">
            <a:noAutofit/>
          </a:bodyPr>
          <a:lstStyle>
            <a:lvl1pPr marL="0" indent="0">
              <a:lnSpc>
                <a:spcPct val="95000"/>
              </a:lnSpc>
              <a:spcAft>
                <a:spcPts val="0"/>
              </a:spcAft>
              <a:buNone/>
              <a:defRPr sz="4905">
                <a:solidFill>
                  <a:schemeClr val="bg1"/>
                </a:solidFill>
              </a:defRPr>
            </a:lvl1pPr>
            <a:lvl2pPr marL="634183" indent="0">
              <a:buNone/>
              <a:defRPr sz="2775">
                <a:solidFill>
                  <a:schemeClr val="tx1">
                    <a:tint val="75000"/>
                  </a:schemeClr>
                </a:solidFill>
              </a:defRPr>
            </a:lvl2pPr>
            <a:lvl3pPr marL="1268366" indent="0">
              <a:buNone/>
              <a:defRPr sz="2497">
                <a:solidFill>
                  <a:schemeClr val="tx1">
                    <a:tint val="75000"/>
                  </a:schemeClr>
                </a:solidFill>
              </a:defRPr>
            </a:lvl3pPr>
            <a:lvl4pPr marL="1902548" indent="0">
              <a:buNone/>
              <a:defRPr sz="2219">
                <a:solidFill>
                  <a:schemeClr val="tx1">
                    <a:tint val="75000"/>
                  </a:schemeClr>
                </a:solidFill>
              </a:defRPr>
            </a:lvl4pPr>
            <a:lvl5pPr marL="2536732" indent="0">
              <a:buNone/>
              <a:defRPr sz="2219">
                <a:solidFill>
                  <a:schemeClr val="tx1">
                    <a:tint val="75000"/>
                  </a:schemeClr>
                </a:solidFill>
              </a:defRPr>
            </a:lvl5pPr>
            <a:lvl6pPr marL="3170915" indent="0">
              <a:buNone/>
              <a:defRPr sz="2219">
                <a:solidFill>
                  <a:schemeClr val="tx1">
                    <a:tint val="75000"/>
                  </a:schemeClr>
                </a:solidFill>
              </a:defRPr>
            </a:lvl6pPr>
            <a:lvl7pPr marL="3805098" indent="0">
              <a:buNone/>
              <a:defRPr sz="2219">
                <a:solidFill>
                  <a:schemeClr val="tx1">
                    <a:tint val="75000"/>
                  </a:schemeClr>
                </a:solidFill>
              </a:defRPr>
            </a:lvl7pPr>
            <a:lvl8pPr marL="4439281" indent="0">
              <a:buNone/>
              <a:defRPr sz="2219">
                <a:solidFill>
                  <a:schemeClr val="tx1">
                    <a:tint val="75000"/>
                  </a:schemeClr>
                </a:solidFill>
              </a:defRPr>
            </a:lvl8pPr>
            <a:lvl9pPr marL="5073463" indent="0">
              <a:buNone/>
              <a:defRPr sz="2219">
                <a:solidFill>
                  <a:schemeClr val="tx1">
                    <a:tint val="75000"/>
                  </a:schemeClr>
                </a:solidFill>
              </a:defRPr>
            </a:lvl9pPr>
          </a:lstStyle>
          <a:p>
            <a:pPr lvl="0"/>
            <a:r>
              <a:rPr lang="en-US" noProof="0"/>
              <a:t>Click to edit Master text styles</a:t>
            </a:r>
          </a:p>
        </p:txBody>
      </p:sp>
      <p:sp>
        <p:nvSpPr>
          <p:cNvPr id="10" name="TextBox 9"/>
          <p:cNvSpPr txBox="1"/>
          <p:nvPr userDrawn="1"/>
        </p:nvSpPr>
        <p:spPr>
          <a:xfrm>
            <a:off x="6986026" y="7142694"/>
            <a:ext cx="5399606" cy="277640"/>
          </a:xfrm>
          <a:prstGeom prst="rect">
            <a:avLst/>
          </a:prstGeom>
          <a:noFill/>
        </p:spPr>
        <p:txBody>
          <a:bodyPr wrap="square" lIns="0" tIns="0" rIns="0" bIns="0" rtlCol="0">
            <a:spAutoFit/>
          </a:bodyPr>
          <a:lstStyle/>
          <a:p>
            <a:pPr algn="r">
              <a:buSzPct val="100000"/>
              <a:buFont typeface="Arial"/>
              <a:buNone/>
            </a:pPr>
            <a:r>
              <a:rPr lang="en-US" sz="902" dirty="0">
                <a:solidFill>
                  <a:prstClr val="white"/>
                </a:solidFill>
              </a:rPr>
              <a:t>Presentation title</a:t>
            </a:r>
            <a:br>
              <a:rPr lang="en-US" sz="902" dirty="0">
                <a:solidFill>
                  <a:prstClr val="white"/>
                </a:solidFill>
              </a:rPr>
            </a:br>
            <a:r>
              <a:rPr lang="en-US" sz="902" dirty="0">
                <a:solidFill>
                  <a:prstClr val="white"/>
                </a:solidFill>
              </a:rPr>
              <a:t>[To edit, click View &gt; Slide Master &gt; Slide Master]</a:t>
            </a:r>
          </a:p>
        </p:txBody>
      </p:sp>
      <p:sp>
        <p:nvSpPr>
          <p:cNvPr id="11" name="TextBox 10"/>
          <p:cNvSpPr txBox="1"/>
          <p:nvPr userDrawn="1"/>
        </p:nvSpPr>
        <p:spPr>
          <a:xfrm>
            <a:off x="553188" y="7142695"/>
            <a:ext cx="5905327" cy="138821"/>
          </a:xfrm>
          <a:prstGeom prst="rect">
            <a:avLst/>
          </a:prstGeom>
          <a:noFill/>
        </p:spPr>
        <p:txBody>
          <a:bodyPr wrap="square" lIns="0" tIns="0" rIns="0" bIns="0" rtlCol="0">
            <a:spAutoFit/>
          </a:bodyPr>
          <a:lstStyle/>
          <a:p>
            <a:pPr>
              <a:spcBef>
                <a:spcPts val="833"/>
              </a:spcBef>
              <a:buSzPct val="100000"/>
              <a:buFont typeface="Arial"/>
              <a:buNone/>
            </a:pPr>
            <a:r>
              <a:rPr lang="fr-FR" sz="902" dirty="0">
                <a:solidFill>
                  <a:prstClr val="white"/>
                </a:solidFill>
              </a:rPr>
              <a:t>© 2024 Deloitte Touche Tohmatsu India LLP</a:t>
            </a:r>
          </a:p>
        </p:txBody>
      </p:sp>
      <p:sp>
        <p:nvSpPr>
          <p:cNvPr id="12" name="TextBox 11"/>
          <p:cNvSpPr txBox="1"/>
          <p:nvPr userDrawn="1"/>
        </p:nvSpPr>
        <p:spPr>
          <a:xfrm>
            <a:off x="12551739" y="7142695"/>
            <a:ext cx="339614" cy="138821"/>
          </a:xfrm>
          <a:prstGeom prst="rect">
            <a:avLst/>
          </a:prstGeom>
          <a:noFill/>
        </p:spPr>
        <p:txBody>
          <a:bodyPr wrap="square" lIns="0" tIns="0" rIns="0" bIns="0" rtlCol="0">
            <a:spAutoFit/>
          </a:bodyPr>
          <a:lstStyle/>
          <a:p>
            <a:pPr algn="r">
              <a:spcBef>
                <a:spcPts val="833"/>
              </a:spcBef>
              <a:buSzPct val="100000"/>
              <a:buFont typeface="Arial"/>
              <a:buNone/>
            </a:pPr>
            <a:fld id="{C58DF478-B544-4ED8-9ED4-6A2648E2D233}" type="slidenum">
              <a:rPr lang="en-US" sz="902" smtClean="0">
                <a:solidFill>
                  <a:prstClr val="white"/>
                </a:solidFill>
              </a:rPr>
              <a:pPr algn="r">
                <a:spcBef>
                  <a:spcPts val="833"/>
                </a:spcBef>
                <a:buSzPct val="100000"/>
                <a:buFont typeface="Arial"/>
                <a:buNone/>
              </a:pPr>
              <a:t>‹#›</a:t>
            </a:fld>
            <a:endParaRPr lang="en-US" sz="902" dirty="0">
              <a:solidFill>
                <a:prstClr val="white"/>
              </a:solidFill>
            </a:endParaRPr>
          </a:p>
        </p:txBody>
      </p:sp>
    </p:spTree>
    <p:extLst>
      <p:ext uri="{BB962C8B-B14F-4D97-AF65-F5344CB8AC3E}">
        <p14:creationId xmlns:p14="http://schemas.microsoft.com/office/powerpoint/2010/main" val="2011243013"/>
      </p:ext>
    </p:extLst>
  </p:cSld>
  <p:clrMapOvr>
    <a:masterClrMapping/>
  </p:clrMapOvr>
  <p:transition>
    <p:fade/>
  </p:transition>
  <p:extLst>
    <p:ext uri="{DCECCB84-F9BA-43D5-87BE-67443E8EF086}">
      <p15:sldGuideLst xmlns:p15="http://schemas.microsoft.com/office/powerpoint/2012/main">
        <p15:guide id="1" orient="horz" pos="2382"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53188" y="1880977"/>
            <a:ext cx="11623923" cy="1756067"/>
          </a:xfrm>
        </p:spPr>
        <p:txBody>
          <a:bodyPr anchor="b"/>
          <a:lstStyle>
            <a:lvl1pPr>
              <a:lnSpc>
                <a:spcPct val="95000"/>
              </a:lnSpc>
              <a:defRPr sz="4905"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53188" y="3781428"/>
            <a:ext cx="11623923" cy="1727537"/>
          </a:xfrm>
        </p:spPr>
        <p:txBody>
          <a:bodyPr lIns="0" tIns="0" rIns="0" bIns="0">
            <a:noAutofit/>
          </a:bodyPr>
          <a:lstStyle>
            <a:lvl1pPr marL="0" indent="0">
              <a:lnSpc>
                <a:spcPct val="95000"/>
              </a:lnSpc>
              <a:spcAft>
                <a:spcPts val="0"/>
              </a:spcAft>
              <a:buNone/>
              <a:defRPr sz="4905">
                <a:solidFill>
                  <a:schemeClr val="bg1"/>
                </a:solidFill>
              </a:defRPr>
            </a:lvl1pPr>
            <a:lvl2pPr marL="634183" indent="0">
              <a:buNone/>
              <a:defRPr sz="2775">
                <a:solidFill>
                  <a:schemeClr val="tx1">
                    <a:tint val="75000"/>
                  </a:schemeClr>
                </a:solidFill>
              </a:defRPr>
            </a:lvl2pPr>
            <a:lvl3pPr marL="1268366" indent="0">
              <a:buNone/>
              <a:defRPr sz="2497">
                <a:solidFill>
                  <a:schemeClr val="tx1">
                    <a:tint val="75000"/>
                  </a:schemeClr>
                </a:solidFill>
              </a:defRPr>
            </a:lvl3pPr>
            <a:lvl4pPr marL="1902548" indent="0">
              <a:buNone/>
              <a:defRPr sz="2219">
                <a:solidFill>
                  <a:schemeClr val="tx1">
                    <a:tint val="75000"/>
                  </a:schemeClr>
                </a:solidFill>
              </a:defRPr>
            </a:lvl4pPr>
            <a:lvl5pPr marL="2536732" indent="0">
              <a:buNone/>
              <a:defRPr sz="2219">
                <a:solidFill>
                  <a:schemeClr val="tx1">
                    <a:tint val="75000"/>
                  </a:schemeClr>
                </a:solidFill>
              </a:defRPr>
            </a:lvl5pPr>
            <a:lvl6pPr marL="3170915" indent="0">
              <a:buNone/>
              <a:defRPr sz="2219">
                <a:solidFill>
                  <a:schemeClr val="tx1">
                    <a:tint val="75000"/>
                  </a:schemeClr>
                </a:solidFill>
              </a:defRPr>
            </a:lvl6pPr>
            <a:lvl7pPr marL="3805098" indent="0">
              <a:buNone/>
              <a:defRPr sz="2219">
                <a:solidFill>
                  <a:schemeClr val="tx1">
                    <a:tint val="75000"/>
                  </a:schemeClr>
                </a:solidFill>
              </a:defRPr>
            </a:lvl7pPr>
            <a:lvl8pPr marL="4439281" indent="0">
              <a:buNone/>
              <a:defRPr sz="2219">
                <a:solidFill>
                  <a:schemeClr val="tx1">
                    <a:tint val="75000"/>
                  </a:schemeClr>
                </a:solidFill>
              </a:defRPr>
            </a:lvl8pPr>
            <a:lvl9pPr marL="5073463" indent="0">
              <a:buNone/>
              <a:defRPr sz="2219">
                <a:solidFill>
                  <a:schemeClr val="tx1">
                    <a:tint val="75000"/>
                  </a:schemeClr>
                </a:solidFill>
              </a:defRPr>
            </a:lvl9pPr>
          </a:lstStyle>
          <a:p>
            <a:pPr lvl="0"/>
            <a:r>
              <a:rPr lang="en-US" noProof="0"/>
              <a:t>Click to edit Master text styles</a:t>
            </a:r>
          </a:p>
        </p:txBody>
      </p:sp>
      <p:sp>
        <p:nvSpPr>
          <p:cNvPr id="10" name="TextBox 9"/>
          <p:cNvSpPr txBox="1"/>
          <p:nvPr userDrawn="1"/>
        </p:nvSpPr>
        <p:spPr>
          <a:xfrm>
            <a:off x="6986026" y="7142694"/>
            <a:ext cx="5399606" cy="277640"/>
          </a:xfrm>
          <a:prstGeom prst="rect">
            <a:avLst/>
          </a:prstGeom>
          <a:noFill/>
        </p:spPr>
        <p:txBody>
          <a:bodyPr wrap="square" lIns="0" tIns="0" rIns="0" bIns="0" rtlCol="0">
            <a:spAutoFit/>
          </a:bodyPr>
          <a:lstStyle/>
          <a:p>
            <a:pPr algn="r">
              <a:buSzPct val="100000"/>
              <a:buFont typeface="Arial"/>
              <a:buNone/>
            </a:pPr>
            <a:r>
              <a:rPr lang="en-US" sz="902" dirty="0">
                <a:solidFill>
                  <a:prstClr val="white"/>
                </a:solidFill>
              </a:rPr>
              <a:t>Presentation title</a:t>
            </a:r>
            <a:br>
              <a:rPr lang="en-US" sz="902" dirty="0">
                <a:solidFill>
                  <a:prstClr val="white"/>
                </a:solidFill>
              </a:rPr>
            </a:br>
            <a:r>
              <a:rPr lang="en-US" sz="902" dirty="0">
                <a:solidFill>
                  <a:prstClr val="white"/>
                </a:solidFill>
              </a:rPr>
              <a:t>[To edit, click View &gt; Slide Master &gt; Slide Master]</a:t>
            </a:r>
          </a:p>
        </p:txBody>
      </p:sp>
      <p:sp>
        <p:nvSpPr>
          <p:cNvPr id="11" name="TextBox 10"/>
          <p:cNvSpPr txBox="1"/>
          <p:nvPr userDrawn="1"/>
        </p:nvSpPr>
        <p:spPr>
          <a:xfrm>
            <a:off x="553188" y="7142695"/>
            <a:ext cx="5905327" cy="138821"/>
          </a:xfrm>
          <a:prstGeom prst="rect">
            <a:avLst/>
          </a:prstGeom>
          <a:noFill/>
        </p:spPr>
        <p:txBody>
          <a:bodyPr wrap="square" lIns="0" tIns="0" rIns="0" bIns="0" rtlCol="0">
            <a:spAutoFit/>
          </a:bodyPr>
          <a:lstStyle/>
          <a:p>
            <a:pPr>
              <a:spcBef>
                <a:spcPts val="833"/>
              </a:spcBef>
              <a:buSzPct val="100000"/>
              <a:buFont typeface="Arial"/>
              <a:buNone/>
            </a:pPr>
            <a:r>
              <a:rPr lang="fr-FR" sz="902" dirty="0">
                <a:solidFill>
                  <a:prstClr val="white"/>
                </a:solidFill>
              </a:rPr>
              <a:t>© 2024 Deloitte Touche Tohmatsu India LLP</a:t>
            </a:r>
          </a:p>
        </p:txBody>
      </p:sp>
      <p:sp>
        <p:nvSpPr>
          <p:cNvPr id="12" name="TextBox 11"/>
          <p:cNvSpPr txBox="1"/>
          <p:nvPr userDrawn="1"/>
        </p:nvSpPr>
        <p:spPr>
          <a:xfrm>
            <a:off x="12551739" y="7142695"/>
            <a:ext cx="339614" cy="138821"/>
          </a:xfrm>
          <a:prstGeom prst="rect">
            <a:avLst/>
          </a:prstGeom>
          <a:noFill/>
        </p:spPr>
        <p:txBody>
          <a:bodyPr wrap="square" lIns="0" tIns="0" rIns="0" bIns="0" rtlCol="0">
            <a:spAutoFit/>
          </a:bodyPr>
          <a:lstStyle/>
          <a:p>
            <a:pPr algn="r">
              <a:spcBef>
                <a:spcPts val="833"/>
              </a:spcBef>
              <a:buSzPct val="100000"/>
              <a:buFont typeface="Arial"/>
              <a:buNone/>
            </a:pPr>
            <a:fld id="{C58DF478-B544-4ED8-9ED4-6A2648E2D233}" type="slidenum">
              <a:rPr lang="en-US" sz="902" smtClean="0">
                <a:solidFill>
                  <a:prstClr val="white"/>
                </a:solidFill>
              </a:rPr>
              <a:pPr algn="r">
                <a:spcBef>
                  <a:spcPts val="833"/>
                </a:spcBef>
                <a:buSzPct val="100000"/>
                <a:buFont typeface="Arial"/>
                <a:buNone/>
              </a:pPr>
              <a:t>‹#›</a:t>
            </a:fld>
            <a:endParaRPr lang="en-US" sz="902" dirty="0">
              <a:solidFill>
                <a:prstClr val="white"/>
              </a:solidFill>
            </a:endParaRPr>
          </a:p>
        </p:txBody>
      </p:sp>
    </p:spTree>
    <p:extLst>
      <p:ext uri="{BB962C8B-B14F-4D97-AF65-F5344CB8AC3E}">
        <p14:creationId xmlns:p14="http://schemas.microsoft.com/office/powerpoint/2010/main" val="283622089"/>
      </p:ext>
    </p:extLst>
  </p:cSld>
  <p:clrMapOvr>
    <a:masterClrMapping/>
  </p:clrMapOvr>
  <p:transition>
    <p:fade/>
  </p:transition>
  <p:extLst>
    <p:ext uri="{DCECCB84-F9BA-43D5-87BE-67443E8EF086}">
      <p15:sldGuideLst xmlns:p15="http://schemas.microsoft.com/office/powerpoint/2012/main">
        <p15:guide id="1" orient="horz" pos="2382"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53188" y="1880977"/>
            <a:ext cx="11623923" cy="1756067"/>
          </a:xfrm>
        </p:spPr>
        <p:txBody>
          <a:bodyPr anchor="b"/>
          <a:lstStyle>
            <a:lvl1pPr>
              <a:lnSpc>
                <a:spcPct val="95000"/>
              </a:lnSpc>
              <a:defRPr sz="4905"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53188" y="3781428"/>
            <a:ext cx="11623923" cy="1727537"/>
          </a:xfrm>
        </p:spPr>
        <p:txBody>
          <a:bodyPr lIns="0" tIns="0" rIns="0" bIns="0">
            <a:noAutofit/>
          </a:bodyPr>
          <a:lstStyle>
            <a:lvl1pPr marL="0" indent="0">
              <a:lnSpc>
                <a:spcPct val="95000"/>
              </a:lnSpc>
              <a:spcAft>
                <a:spcPts val="0"/>
              </a:spcAft>
              <a:buNone/>
              <a:defRPr sz="4905">
                <a:solidFill>
                  <a:schemeClr val="bg1"/>
                </a:solidFill>
              </a:defRPr>
            </a:lvl1pPr>
            <a:lvl2pPr marL="634183" indent="0">
              <a:buNone/>
              <a:defRPr sz="2775">
                <a:solidFill>
                  <a:schemeClr val="tx1">
                    <a:tint val="75000"/>
                  </a:schemeClr>
                </a:solidFill>
              </a:defRPr>
            </a:lvl2pPr>
            <a:lvl3pPr marL="1268366" indent="0">
              <a:buNone/>
              <a:defRPr sz="2497">
                <a:solidFill>
                  <a:schemeClr val="tx1">
                    <a:tint val="75000"/>
                  </a:schemeClr>
                </a:solidFill>
              </a:defRPr>
            </a:lvl3pPr>
            <a:lvl4pPr marL="1902548" indent="0">
              <a:buNone/>
              <a:defRPr sz="2219">
                <a:solidFill>
                  <a:schemeClr val="tx1">
                    <a:tint val="75000"/>
                  </a:schemeClr>
                </a:solidFill>
              </a:defRPr>
            </a:lvl4pPr>
            <a:lvl5pPr marL="2536732" indent="0">
              <a:buNone/>
              <a:defRPr sz="2219">
                <a:solidFill>
                  <a:schemeClr val="tx1">
                    <a:tint val="75000"/>
                  </a:schemeClr>
                </a:solidFill>
              </a:defRPr>
            </a:lvl5pPr>
            <a:lvl6pPr marL="3170915" indent="0">
              <a:buNone/>
              <a:defRPr sz="2219">
                <a:solidFill>
                  <a:schemeClr val="tx1">
                    <a:tint val="75000"/>
                  </a:schemeClr>
                </a:solidFill>
              </a:defRPr>
            </a:lvl6pPr>
            <a:lvl7pPr marL="3805098" indent="0">
              <a:buNone/>
              <a:defRPr sz="2219">
                <a:solidFill>
                  <a:schemeClr val="tx1">
                    <a:tint val="75000"/>
                  </a:schemeClr>
                </a:solidFill>
              </a:defRPr>
            </a:lvl7pPr>
            <a:lvl8pPr marL="4439281" indent="0">
              <a:buNone/>
              <a:defRPr sz="2219">
                <a:solidFill>
                  <a:schemeClr val="tx1">
                    <a:tint val="75000"/>
                  </a:schemeClr>
                </a:solidFill>
              </a:defRPr>
            </a:lvl8pPr>
            <a:lvl9pPr marL="5073463" indent="0">
              <a:buNone/>
              <a:defRPr sz="2219">
                <a:solidFill>
                  <a:schemeClr val="tx1">
                    <a:tint val="75000"/>
                  </a:schemeClr>
                </a:solidFill>
              </a:defRPr>
            </a:lvl9pPr>
          </a:lstStyle>
          <a:p>
            <a:pPr lvl="0"/>
            <a:r>
              <a:rPr lang="en-US" noProof="0"/>
              <a:t>Click to edit Master text styles</a:t>
            </a:r>
          </a:p>
        </p:txBody>
      </p:sp>
      <p:sp>
        <p:nvSpPr>
          <p:cNvPr id="10" name="TextBox 9"/>
          <p:cNvSpPr txBox="1"/>
          <p:nvPr userDrawn="1"/>
        </p:nvSpPr>
        <p:spPr>
          <a:xfrm>
            <a:off x="6986026" y="7142694"/>
            <a:ext cx="5399606" cy="277640"/>
          </a:xfrm>
          <a:prstGeom prst="rect">
            <a:avLst/>
          </a:prstGeom>
          <a:noFill/>
        </p:spPr>
        <p:txBody>
          <a:bodyPr wrap="square" lIns="0" tIns="0" rIns="0" bIns="0" rtlCol="0">
            <a:spAutoFit/>
          </a:bodyPr>
          <a:lstStyle/>
          <a:p>
            <a:pPr algn="r">
              <a:buSzPct val="100000"/>
              <a:buFont typeface="Arial"/>
              <a:buNone/>
            </a:pPr>
            <a:r>
              <a:rPr lang="en-US" sz="902" dirty="0">
                <a:solidFill>
                  <a:prstClr val="white"/>
                </a:solidFill>
              </a:rPr>
              <a:t>Presentation title</a:t>
            </a:r>
            <a:br>
              <a:rPr lang="en-US" sz="902" dirty="0">
                <a:solidFill>
                  <a:prstClr val="white"/>
                </a:solidFill>
              </a:rPr>
            </a:br>
            <a:r>
              <a:rPr lang="en-US" sz="902" dirty="0">
                <a:solidFill>
                  <a:prstClr val="white"/>
                </a:solidFill>
              </a:rPr>
              <a:t>[To edit, click View &gt; Slide Master &gt; Slide Master]</a:t>
            </a:r>
          </a:p>
        </p:txBody>
      </p:sp>
      <p:sp>
        <p:nvSpPr>
          <p:cNvPr id="11" name="TextBox 10"/>
          <p:cNvSpPr txBox="1"/>
          <p:nvPr userDrawn="1"/>
        </p:nvSpPr>
        <p:spPr>
          <a:xfrm>
            <a:off x="553188" y="7142695"/>
            <a:ext cx="5905327" cy="138821"/>
          </a:xfrm>
          <a:prstGeom prst="rect">
            <a:avLst/>
          </a:prstGeom>
          <a:noFill/>
        </p:spPr>
        <p:txBody>
          <a:bodyPr wrap="square" lIns="0" tIns="0" rIns="0" bIns="0" rtlCol="0">
            <a:spAutoFit/>
          </a:bodyPr>
          <a:lstStyle/>
          <a:p>
            <a:pPr>
              <a:spcBef>
                <a:spcPts val="833"/>
              </a:spcBef>
              <a:buSzPct val="100000"/>
              <a:buFont typeface="Arial"/>
              <a:buNone/>
            </a:pPr>
            <a:r>
              <a:rPr lang="fr-FR" sz="902" dirty="0">
                <a:solidFill>
                  <a:prstClr val="white"/>
                </a:solidFill>
              </a:rPr>
              <a:t>© 2024 Deloitte Touche Tohmatsu India LLP</a:t>
            </a:r>
          </a:p>
        </p:txBody>
      </p:sp>
      <p:sp>
        <p:nvSpPr>
          <p:cNvPr id="12" name="TextBox 11"/>
          <p:cNvSpPr txBox="1"/>
          <p:nvPr userDrawn="1"/>
        </p:nvSpPr>
        <p:spPr>
          <a:xfrm>
            <a:off x="12551739" y="7142695"/>
            <a:ext cx="339614" cy="138821"/>
          </a:xfrm>
          <a:prstGeom prst="rect">
            <a:avLst/>
          </a:prstGeom>
          <a:noFill/>
        </p:spPr>
        <p:txBody>
          <a:bodyPr wrap="square" lIns="0" tIns="0" rIns="0" bIns="0" rtlCol="0">
            <a:spAutoFit/>
          </a:bodyPr>
          <a:lstStyle/>
          <a:p>
            <a:pPr algn="r">
              <a:spcBef>
                <a:spcPts val="833"/>
              </a:spcBef>
              <a:buSzPct val="100000"/>
              <a:buFont typeface="Arial"/>
              <a:buNone/>
            </a:pPr>
            <a:fld id="{C58DF478-B544-4ED8-9ED4-6A2648E2D233}" type="slidenum">
              <a:rPr lang="en-US" sz="902" smtClean="0">
                <a:solidFill>
                  <a:prstClr val="white"/>
                </a:solidFill>
              </a:rPr>
              <a:pPr algn="r">
                <a:spcBef>
                  <a:spcPts val="833"/>
                </a:spcBef>
                <a:buSzPct val="100000"/>
                <a:buFont typeface="Arial"/>
                <a:buNone/>
              </a:pPr>
              <a:t>‹#›</a:t>
            </a:fld>
            <a:endParaRPr lang="en-US" sz="902" dirty="0">
              <a:solidFill>
                <a:prstClr val="white"/>
              </a:solidFill>
            </a:endParaRPr>
          </a:p>
        </p:txBody>
      </p:sp>
    </p:spTree>
    <p:extLst>
      <p:ext uri="{BB962C8B-B14F-4D97-AF65-F5344CB8AC3E}">
        <p14:creationId xmlns:p14="http://schemas.microsoft.com/office/powerpoint/2010/main" val="2461462604"/>
      </p:ext>
    </p:extLst>
  </p:cSld>
  <p:clrMapOvr>
    <a:masterClrMapping/>
  </p:clrMapOvr>
  <p:transition>
    <p:fade/>
  </p:transition>
  <p:extLst>
    <p:ext uri="{DCECCB84-F9BA-43D5-87BE-67443E8EF086}">
      <p15:sldGuideLst xmlns:p15="http://schemas.microsoft.com/office/powerpoint/2012/main">
        <p15:guide id="1" orient="horz" pos="2382"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53188" y="1880977"/>
            <a:ext cx="11623923" cy="1756067"/>
          </a:xfrm>
        </p:spPr>
        <p:txBody>
          <a:bodyPr anchor="b"/>
          <a:lstStyle>
            <a:lvl1pPr>
              <a:lnSpc>
                <a:spcPct val="95000"/>
              </a:lnSpc>
              <a:defRPr sz="4905"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53188" y="3781428"/>
            <a:ext cx="11623923" cy="1727537"/>
          </a:xfrm>
        </p:spPr>
        <p:txBody>
          <a:bodyPr lIns="0" tIns="0" rIns="0" bIns="0">
            <a:noAutofit/>
          </a:bodyPr>
          <a:lstStyle>
            <a:lvl1pPr marL="0" indent="0">
              <a:lnSpc>
                <a:spcPct val="95000"/>
              </a:lnSpc>
              <a:spcAft>
                <a:spcPts val="0"/>
              </a:spcAft>
              <a:buNone/>
              <a:defRPr sz="4905">
                <a:solidFill>
                  <a:schemeClr val="tx1"/>
                </a:solidFill>
              </a:defRPr>
            </a:lvl1pPr>
            <a:lvl2pPr marL="634183" indent="0">
              <a:buNone/>
              <a:defRPr sz="2775">
                <a:solidFill>
                  <a:schemeClr val="tx1">
                    <a:tint val="75000"/>
                  </a:schemeClr>
                </a:solidFill>
              </a:defRPr>
            </a:lvl2pPr>
            <a:lvl3pPr marL="1268366" indent="0">
              <a:buNone/>
              <a:defRPr sz="2497">
                <a:solidFill>
                  <a:schemeClr val="tx1">
                    <a:tint val="75000"/>
                  </a:schemeClr>
                </a:solidFill>
              </a:defRPr>
            </a:lvl3pPr>
            <a:lvl4pPr marL="1902548" indent="0">
              <a:buNone/>
              <a:defRPr sz="2219">
                <a:solidFill>
                  <a:schemeClr val="tx1">
                    <a:tint val="75000"/>
                  </a:schemeClr>
                </a:solidFill>
              </a:defRPr>
            </a:lvl4pPr>
            <a:lvl5pPr marL="2536732" indent="0">
              <a:buNone/>
              <a:defRPr sz="2219">
                <a:solidFill>
                  <a:schemeClr val="tx1">
                    <a:tint val="75000"/>
                  </a:schemeClr>
                </a:solidFill>
              </a:defRPr>
            </a:lvl5pPr>
            <a:lvl6pPr marL="3170915" indent="0">
              <a:buNone/>
              <a:defRPr sz="2219">
                <a:solidFill>
                  <a:schemeClr val="tx1">
                    <a:tint val="75000"/>
                  </a:schemeClr>
                </a:solidFill>
              </a:defRPr>
            </a:lvl6pPr>
            <a:lvl7pPr marL="3805098" indent="0">
              <a:buNone/>
              <a:defRPr sz="2219">
                <a:solidFill>
                  <a:schemeClr val="tx1">
                    <a:tint val="75000"/>
                  </a:schemeClr>
                </a:solidFill>
              </a:defRPr>
            </a:lvl7pPr>
            <a:lvl8pPr marL="4439281" indent="0">
              <a:buNone/>
              <a:defRPr sz="2219">
                <a:solidFill>
                  <a:schemeClr val="tx1">
                    <a:tint val="75000"/>
                  </a:schemeClr>
                </a:solidFill>
              </a:defRPr>
            </a:lvl8pPr>
            <a:lvl9pPr marL="5073463" indent="0">
              <a:buNone/>
              <a:defRPr sz="2219">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3138994049"/>
      </p:ext>
    </p:extLst>
  </p:cSld>
  <p:clrMapOvr>
    <a:masterClrMapping/>
  </p:clrMapOvr>
  <p:transition>
    <p:fade/>
  </p:transition>
  <p:extLst>
    <p:ext uri="{DCECCB84-F9BA-43D5-87BE-67443E8EF086}">
      <p15:sldGuideLst xmlns:p15="http://schemas.microsoft.com/office/powerpoint/2012/main">
        <p15:guide id="1" orient="horz" pos="2382"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53188" y="1796179"/>
            <a:ext cx="10092633" cy="5241475"/>
          </a:xfrm>
          <a:prstGeom prst="rect">
            <a:avLst/>
          </a:prstGeom>
        </p:spPr>
        <p:txBody>
          <a:bodyPr>
            <a:noAutofit/>
          </a:bodyPr>
          <a:lstStyle>
            <a:lvl1pPr>
              <a:spcBef>
                <a:spcPts val="4993"/>
              </a:spcBef>
              <a:defRPr sz="3773">
                <a:solidFill>
                  <a:schemeClr val="bg1"/>
                </a:solidFill>
              </a:defRPr>
            </a:lvl1pPr>
            <a:lvl2pPr marL="634183" indent="-634183">
              <a:defRPr sz="4161">
                <a:solidFill>
                  <a:schemeClr val="bg2"/>
                </a:solidFill>
              </a:defRPr>
            </a:lvl2pPr>
            <a:lvl3pPr>
              <a:defRPr sz="4161">
                <a:solidFill>
                  <a:schemeClr val="bg2"/>
                </a:solidFill>
              </a:defRPr>
            </a:lvl3pPr>
            <a:lvl4pPr>
              <a:defRPr sz="4161">
                <a:solidFill>
                  <a:schemeClr val="bg2"/>
                </a:solidFill>
              </a:defRPr>
            </a:lvl4pPr>
            <a:lvl5pPr>
              <a:defRPr sz="4161">
                <a:solidFill>
                  <a:schemeClr val="bg2"/>
                </a:solidFill>
              </a:defRPr>
            </a:lvl5pPr>
          </a:lstStyle>
          <a:p>
            <a:pPr lvl="0"/>
            <a:r>
              <a:rPr lang="en-US" noProof="0"/>
              <a:t>Click to edit Master text styles</a:t>
            </a:r>
          </a:p>
        </p:txBody>
      </p:sp>
      <p:sp>
        <p:nvSpPr>
          <p:cNvPr id="10" name="TextBox 9"/>
          <p:cNvSpPr txBox="1"/>
          <p:nvPr userDrawn="1"/>
        </p:nvSpPr>
        <p:spPr>
          <a:xfrm>
            <a:off x="6986026" y="7142694"/>
            <a:ext cx="5399606" cy="277640"/>
          </a:xfrm>
          <a:prstGeom prst="rect">
            <a:avLst/>
          </a:prstGeom>
          <a:noFill/>
        </p:spPr>
        <p:txBody>
          <a:bodyPr wrap="square" lIns="0" tIns="0" rIns="0" bIns="0" rtlCol="0">
            <a:spAutoFit/>
          </a:bodyPr>
          <a:lstStyle/>
          <a:p>
            <a:pPr algn="r">
              <a:buSzPct val="100000"/>
              <a:buFont typeface="Arial"/>
              <a:buNone/>
            </a:pPr>
            <a:r>
              <a:rPr lang="en-US" sz="902" dirty="0">
                <a:solidFill>
                  <a:prstClr val="white"/>
                </a:solidFill>
              </a:rPr>
              <a:t>Presentation title</a:t>
            </a:r>
            <a:br>
              <a:rPr lang="en-US" sz="902" dirty="0">
                <a:solidFill>
                  <a:prstClr val="white"/>
                </a:solidFill>
              </a:rPr>
            </a:br>
            <a:r>
              <a:rPr lang="en-US" sz="902" dirty="0">
                <a:solidFill>
                  <a:prstClr val="white"/>
                </a:solidFill>
              </a:rPr>
              <a:t>[To edit, click View &gt; Slide Master &gt; Slide Master]</a:t>
            </a:r>
          </a:p>
        </p:txBody>
      </p:sp>
      <p:sp>
        <p:nvSpPr>
          <p:cNvPr id="11" name="TextBox 10"/>
          <p:cNvSpPr txBox="1"/>
          <p:nvPr userDrawn="1"/>
        </p:nvSpPr>
        <p:spPr>
          <a:xfrm>
            <a:off x="553188" y="7142695"/>
            <a:ext cx="5905327" cy="138821"/>
          </a:xfrm>
          <a:prstGeom prst="rect">
            <a:avLst/>
          </a:prstGeom>
          <a:noFill/>
        </p:spPr>
        <p:txBody>
          <a:bodyPr wrap="square" lIns="0" tIns="0" rIns="0" bIns="0" rtlCol="0">
            <a:spAutoFit/>
          </a:bodyPr>
          <a:lstStyle/>
          <a:p>
            <a:pPr>
              <a:spcBef>
                <a:spcPts val="833"/>
              </a:spcBef>
              <a:buSzPct val="100000"/>
              <a:buFont typeface="Arial"/>
              <a:buNone/>
            </a:pPr>
            <a:r>
              <a:rPr lang="fr-FR" sz="902" dirty="0">
                <a:solidFill>
                  <a:prstClr val="white"/>
                </a:solidFill>
              </a:rPr>
              <a:t>© 2024 Deloitte Touche Tohmatsu India LLP</a:t>
            </a:r>
          </a:p>
        </p:txBody>
      </p:sp>
      <p:sp>
        <p:nvSpPr>
          <p:cNvPr id="12" name="TextBox 11"/>
          <p:cNvSpPr txBox="1"/>
          <p:nvPr userDrawn="1"/>
        </p:nvSpPr>
        <p:spPr>
          <a:xfrm>
            <a:off x="12551739" y="7142695"/>
            <a:ext cx="339614" cy="138821"/>
          </a:xfrm>
          <a:prstGeom prst="rect">
            <a:avLst/>
          </a:prstGeom>
          <a:noFill/>
        </p:spPr>
        <p:txBody>
          <a:bodyPr wrap="square" lIns="0" tIns="0" rIns="0" bIns="0" rtlCol="0">
            <a:spAutoFit/>
          </a:bodyPr>
          <a:lstStyle/>
          <a:p>
            <a:pPr algn="r">
              <a:spcBef>
                <a:spcPts val="833"/>
              </a:spcBef>
              <a:buSzPct val="100000"/>
              <a:buFont typeface="Arial"/>
              <a:buNone/>
            </a:pPr>
            <a:fld id="{C58DF478-B544-4ED8-9ED4-6A2648E2D233}" type="slidenum">
              <a:rPr lang="en-US" sz="902" smtClean="0">
                <a:solidFill>
                  <a:prstClr val="white"/>
                </a:solidFill>
              </a:rPr>
              <a:pPr algn="r">
                <a:spcBef>
                  <a:spcPts val="833"/>
                </a:spcBef>
                <a:buSzPct val="100000"/>
                <a:buFont typeface="Arial"/>
                <a:buNone/>
              </a:pPr>
              <a:t>‹#›</a:t>
            </a:fld>
            <a:endParaRPr lang="en-US" sz="902" dirty="0">
              <a:solidFill>
                <a:prstClr val="white"/>
              </a:solidFill>
            </a:endParaRPr>
          </a:p>
        </p:txBody>
      </p:sp>
    </p:spTree>
    <p:extLst>
      <p:ext uri="{BB962C8B-B14F-4D97-AF65-F5344CB8AC3E}">
        <p14:creationId xmlns:p14="http://schemas.microsoft.com/office/powerpoint/2010/main" val="94255190"/>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blue">
    <p:bg>
      <p:bgPr>
        <a:solidFill>
          <a:schemeClr val="accent4"/>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53188" y="1794443"/>
            <a:ext cx="10230453" cy="5248763"/>
          </a:xfrm>
          <a:prstGeom prst="rect">
            <a:avLst/>
          </a:prstGeom>
        </p:spPr>
        <p:txBody>
          <a:bodyPr>
            <a:noAutofit/>
          </a:bodyPr>
          <a:lstStyle>
            <a:lvl1pPr>
              <a:spcBef>
                <a:spcPts val="4993"/>
              </a:spcBef>
              <a:defRPr sz="3773">
                <a:solidFill>
                  <a:schemeClr val="bg1"/>
                </a:solidFill>
              </a:defRPr>
            </a:lvl1pPr>
            <a:lvl2pPr marL="634183" indent="-634183">
              <a:defRPr sz="4161">
                <a:solidFill>
                  <a:schemeClr val="bg2"/>
                </a:solidFill>
              </a:defRPr>
            </a:lvl2pPr>
            <a:lvl3pPr>
              <a:defRPr sz="4161">
                <a:solidFill>
                  <a:schemeClr val="bg2"/>
                </a:solidFill>
              </a:defRPr>
            </a:lvl3pPr>
            <a:lvl4pPr>
              <a:defRPr sz="4161">
                <a:solidFill>
                  <a:schemeClr val="bg2"/>
                </a:solidFill>
              </a:defRPr>
            </a:lvl4pPr>
            <a:lvl5pPr>
              <a:defRPr sz="4161">
                <a:solidFill>
                  <a:schemeClr val="bg2"/>
                </a:solidFill>
              </a:defRPr>
            </a:lvl5pPr>
          </a:lstStyle>
          <a:p>
            <a:pPr lvl="0"/>
            <a:r>
              <a:rPr lang="en-US" noProof="0"/>
              <a:t>Click to edit Master text styles</a:t>
            </a:r>
          </a:p>
        </p:txBody>
      </p:sp>
      <p:sp>
        <p:nvSpPr>
          <p:cNvPr id="10" name="TextBox 9"/>
          <p:cNvSpPr txBox="1"/>
          <p:nvPr userDrawn="1"/>
        </p:nvSpPr>
        <p:spPr>
          <a:xfrm>
            <a:off x="6986026" y="7142694"/>
            <a:ext cx="5399606" cy="277640"/>
          </a:xfrm>
          <a:prstGeom prst="rect">
            <a:avLst/>
          </a:prstGeom>
          <a:noFill/>
        </p:spPr>
        <p:txBody>
          <a:bodyPr wrap="square" lIns="0" tIns="0" rIns="0" bIns="0" rtlCol="0">
            <a:spAutoFit/>
          </a:bodyPr>
          <a:lstStyle/>
          <a:p>
            <a:pPr algn="r">
              <a:buSzPct val="100000"/>
              <a:buFont typeface="Arial"/>
              <a:buNone/>
            </a:pPr>
            <a:r>
              <a:rPr lang="en-US" sz="902" dirty="0">
                <a:solidFill>
                  <a:prstClr val="white"/>
                </a:solidFill>
              </a:rPr>
              <a:t>Presentation title</a:t>
            </a:r>
            <a:br>
              <a:rPr lang="en-US" sz="902" dirty="0">
                <a:solidFill>
                  <a:prstClr val="white"/>
                </a:solidFill>
              </a:rPr>
            </a:br>
            <a:r>
              <a:rPr lang="en-US" sz="902" dirty="0">
                <a:solidFill>
                  <a:prstClr val="white"/>
                </a:solidFill>
              </a:rPr>
              <a:t>[To edit, click View &gt; Slide Master &gt; Slide Master]</a:t>
            </a:r>
          </a:p>
        </p:txBody>
      </p:sp>
      <p:sp>
        <p:nvSpPr>
          <p:cNvPr id="11" name="TextBox 10"/>
          <p:cNvSpPr txBox="1"/>
          <p:nvPr userDrawn="1"/>
        </p:nvSpPr>
        <p:spPr>
          <a:xfrm>
            <a:off x="553188" y="7142695"/>
            <a:ext cx="5905327" cy="138821"/>
          </a:xfrm>
          <a:prstGeom prst="rect">
            <a:avLst/>
          </a:prstGeom>
          <a:noFill/>
        </p:spPr>
        <p:txBody>
          <a:bodyPr wrap="square" lIns="0" tIns="0" rIns="0" bIns="0" rtlCol="0">
            <a:spAutoFit/>
          </a:bodyPr>
          <a:lstStyle/>
          <a:p>
            <a:pPr>
              <a:spcBef>
                <a:spcPts val="833"/>
              </a:spcBef>
              <a:buSzPct val="100000"/>
              <a:buFont typeface="Arial"/>
              <a:buNone/>
            </a:pPr>
            <a:r>
              <a:rPr lang="fr-FR" sz="902" dirty="0">
                <a:solidFill>
                  <a:prstClr val="white"/>
                </a:solidFill>
              </a:rPr>
              <a:t>© 2024 Deloitte Touche Tohmatsu India LLP</a:t>
            </a:r>
          </a:p>
        </p:txBody>
      </p:sp>
      <p:sp>
        <p:nvSpPr>
          <p:cNvPr id="12" name="TextBox 11"/>
          <p:cNvSpPr txBox="1"/>
          <p:nvPr userDrawn="1"/>
        </p:nvSpPr>
        <p:spPr>
          <a:xfrm>
            <a:off x="12551739" y="7142695"/>
            <a:ext cx="339614" cy="138821"/>
          </a:xfrm>
          <a:prstGeom prst="rect">
            <a:avLst/>
          </a:prstGeom>
          <a:noFill/>
        </p:spPr>
        <p:txBody>
          <a:bodyPr wrap="square" lIns="0" tIns="0" rIns="0" bIns="0" rtlCol="0">
            <a:spAutoFit/>
          </a:bodyPr>
          <a:lstStyle/>
          <a:p>
            <a:pPr algn="r">
              <a:spcBef>
                <a:spcPts val="833"/>
              </a:spcBef>
              <a:buSzPct val="100000"/>
              <a:buFont typeface="Arial"/>
              <a:buNone/>
            </a:pPr>
            <a:fld id="{C58DF478-B544-4ED8-9ED4-6A2648E2D233}" type="slidenum">
              <a:rPr lang="en-US" sz="902" smtClean="0">
                <a:solidFill>
                  <a:prstClr val="white"/>
                </a:solidFill>
              </a:rPr>
              <a:pPr algn="r">
                <a:spcBef>
                  <a:spcPts val="833"/>
                </a:spcBef>
                <a:buSzPct val="100000"/>
                <a:buFont typeface="Arial"/>
                <a:buNone/>
              </a:pPr>
              <a:t>‹#›</a:t>
            </a:fld>
            <a:endParaRPr lang="en-US" sz="902" dirty="0">
              <a:solidFill>
                <a:prstClr val="white"/>
              </a:solidFill>
            </a:endParaRPr>
          </a:p>
        </p:txBody>
      </p:sp>
    </p:spTree>
    <p:extLst>
      <p:ext uri="{BB962C8B-B14F-4D97-AF65-F5344CB8AC3E}">
        <p14:creationId xmlns:p14="http://schemas.microsoft.com/office/powerpoint/2010/main" val="3950576278"/>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Key statement teal">
    <p:bg>
      <p:bgPr>
        <a:solidFill>
          <a:schemeClr val="accent5"/>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53188" y="1796179"/>
            <a:ext cx="10230453" cy="5241475"/>
          </a:xfrm>
          <a:prstGeom prst="rect">
            <a:avLst/>
          </a:prstGeom>
        </p:spPr>
        <p:txBody>
          <a:bodyPr>
            <a:noAutofit/>
          </a:bodyPr>
          <a:lstStyle>
            <a:lvl1pPr>
              <a:spcBef>
                <a:spcPts val="4993"/>
              </a:spcBef>
              <a:defRPr sz="3773">
                <a:solidFill>
                  <a:schemeClr val="bg1"/>
                </a:solidFill>
              </a:defRPr>
            </a:lvl1pPr>
            <a:lvl2pPr marL="634183" indent="-634183">
              <a:defRPr sz="4161">
                <a:solidFill>
                  <a:schemeClr val="bg2"/>
                </a:solidFill>
              </a:defRPr>
            </a:lvl2pPr>
            <a:lvl3pPr>
              <a:defRPr sz="4161">
                <a:solidFill>
                  <a:schemeClr val="bg2"/>
                </a:solidFill>
              </a:defRPr>
            </a:lvl3pPr>
            <a:lvl4pPr>
              <a:defRPr sz="4161">
                <a:solidFill>
                  <a:schemeClr val="bg2"/>
                </a:solidFill>
              </a:defRPr>
            </a:lvl4pPr>
            <a:lvl5pPr>
              <a:defRPr sz="4161">
                <a:solidFill>
                  <a:schemeClr val="bg2"/>
                </a:solidFill>
              </a:defRPr>
            </a:lvl5pPr>
          </a:lstStyle>
          <a:p>
            <a:pPr lvl="0"/>
            <a:r>
              <a:rPr lang="en-US" noProof="0"/>
              <a:t>Click to edit Master text styles</a:t>
            </a:r>
          </a:p>
        </p:txBody>
      </p:sp>
      <p:sp>
        <p:nvSpPr>
          <p:cNvPr id="10" name="TextBox 9"/>
          <p:cNvSpPr txBox="1"/>
          <p:nvPr userDrawn="1"/>
        </p:nvSpPr>
        <p:spPr>
          <a:xfrm>
            <a:off x="6986026" y="7142694"/>
            <a:ext cx="5399606" cy="277640"/>
          </a:xfrm>
          <a:prstGeom prst="rect">
            <a:avLst/>
          </a:prstGeom>
          <a:noFill/>
        </p:spPr>
        <p:txBody>
          <a:bodyPr wrap="square" lIns="0" tIns="0" rIns="0" bIns="0" rtlCol="0">
            <a:spAutoFit/>
          </a:bodyPr>
          <a:lstStyle/>
          <a:p>
            <a:pPr algn="r">
              <a:buSzPct val="100000"/>
              <a:buFont typeface="Arial"/>
              <a:buNone/>
            </a:pPr>
            <a:r>
              <a:rPr lang="en-US" sz="902" dirty="0">
                <a:solidFill>
                  <a:prstClr val="white"/>
                </a:solidFill>
              </a:rPr>
              <a:t>Presentation title</a:t>
            </a:r>
            <a:br>
              <a:rPr lang="en-US" sz="902" dirty="0">
                <a:solidFill>
                  <a:prstClr val="white"/>
                </a:solidFill>
              </a:rPr>
            </a:br>
            <a:r>
              <a:rPr lang="en-US" sz="902" dirty="0">
                <a:solidFill>
                  <a:prstClr val="white"/>
                </a:solidFill>
              </a:rPr>
              <a:t>[To edit, click View &gt; Slide Master &gt; Slide Master]</a:t>
            </a:r>
          </a:p>
        </p:txBody>
      </p:sp>
      <p:sp>
        <p:nvSpPr>
          <p:cNvPr id="11" name="TextBox 10"/>
          <p:cNvSpPr txBox="1"/>
          <p:nvPr userDrawn="1"/>
        </p:nvSpPr>
        <p:spPr>
          <a:xfrm>
            <a:off x="553188" y="7142695"/>
            <a:ext cx="5905327" cy="138821"/>
          </a:xfrm>
          <a:prstGeom prst="rect">
            <a:avLst/>
          </a:prstGeom>
          <a:noFill/>
        </p:spPr>
        <p:txBody>
          <a:bodyPr wrap="square" lIns="0" tIns="0" rIns="0" bIns="0" rtlCol="0">
            <a:spAutoFit/>
          </a:bodyPr>
          <a:lstStyle/>
          <a:p>
            <a:pPr>
              <a:spcBef>
                <a:spcPts val="833"/>
              </a:spcBef>
              <a:buSzPct val="100000"/>
              <a:buFont typeface="Arial"/>
              <a:buNone/>
            </a:pPr>
            <a:r>
              <a:rPr lang="fr-FR" sz="902" dirty="0">
                <a:solidFill>
                  <a:prstClr val="white"/>
                </a:solidFill>
              </a:rPr>
              <a:t>© 2024 Deloitte Touche Tohmatsu India LLP</a:t>
            </a:r>
          </a:p>
        </p:txBody>
      </p:sp>
      <p:sp>
        <p:nvSpPr>
          <p:cNvPr id="12" name="TextBox 11"/>
          <p:cNvSpPr txBox="1"/>
          <p:nvPr userDrawn="1"/>
        </p:nvSpPr>
        <p:spPr>
          <a:xfrm>
            <a:off x="12551739" y="7142695"/>
            <a:ext cx="339614" cy="138821"/>
          </a:xfrm>
          <a:prstGeom prst="rect">
            <a:avLst/>
          </a:prstGeom>
          <a:noFill/>
        </p:spPr>
        <p:txBody>
          <a:bodyPr wrap="square" lIns="0" tIns="0" rIns="0" bIns="0" rtlCol="0">
            <a:spAutoFit/>
          </a:bodyPr>
          <a:lstStyle/>
          <a:p>
            <a:pPr algn="r">
              <a:spcBef>
                <a:spcPts val="833"/>
              </a:spcBef>
              <a:buSzPct val="100000"/>
              <a:buFont typeface="Arial"/>
              <a:buNone/>
            </a:pPr>
            <a:fld id="{C58DF478-B544-4ED8-9ED4-6A2648E2D233}" type="slidenum">
              <a:rPr lang="en-US" sz="902" smtClean="0">
                <a:solidFill>
                  <a:prstClr val="white"/>
                </a:solidFill>
              </a:rPr>
              <a:pPr algn="r">
                <a:spcBef>
                  <a:spcPts val="833"/>
                </a:spcBef>
                <a:buSzPct val="100000"/>
                <a:buFont typeface="Arial"/>
                <a:buNone/>
              </a:pPr>
              <a:t>‹#›</a:t>
            </a:fld>
            <a:endParaRPr lang="en-US" sz="902" dirty="0">
              <a:solidFill>
                <a:prstClr val="white"/>
              </a:solidFill>
            </a:endParaRPr>
          </a:p>
        </p:txBody>
      </p:sp>
    </p:spTree>
    <p:extLst>
      <p:ext uri="{BB962C8B-B14F-4D97-AF65-F5344CB8AC3E}">
        <p14:creationId xmlns:p14="http://schemas.microsoft.com/office/powerpoint/2010/main" val="121449923"/>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Key statement black">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53188" y="1796179"/>
            <a:ext cx="10230453" cy="5241475"/>
          </a:xfrm>
          <a:prstGeom prst="rect">
            <a:avLst/>
          </a:prstGeom>
        </p:spPr>
        <p:txBody>
          <a:bodyPr>
            <a:noAutofit/>
          </a:bodyPr>
          <a:lstStyle>
            <a:lvl1pPr>
              <a:spcBef>
                <a:spcPts val="4993"/>
              </a:spcBef>
              <a:defRPr sz="3773">
                <a:solidFill>
                  <a:schemeClr val="bg1"/>
                </a:solidFill>
              </a:defRPr>
            </a:lvl1pPr>
            <a:lvl2pPr marL="634183" indent="-634183">
              <a:defRPr sz="4161">
                <a:solidFill>
                  <a:schemeClr val="bg2"/>
                </a:solidFill>
              </a:defRPr>
            </a:lvl2pPr>
            <a:lvl3pPr>
              <a:defRPr sz="4161">
                <a:solidFill>
                  <a:schemeClr val="bg2"/>
                </a:solidFill>
              </a:defRPr>
            </a:lvl3pPr>
            <a:lvl4pPr>
              <a:defRPr sz="4161">
                <a:solidFill>
                  <a:schemeClr val="bg2"/>
                </a:solidFill>
              </a:defRPr>
            </a:lvl4pPr>
            <a:lvl5pPr>
              <a:defRPr sz="4161">
                <a:solidFill>
                  <a:schemeClr val="bg2"/>
                </a:solidFill>
              </a:defRPr>
            </a:lvl5pPr>
          </a:lstStyle>
          <a:p>
            <a:pPr lvl="0"/>
            <a:r>
              <a:rPr lang="en-US" noProof="0"/>
              <a:t>Click to edit Master text styles</a:t>
            </a:r>
          </a:p>
        </p:txBody>
      </p:sp>
      <p:sp>
        <p:nvSpPr>
          <p:cNvPr id="10" name="TextBox 9"/>
          <p:cNvSpPr txBox="1"/>
          <p:nvPr userDrawn="1"/>
        </p:nvSpPr>
        <p:spPr>
          <a:xfrm>
            <a:off x="6986026" y="7142694"/>
            <a:ext cx="5399606" cy="277640"/>
          </a:xfrm>
          <a:prstGeom prst="rect">
            <a:avLst/>
          </a:prstGeom>
          <a:noFill/>
        </p:spPr>
        <p:txBody>
          <a:bodyPr wrap="square" lIns="0" tIns="0" rIns="0" bIns="0" rtlCol="0">
            <a:spAutoFit/>
          </a:bodyPr>
          <a:lstStyle/>
          <a:p>
            <a:pPr algn="r">
              <a:buSzPct val="100000"/>
              <a:buFont typeface="Arial"/>
              <a:buNone/>
            </a:pPr>
            <a:r>
              <a:rPr lang="en-US" sz="902" dirty="0">
                <a:solidFill>
                  <a:prstClr val="white"/>
                </a:solidFill>
              </a:rPr>
              <a:t>Presentation title</a:t>
            </a:r>
            <a:br>
              <a:rPr lang="en-US" sz="902" dirty="0">
                <a:solidFill>
                  <a:prstClr val="white"/>
                </a:solidFill>
              </a:rPr>
            </a:br>
            <a:r>
              <a:rPr lang="en-US" sz="902" dirty="0">
                <a:solidFill>
                  <a:prstClr val="white"/>
                </a:solidFill>
              </a:rPr>
              <a:t>[To edit, click View &gt; Slide Master &gt; Slide Master]</a:t>
            </a:r>
          </a:p>
        </p:txBody>
      </p:sp>
      <p:sp>
        <p:nvSpPr>
          <p:cNvPr id="11" name="TextBox 10"/>
          <p:cNvSpPr txBox="1"/>
          <p:nvPr userDrawn="1"/>
        </p:nvSpPr>
        <p:spPr>
          <a:xfrm>
            <a:off x="553188" y="7142695"/>
            <a:ext cx="5905327" cy="138821"/>
          </a:xfrm>
          <a:prstGeom prst="rect">
            <a:avLst/>
          </a:prstGeom>
          <a:noFill/>
        </p:spPr>
        <p:txBody>
          <a:bodyPr wrap="square" lIns="0" tIns="0" rIns="0" bIns="0" rtlCol="0">
            <a:spAutoFit/>
          </a:bodyPr>
          <a:lstStyle/>
          <a:p>
            <a:pPr>
              <a:spcBef>
                <a:spcPts val="833"/>
              </a:spcBef>
              <a:buSzPct val="100000"/>
              <a:buFont typeface="Arial"/>
              <a:buNone/>
            </a:pPr>
            <a:r>
              <a:rPr lang="fr-FR" sz="902" dirty="0">
                <a:solidFill>
                  <a:prstClr val="white"/>
                </a:solidFill>
              </a:rPr>
              <a:t>© 2024 Deloitte Touche Tohmatsu India LLP</a:t>
            </a:r>
          </a:p>
        </p:txBody>
      </p:sp>
      <p:sp>
        <p:nvSpPr>
          <p:cNvPr id="12" name="TextBox 11"/>
          <p:cNvSpPr txBox="1"/>
          <p:nvPr userDrawn="1"/>
        </p:nvSpPr>
        <p:spPr>
          <a:xfrm>
            <a:off x="12551739" y="7142695"/>
            <a:ext cx="339614" cy="138821"/>
          </a:xfrm>
          <a:prstGeom prst="rect">
            <a:avLst/>
          </a:prstGeom>
          <a:noFill/>
        </p:spPr>
        <p:txBody>
          <a:bodyPr wrap="square" lIns="0" tIns="0" rIns="0" bIns="0" rtlCol="0">
            <a:spAutoFit/>
          </a:bodyPr>
          <a:lstStyle/>
          <a:p>
            <a:pPr algn="r">
              <a:spcBef>
                <a:spcPts val="833"/>
              </a:spcBef>
              <a:buSzPct val="100000"/>
              <a:buFont typeface="Arial"/>
              <a:buNone/>
            </a:pPr>
            <a:fld id="{C58DF478-B544-4ED8-9ED4-6A2648E2D233}" type="slidenum">
              <a:rPr lang="en-US" sz="902" smtClean="0">
                <a:solidFill>
                  <a:prstClr val="white"/>
                </a:solidFill>
              </a:rPr>
              <a:pPr algn="r">
                <a:spcBef>
                  <a:spcPts val="833"/>
                </a:spcBef>
                <a:buSzPct val="100000"/>
                <a:buFont typeface="Arial"/>
                <a:buNone/>
              </a:pPr>
              <a:t>‹#›</a:t>
            </a:fld>
            <a:endParaRPr lang="en-US" sz="902" dirty="0">
              <a:solidFill>
                <a:prstClr val="white"/>
              </a:solidFill>
            </a:endParaRPr>
          </a:p>
        </p:txBody>
      </p:sp>
    </p:spTree>
    <p:extLst>
      <p:ext uri="{BB962C8B-B14F-4D97-AF65-F5344CB8AC3E}">
        <p14:creationId xmlns:p14="http://schemas.microsoft.com/office/powerpoint/2010/main" val="276677950"/>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Key statement white">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53188" y="1796179"/>
            <a:ext cx="10230453" cy="5241475"/>
          </a:xfrm>
          <a:prstGeom prst="rect">
            <a:avLst/>
          </a:prstGeom>
        </p:spPr>
        <p:txBody>
          <a:bodyPr>
            <a:noAutofit/>
          </a:bodyPr>
          <a:lstStyle>
            <a:lvl1pPr>
              <a:spcBef>
                <a:spcPts val="4993"/>
              </a:spcBef>
              <a:defRPr sz="3773">
                <a:solidFill>
                  <a:schemeClr val="tx1"/>
                </a:solidFill>
              </a:defRPr>
            </a:lvl1pPr>
            <a:lvl2pPr marL="634183" indent="-634183">
              <a:defRPr sz="4161">
                <a:solidFill>
                  <a:schemeClr val="bg2"/>
                </a:solidFill>
              </a:defRPr>
            </a:lvl2pPr>
            <a:lvl3pPr>
              <a:defRPr sz="4161">
                <a:solidFill>
                  <a:schemeClr val="bg2"/>
                </a:solidFill>
              </a:defRPr>
            </a:lvl3pPr>
            <a:lvl4pPr>
              <a:defRPr sz="4161">
                <a:solidFill>
                  <a:schemeClr val="bg2"/>
                </a:solidFill>
              </a:defRPr>
            </a:lvl4pPr>
            <a:lvl5pPr>
              <a:defRPr sz="4161">
                <a:solidFill>
                  <a:schemeClr val="bg2"/>
                </a:solidFill>
              </a:defRPr>
            </a:lvl5pPr>
          </a:lstStyle>
          <a:p>
            <a:pPr lvl="0"/>
            <a:r>
              <a:rPr lang="en-US" noProof="0"/>
              <a:t>Click to edit Master text styles</a:t>
            </a:r>
          </a:p>
        </p:txBody>
      </p:sp>
    </p:spTree>
    <p:extLst>
      <p:ext uri="{BB962C8B-B14F-4D97-AF65-F5344CB8AC3E}">
        <p14:creationId xmlns:p14="http://schemas.microsoft.com/office/powerpoint/2010/main" val="3390350289"/>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553188" y="1836446"/>
            <a:ext cx="10230453" cy="5201211"/>
          </a:xfrm>
          <a:prstGeom prst="rect">
            <a:avLst/>
          </a:prstGeom>
        </p:spPr>
        <p:txBody>
          <a:bodyPr/>
          <a:lstStyle>
            <a:lvl1pPr>
              <a:tabLst>
                <a:tab pos="9334382" algn="r"/>
              </a:tabLst>
              <a:defRPr/>
            </a:lvl1pPr>
            <a:lvl2pPr>
              <a:tabLst>
                <a:tab pos="9334382" algn="r"/>
              </a:tabLst>
              <a:defRPr/>
            </a:lvl2pPr>
            <a:lvl3pPr>
              <a:tabLst>
                <a:tab pos="9334382" algn="r"/>
              </a:tabLst>
              <a:defRPr/>
            </a:lvl3pPr>
            <a:lvl4pPr>
              <a:tabLst>
                <a:tab pos="9334382" algn="r"/>
              </a:tabLst>
              <a:defRPr/>
            </a:lvl4pPr>
            <a:lvl5pPr>
              <a:tabLst>
                <a:tab pos="6976013" algn="r"/>
              </a:tabLst>
              <a:defRPr baseline="0"/>
            </a:lvl5pPr>
            <a:lvl6pPr>
              <a:tabLst>
                <a:tab pos="9334382" algn="r"/>
              </a:tabLst>
              <a:defRPr/>
            </a:lvl6pPr>
            <a:lvl7pPr>
              <a:tabLst>
                <a:tab pos="9334382" algn="r"/>
              </a:tabLst>
              <a:defRPr/>
            </a:lvl7pPr>
            <a:lvl8pPr>
              <a:tabLst>
                <a:tab pos="9334382" algn="r"/>
              </a:tabLst>
              <a:defRPr/>
            </a:lvl8pPr>
            <a:lvl9pPr>
              <a:tabLst>
                <a:tab pos="9334382" algn="r"/>
              </a:tabLs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Placeholder 1"/>
          <p:cNvSpPr>
            <a:spLocks noGrp="1"/>
          </p:cNvSpPr>
          <p:nvPr>
            <p:ph type="title" hasCustomPrompt="1"/>
          </p:nvPr>
        </p:nvSpPr>
        <p:spPr>
          <a:xfrm>
            <a:off x="553189" y="350135"/>
            <a:ext cx="12328826" cy="770291"/>
          </a:xfrm>
          <a:prstGeom prst="rect">
            <a:avLst/>
          </a:prstGeom>
        </p:spPr>
        <p:txBody>
          <a:bodyPr vert="horz" lIns="0" tIns="0" rIns="0" bIns="0" rtlCol="0" anchor="t" anchorCtr="0">
            <a:noAutofit/>
          </a:bodyPr>
          <a:lstStyle>
            <a:lvl1pPr>
              <a:defRPr/>
            </a:lvl1pPr>
          </a:lstStyle>
          <a:p>
            <a:r>
              <a:rPr lang="en-US" dirty="0"/>
              <a:t>Click to add title</a:t>
            </a:r>
          </a:p>
        </p:txBody>
      </p:sp>
    </p:spTree>
    <p:extLst>
      <p:ext uri="{BB962C8B-B14F-4D97-AF65-F5344CB8AC3E}">
        <p14:creationId xmlns:p14="http://schemas.microsoft.com/office/powerpoint/2010/main" val="2010194217"/>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53188" y="350133"/>
            <a:ext cx="12338164" cy="77029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5" name="Picture Placeholder 9"/>
          <p:cNvSpPr>
            <a:spLocks noGrp="1"/>
          </p:cNvSpPr>
          <p:nvPr>
            <p:ph type="pic" sz="quarter" idx="15"/>
          </p:nvPr>
        </p:nvSpPr>
        <p:spPr>
          <a:xfrm>
            <a:off x="6010291" y="1876711"/>
            <a:ext cx="6881063" cy="5160945"/>
          </a:xfrm>
        </p:spPr>
        <p:txBody>
          <a:bodyPr/>
          <a:lstStyle/>
          <a:p>
            <a:r>
              <a:rPr lang="en-US" noProof="0"/>
              <a:t>Click icon to add picture</a:t>
            </a:r>
            <a:endParaRPr lang="en-US" noProof="0" dirty="0"/>
          </a:p>
        </p:txBody>
      </p:sp>
      <p:sp>
        <p:nvSpPr>
          <p:cNvPr id="6" name="Content Placeholder 3"/>
          <p:cNvSpPr>
            <a:spLocks noGrp="1"/>
          </p:cNvSpPr>
          <p:nvPr>
            <p:ph sz="quarter" idx="10"/>
          </p:nvPr>
        </p:nvSpPr>
        <p:spPr>
          <a:xfrm>
            <a:off x="553190" y="1836446"/>
            <a:ext cx="4914258" cy="5201211"/>
          </a:xfrm>
          <a:prstGeom prst="rect">
            <a:avLst/>
          </a:prstGeom>
        </p:spPr>
        <p:txBody>
          <a:bodyPr/>
          <a:lstStyle>
            <a:lvl1pPr>
              <a:tabLst>
                <a:tab pos="6976013" algn="r"/>
              </a:tabLst>
              <a:defRPr/>
            </a:lvl1pPr>
            <a:lvl2pPr>
              <a:tabLst>
                <a:tab pos="6976013" algn="r"/>
              </a:tabLst>
              <a:defRPr/>
            </a:lvl2pPr>
            <a:lvl3pPr>
              <a:tabLst>
                <a:tab pos="6976013" algn="r"/>
              </a:tabLst>
              <a:defRPr/>
            </a:lvl3pPr>
            <a:lvl4pPr>
              <a:tabLst>
                <a:tab pos="6976013" algn="r"/>
              </a:tabLst>
              <a:defRPr/>
            </a:lvl4pPr>
            <a:lvl5pPr>
              <a:tabLst>
                <a:tab pos="6976013"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698160142"/>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553188" y="350133"/>
            <a:ext cx="12338164" cy="770290"/>
          </a:xfrm>
        </p:spPr>
        <p:txBody>
          <a:bodyPr/>
          <a:lstStyle/>
          <a:p>
            <a:r>
              <a:rPr lang="en-US" noProof="0"/>
              <a:t>Click to edit Master title style</a:t>
            </a:r>
            <a:endParaRPr lang="en-US" noProof="0" dirty="0"/>
          </a:p>
        </p:txBody>
      </p:sp>
      <p:sp>
        <p:nvSpPr>
          <p:cNvPr id="14" name="Text Placeholder 18"/>
          <p:cNvSpPr>
            <a:spLocks noGrp="1"/>
          </p:cNvSpPr>
          <p:nvPr>
            <p:ph idx="1"/>
          </p:nvPr>
        </p:nvSpPr>
        <p:spPr>
          <a:xfrm>
            <a:off x="553190" y="1836446"/>
            <a:ext cx="12312488" cy="520121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174461303"/>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53189" y="718571"/>
            <a:ext cx="12309107" cy="835084"/>
          </a:xfrm>
          <a:prstGeom prst="rect">
            <a:avLst/>
          </a:prstGeom>
        </p:spPr>
        <p:txBody>
          <a:bodyPr lIns="0" tIns="0" rIns="0" bIns="0">
            <a:noAutofit/>
          </a:bodyPr>
          <a:lstStyle>
            <a:lvl1pPr marL="0" indent="0">
              <a:buNone/>
              <a:defRPr sz="2516"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553189" y="350134"/>
            <a:ext cx="12309107" cy="368439"/>
          </a:xfrm>
          <a:prstGeom prst="rect">
            <a:avLst/>
          </a:prstGeom>
        </p:spPr>
        <p:txBody>
          <a:bodyPr vert="horz" lIns="0" tIns="0" rIns="0" bIns="0" rtlCol="0" anchor="t" anchorCtr="0">
            <a:noAutofit/>
          </a:bodyPr>
          <a:lstStyle>
            <a:lvl1pPr>
              <a:defRPr/>
            </a:lvl1pPr>
          </a:lstStyle>
          <a:p>
            <a:r>
              <a:rPr lang="en-US" noProof="0"/>
              <a:t>Click to edit Master title style</a:t>
            </a:r>
            <a:endParaRPr lang="en-US" noProof="0" dirty="0"/>
          </a:p>
        </p:txBody>
      </p:sp>
      <p:sp>
        <p:nvSpPr>
          <p:cNvPr id="8" name="Text Placeholder 18"/>
          <p:cNvSpPr>
            <a:spLocks noGrp="1"/>
          </p:cNvSpPr>
          <p:nvPr>
            <p:ph idx="1"/>
          </p:nvPr>
        </p:nvSpPr>
        <p:spPr>
          <a:xfrm>
            <a:off x="549806" y="1261256"/>
            <a:ext cx="12312488" cy="5198396"/>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751361209"/>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ubtitle &amp; 1 column - larg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53189" y="718571"/>
            <a:ext cx="12309107" cy="835084"/>
          </a:xfrm>
          <a:prstGeom prst="rect">
            <a:avLst/>
          </a:prstGeom>
        </p:spPr>
        <p:txBody>
          <a:bodyPr lIns="0" tIns="0" rIns="0" bIns="0">
            <a:noAutofit/>
          </a:bodyPr>
          <a:lstStyle>
            <a:lvl1pPr marL="0" indent="0">
              <a:buNone/>
              <a:defRPr sz="2516"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553189" y="350134"/>
            <a:ext cx="12309107" cy="368439"/>
          </a:xfrm>
          <a:prstGeom prst="rect">
            <a:avLst/>
          </a:prstGeom>
        </p:spPr>
        <p:txBody>
          <a:bodyPr vert="horz" lIns="0" tIns="0" rIns="0" bIns="0" rtlCol="0" anchor="t" anchorCtr="0">
            <a:noAutofit/>
          </a:bodyPr>
          <a:lstStyle>
            <a:lvl1pPr>
              <a:defRPr/>
            </a:lvl1pPr>
          </a:lstStyle>
          <a:p>
            <a:r>
              <a:rPr lang="en-US" noProof="0"/>
              <a:t>Click to edit Master title style</a:t>
            </a:r>
            <a:endParaRPr lang="en-US" noProof="0" dirty="0"/>
          </a:p>
        </p:txBody>
      </p:sp>
      <p:sp>
        <p:nvSpPr>
          <p:cNvPr id="8" name="Text Placeholder 18"/>
          <p:cNvSpPr>
            <a:spLocks noGrp="1"/>
          </p:cNvSpPr>
          <p:nvPr>
            <p:ph idx="1"/>
          </p:nvPr>
        </p:nvSpPr>
        <p:spPr>
          <a:xfrm>
            <a:off x="553190" y="1874957"/>
            <a:ext cx="12312488" cy="5159882"/>
          </a:xfrm>
          <a:prstGeom prst="rect">
            <a:avLst/>
          </a:prstGeom>
        </p:spPr>
        <p:txBody>
          <a:bodyPr vert="horz" lIns="0" tIns="0" rIns="0" bIns="0" rtlCol="0">
            <a:noAutofit/>
          </a:bodyPr>
          <a:lstStyle>
            <a:lvl1pPr>
              <a:defRPr sz="2219"/>
            </a:lvl1pPr>
            <a:lvl2pPr>
              <a:defRPr sz="2219"/>
            </a:lvl2pPr>
            <a:lvl3pPr>
              <a:defRPr sz="2219"/>
            </a:lvl3pPr>
            <a:lvl4pPr>
              <a:defRPr sz="2219"/>
            </a:lvl4pPr>
            <a:lvl5pPr>
              <a:defRPr sz="2219"/>
            </a:lvl5pPr>
            <a:lvl6pPr>
              <a:defRPr sz="2219"/>
            </a:lvl6pPr>
            <a:lvl7pPr>
              <a:defRPr sz="2219"/>
            </a:lvl7pPr>
            <a:lvl8pPr>
              <a:defRPr sz="2219"/>
            </a:lvl8pPr>
            <a:lvl9pPr>
              <a:defRPr sz="2219"/>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4164883271"/>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53187" y="718571"/>
            <a:ext cx="12338164" cy="835084"/>
          </a:xfrm>
          <a:prstGeom prst="rect">
            <a:avLst/>
          </a:prstGeom>
        </p:spPr>
        <p:txBody>
          <a:bodyPr lIns="0" tIns="0" rIns="0" bIns="0">
            <a:noAutofit/>
          </a:bodyPr>
          <a:lstStyle>
            <a:lvl1pPr marL="0" indent="0">
              <a:buNone/>
              <a:defRPr sz="2516" b="0">
                <a:solidFill>
                  <a:srgbClr val="575757"/>
                </a:solidFill>
              </a:defRPr>
            </a:lvl1pPr>
          </a:lstStyle>
          <a:p>
            <a:pPr lvl="0"/>
            <a:r>
              <a:rPr lang="en-US" noProof="0" dirty="0"/>
              <a:t>Click to add subtitle</a:t>
            </a:r>
          </a:p>
        </p:txBody>
      </p:sp>
      <p:sp>
        <p:nvSpPr>
          <p:cNvPr id="16" name="Title Placeholder 1"/>
          <p:cNvSpPr>
            <a:spLocks noGrp="1"/>
          </p:cNvSpPr>
          <p:nvPr>
            <p:ph type="title" hasCustomPrompt="1"/>
          </p:nvPr>
        </p:nvSpPr>
        <p:spPr>
          <a:xfrm>
            <a:off x="553187" y="350134"/>
            <a:ext cx="12338164" cy="368439"/>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7" name="Chart Placeholder 3"/>
          <p:cNvSpPr>
            <a:spLocks noGrp="1"/>
          </p:cNvSpPr>
          <p:nvPr>
            <p:ph type="chart" sz="quarter" idx="15"/>
          </p:nvPr>
        </p:nvSpPr>
        <p:spPr>
          <a:xfrm>
            <a:off x="553191" y="2262903"/>
            <a:ext cx="12338163" cy="4487217"/>
          </a:xfrm>
          <a:prstGeom prst="rect">
            <a:avLst/>
          </a:prstGeom>
        </p:spPr>
        <p:txBody>
          <a:bodyPr/>
          <a:lstStyle/>
          <a:p>
            <a:r>
              <a:rPr lang="en-US" noProof="0"/>
              <a:t>Click icon to add chart</a:t>
            </a:r>
            <a:endParaRPr lang="en-US" noProof="0" dirty="0"/>
          </a:p>
        </p:txBody>
      </p:sp>
      <p:sp>
        <p:nvSpPr>
          <p:cNvPr id="18" name="Text Placeholder 8"/>
          <p:cNvSpPr>
            <a:spLocks noGrp="1"/>
          </p:cNvSpPr>
          <p:nvPr>
            <p:ph type="body" sz="quarter" idx="18"/>
          </p:nvPr>
        </p:nvSpPr>
        <p:spPr>
          <a:xfrm>
            <a:off x="553191" y="1836444"/>
            <a:ext cx="12338163" cy="432412"/>
          </a:xfrm>
        </p:spPr>
        <p:txBody>
          <a:bodyPr/>
          <a:lstStyle/>
          <a:p>
            <a:pPr lvl="0"/>
            <a:r>
              <a:rPr lang="en-US" noProof="0"/>
              <a:t>Click to edit Master text styles</a:t>
            </a:r>
          </a:p>
        </p:txBody>
      </p:sp>
      <p:sp>
        <p:nvSpPr>
          <p:cNvPr id="19" name="Text Placeholder 7"/>
          <p:cNvSpPr>
            <a:spLocks noGrp="1"/>
          </p:cNvSpPr>
          <p:nvPr>
            <p:ph type="body" sz="quarter" idx="23"/>
          </p:nvPr>
        </p:nvSpPr>
        <p:spPr>
          <a:xfrm>
            <a:off x="553188" y="6750121"/>
            <a:ext cx="12338164" cy="287535"/>
          </a:xfrm>
        </p:spPr>
        <p:txBody>
          <a:bodyPr>
            <a:noAutofit/>
          </a:bodyPr>
          <a:lstStyle>
            <a:lvl1pPr>
              <a:spcAft>
                <a:spcPts val="0"/>
              </a:spcAft>
              <a:defRPr sz="1258"/>
            </a:lvl1pPr>
          </a:lstStyle>
          <a:p>
            <a:pPr lvl="0"/>
            <a:r>
              <a:rPr lang="en-US" noProof="0"/>
              <a:t>Click to edit Master text styles</a:t>
            </a:r>
          </a:p>
        </p:txBody>
      </p:sp>
    </p:spTree>
    <p:extLst>
      <p:ext uri="{BB962C8B-B14F-4D97-AF65-F5344CB8AC3E}">
        <p14:creationId xmlns:p14="http://schemas.microsoft.com/office/powerpoint/2010/main" val="2956626156"/>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53188" y="718571"/>
            <a:ext cx="12338164" cy="835084"/>
          </a:xfrm>
          <a:prstGeom prst="rect">
            <a:avLst/>
          </a:prstGeom>
        </p:spPr>
        <p:txBody>
          <a:bodyPr lIns="0" tIns="0" rIns="0" bIns="0">
            <a:noAutofit/>
          </a:bodyPr>
          <a:lstStyle>
            <a:lvl1pPr marL="0" indent="0">
              <a:buNone/>
              <a:defRPr sz="2516" b="0">
                <a:solidFill>
                  <a:srgbClr val="575757"/>
                </a:solidFill>
              </a:defRPr>
            </a:lvl1pPr>
          </a:lstStyle>
          <a:p>
            <a:pPr lvl="0"/>
            <a:r>
              <a:rPr lang="en-US" noProof="0" dirty="0"/>
              <a:t>Click to add subtitle</a:t>
            </a:r>
          </a:p>
        </p:txBody>
      </p:sp>
      <p:sp>
        <p:nvSpPr>
          <p:cNvPr id="16" name="Title Placeholder 1"/>
          <p:cNvSpPr>
            <a:spLocks noGrp="1"/>
          </p:cNvSpPr>
          <p:nvPr>
            <p:ph type="title" hasCustomPrompt="1"/>
          </p:nvPr>
        </p:nvSpPr>
        <p:spPr>
          <a:xfrm>
            <a:off x="553187" y="350134"/>
            <a:ext cx="12338164" cy="368439"/>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7" name="Chart Placeholder 3"/>
          <p:cNvSpPr>
            <a:spLocks noGrp="1"/>
          </p:cNvSpPr>
          <p:nvPr>
            <p:ph type="chart" sz="quarter" idx="15"/>
          </p:nvPr>
        </p:nvSpPr>
        <p:spPr>
          <a:xfrm>
            <a:off x="555778" y="2262899"/>
            <a:ext cx="3914210" cy="4487218"/>
          </a:xfrm>
          <a:prstGeom prst="rect">
            <a:avLst/>
          </a:prstGeom>
        </p:spPr>
        <p:txBody>
          <a:bodyPr/>
          <a:lstStyle/>
          <a:p>
            <a:r>
              <a:rPr lang="en-US" noProof="0"/>
              <a:t>Click icon to add chart</a:t>
            </a:r>
            <a:endParaRPr lang="en-US" noProof="0" dirty="0"/>
          </a:p>
        </p:txBody>
      </p:sp>
      <p:sp>
        <p:nvSpPr>
          <p:cNvPr id="18" name="Text Placeholder 8"/>
          <p:cNvSpPr>
            <a:spLocks noGrp="1"/>
          </p:cNvSpPr>
          <p:nvPr>
            <p:ph type="body" sz="quarter" idx="18"/>
          </p:nvPr>
        </p:nvSpPr>
        <p:spPr>
          <a:xfrm>
            <a:off x="553189" y="1836444"/>
            <a:ext cx="3928327" cy="432412"/>
          </a:xfrm>
        </p:spPr>
        <p:txBody>
          <a:bodyPr/>
          <a:lstStyle/>
          <a:p>
            <a:pPr lvl="0"/>
            <a:r>
              <a:rPr lang="en-US" noProof="0"/>
              <a:t>Click to edit Master text styles</a:t>
            </a:r>
          </a:p>
        </p:txBody>
      </p:sp>
      <p:sp>
        <p:nvSpPr>
          <p:cNvPr id="7" name="Chart Placeholder 3"/>
          <p:cNvSpPr>
            <a:spLocks noGrp="1"/>
          </p:cNvSpPr>
          <p:nvPr>
            <p:ph type="chart" sz="quarter" idx="19"/>
          </p:nvPr>
        </p:nvSpPr>
        <p:spPr>
          <a:xfrm>
            <a:off x="4745271" y="2262899"/>
            <a:ext cx="3927517" cy="4487218"/>
          </a:xfrm>
          <a:prstGeom prst="rect">
            <a:avLst/>
          </a:prstGeom>
        </p:spPr>
        <p:txBody>
          <a:bodyPr/>
          <a:lstStyle/>
          <a:p>
            <a:r>
              <a:rPr lang="en-US" noProof="0"/>
              <a:t>Click icon to add chart</a:t>
            </a:r>
            <a:endParaRPr lang="en-US" noProof="0" dirty="0"/>
          </a:p>
        </p:txBody>
      </p:sp>
      <p:sp>
        <p:nvSpPr>
          <p:cNvPr id="8" name="Text Placeholder 8"/>
          <p:cNvSpPr>
            <a:spLocks noGrp="1"/>
          </p:cNvSpPr>
          <p:nvPr>
            <p:ph type="body" sz="quarter" idx="20"/>
          </p:nvPr>
        </p:nvSpPr>
        <p:spPr>
          <a:xfrm>
            <a:off x="4745270" y="1836444"/>
            <a:ext cx="3927515" cy="432412"/>
          </a:xfrm>
        </p:spPr>
        <p:txBody>
          <a:bodyPr/>
          <a:lstStyle/>
          <a:p>
            <a:pPr lvl="0"/>
            <a:r>
              <a:rPr lang="en-US" noProof="0"/>
              <a:t>Click to edit Master text styles</a:t>
            </a:r>
          </a:p>
        </p:txBody>
      </p:sp>
      <p:sp>
        <p:nvSpPr>
          <p:cNvPr id="9" name="Chart Placeholder 3"/>
          <p:cNvSpPr>
            <a:spLocks noGrp="1"/>
          </p:cNvSpPr>
          <p:nvPr>
            <p:ph type="chart" sz="quarter" idx="21"/>
          </p:nvPr>
        </p:nvSpPr>
        <p:spPr>
          <a:xfrm>
            <a:off x="8961257" y="2262899"/>
            <a:ext cx="3930094" cy="4487218"/>
          </a:xfrm>
          <a:prstGeom prst="rect">
            <a:avLst/>
          </a:prstGeom>
        </p:spPr>
        <p:txBody>
          <a:bodyPr/>
          <a:lstStyle/>
          <a:p>
            <a:r>
              <a:rPr lang="en-US" noProof="0"/>
              <a:t>Click icon to add chart</a:t>
            </a:r>
            <a:endParaRPr lang="en-US" noProof="0" dirty="0"/>
          </a:p>
        </p:txBody>
      </p:sp>
      <p:sp>
        <p:nvSpPr>
          <p:cNvPr id="10" name="Text Placeholder 8"/>
          <p:cNvSpPr>
            <a:spLocks noGrp="1"/>
          </p:cNvSpPr>
          <p:nvPr>
            <p:ph type="body" sz="quarter" idx="22"/>
          </p:nvPr>
        </p:nvSpPr>
        <p:spPr>
          <a:xfrm>
            <a:off x="8961259" y="1829668"/>
            <a:ext cx="3930095" cy="439188"/>
          </a:xfrm>
        </p:spPr>
        <p:txBody>
          <a:bodyPr/>
          <a:lstStyle/>
          <a:p>
            <a:pPr lvl="0"/>
            <a:r>
              <a:rPr lang="en-US" noProof="0"/>
              <a:t>Click to edit Master text styles</a:t>
            </a:r>
          </a:p>
        </p:txBody>
      </p:sp>
      <p:sp>
        <p:nvSpPr>
          <p:cNvPr id="12" name="Text Placeholder 7"/>
          <p:cNvSpPr>
            <a:spLocks noGrp="1"/>
          </p:cNvSpPr>
          <p:nvPr>
            <p:ph type="body" sz="quarter" idx="23"/>
          </p:nvPr>
        </p:nvSpPr>
        <p:spPr>
          <a:xfrm>
            <a:off x="553186" y="6750121"/>
            <a:ext cx="12312492" cy="287535"/>
          </a:xfrm>
        </p:spPr>
        <p:txBody>
          <a:bodyPr>
            <a:noAutofit/>
          </a:bodyPr>
          <a:lstStyle>
            <a:lvl1pPr>
              <a:spcAft>
                <a:spcPts val="0"/>
              </a:spcAft>
              <a:defRPr sz="1258"/>
            </a:lvl1pPr>
          </a:lstStyle>
          <a:p>
            <a:pPr lvl="0"/>
            <a:r>
              <a:rPr lang="en-US" noProof="0"/>
              <a:t>Click to edit Master text styles</a:t>
            </a:r>
          </a:p>
        </p:txBody>
      </p:sp>
    </p:spTree>
    <p:extLst>
      <p:ext uri="{BB962C8B-B14F-4D97-AF65-F5344CB8AC3E}">
        <p14:creationId xmlns:p14="http://schemas.microsoft.com/office/powerpoint/2010/main" val="2884292148"/>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sp>
        <p:nvSpPr>
          <p:cNvPr id="14" name="Title Placeholder 1"/>
          <p:cNvSpPr>
            <a:spLocks noGrp="1"/>
          </p:cNvSpPr>
          <p:nvPr>
            <p:ph type="title" hasCustomPrompt="1"/>
          </p:nvPr>
        </p:nvSpPr>
        <p:spPr>
          <a:xfrm>
            <a:off x="553189" y="350134"/>
            <a:ext cx="12353569" cy="368439"/>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9" name="Text Placeholder 8"/>
          <p:cNvSpPr>
            <a:spLocks noGrp="1"/>
          </p:cNvSpPr>
          <p:nvPr>
            <p:ph type="body" sz="quarter" idx="13" hasCustomPrompt="1"/>
          </p:nvPr>
        </p:nvSpPr>
        <p:spPr>
          <a:xfrm>
            <a:off x="553189" y="718571"/>
            <a:ext cx="12353569" cy="835084"/>
          </a:xfrm>
          <a:prstGeom prst="rect">
            <a:avLst/>
          </a:prstGeom>
        </p:spPr>
        <p:txBody>
          <a:bodyPr lIns="0" tIns="0" rIns="0" bIns="0">
            <a:noAutofit/>
          </a:bodyPr>
          <a:lstStyle>
            <a:lvl1pPr marL="0" indent="0">
              <a:buNone/>
              <a:defRPr sz="2516" b="0">
                <a:solidFill>
                  <a:srgbClr val="575757"/>
                </a:solidFill>
              </a:defRPr>
            </a:lvl1pPr>
          </a:lstStyle>
          <a:p>
            <a:pPr lvl="0"/>
            <a:r>
              <a:rPr lang="en-US" noProof="0" dirty="0"/>
              <a:t>Click to add subtitle</a:t>
            </a:r>
          </a:p>
        </p:txBody>
      </p:sp>
      <p:sp>
        <p:nvSpPr>
          <p:cNvPr id="13" name="Content Placeholder 3"/>
          <p:cNvSpPr>
            <a:spLocks noGrp="1"/>
          </p:cNvSpPr>
          <p:nvPr>
            <p:ph sz="quarter" idx="10"/>
          </p:nvPr>
        </p:nvSpPr>
        <p:spPr>
          <a:xfrm>
            <a:off x="553188" y="1836443"/>
            <a:ext cx="5850644" cy="5201208"/>
          </a:xfrm>
          <a:prstGeom prst="rect">
            <a:avLst/>
          </a:prstGeom>
        </p:spPr>
        <p:txBody>
          <a:bodyPr/>
          <a:lstStyle>
            <a:lvl1pPr>
              <a:tabLst>
                <a:tab pos="6976013" algn="r"/>
              </a:tabLst>
              <a:defRPr/>
            </a:lvl1pPr>
            <a:lvl2pPr>
              <a:tabLst>
                <a:tab pos="6976013" algn="r"/>
              </a:tabLst>
              <a:defRPr/>
            </a:lvl2pPr>
            <a:lvl3pPr>
              <a:tabLst>
                <a:tab pos="6976013" algn="r"/>
              </a:tabLst>
              <a:defRPr/>
            </a:lvl3pPr>
            <a:lvl4pPr>
              <a:tabLst>
                <a:tab pos="6976013" algn="r"/>
              </a:tabLst>
              <a:defRPr/>
            </a:lvl4pPr>
            <a:lvl5pPr>
              <a:tabLst>
                <a:tab pos="6976013"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Content Placeholder 3"/>
          <p:cNvSpPr>
            <a:spLocks noGrp="1"/>
          </p:cNvSpPr>
          <p:nvPr>
            <p:ph sz="quarter" idx="20"/>
          </p:nvPr>
        </p:nvSpPr>
        <p:spPr>
          <a:xfrm>
            <a:off x="7037143" y="1836443"/>
            <a:ext cx="5869614" cy="5201208"/>
          </a:xfrm>
          <a:prstGeom prst="rect">
            <a:avLst/>
          </a:prstGeom>
        </p:spPr>
        <p:txBody>
          <a:bodyPr/>
          <a:lstStyle>
            <a:lvl1pPr>
              <a:tabLst>
                <a:tab pos="6976013" algn="r"/>
              </a:tabLst>
              <a:defRPr/>
            </a:lvl1pPr>
            <a:lvl2pPr>
              <a:tabLst>
                <a:tab pos="6976013" algn="r"/>
              </a:tabLst>
              <a:defRPr/>
            </a:lvl2pPr>
            <a:lvl3pPr>
              <a:tabLst>
                <a:tab pos="6976013" algn="r"/>
              </a:tabLst>
              <a:defRPr/>
            </a:lvl3pPr>
            <a:lvl4pPr>
              <a:tabLst>
                <a:tab pos="6976013" algn="r"/>
              </a:tabLst>
              <a:defRPr/>
            </a:lvl4pPr>
            <a:lvl5pPr>
              <a:tabLst>
                <a:tab pos="6976013"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551169370"/>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2 columns - large">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553187" y="718571"/>
            <a:ext cx="12338164" cy="835084"/>
          </a:xfrm>
          <a:prstGeom prst="rect">
            <a:avLst/>
          </a:prstGeom>
        </p:spPr>
        <p:txBody>
          <a:bodyPr lIns="0" tIns="0" rIns="0" bIns="0">
            <a:noAutofit/>
          </a:bodyPr>
          <a:lstStyle>
            <a:lvl1pPr marL="0" indent="0">
              <a:buNone/>
              <a:defRPr sz="2516" b="0">
                <a:solidFill>
                  <a:srgbClr val="575757"/>
                </a:solidFill>
              </a:defRPr>
            </a:lvl1pPr>
          </a:lstStyle>
          <a:p>
            <a:pPr lvl="0"/>
            <a:r>
              <a:rPr lang="en-US" noProof="0" dirty="0"/>
              <a:t>Click to add subtitle</a:t>
            </a:r>
          </a:p>
        </p:txBody>
      </p:sp>
      <p:sp>
        <p:nvSpPr>
          <p:cNvPr id="8" name="Title Placeholder 1"/>
          <p:cNvSpPr>
            <a:spLocks noGrp="1"/>
          </p:cNvSpPr>
          <p:nvPr>
            <p:ph type="title" hasCustomPrompt="1"/>
          </p:nvPr>
        </p:nvSpPr>
        <p:spPr>
          <a:xfrm>
            <a:off x="553187" y="350132"/>
            <a:ext cx="12338164" cy="368438"/>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1" name="Content Placeholder 3"/>
          <p:cNvSpPr>
            <a:spLocks noGrp="1"/>
          </p:cNvSpPr>
          <p:nvPr>
            <p:ph sz="quarter" idx="10"/>
          </p:nvPr>
        </p:nvSpPr>
        <p:spPr>
          <a:xfrm>
            <a:off x="553187" y="1836443"/>
            <a:ext cx="5850646" cy="5201208"/>
          </a:xfrm>
          <a:prstGeom prst="rect">
            <a:avLst/>
          </a:prstGeom>
        </p:spPr>
        <p:txBody>
          <a:bodyPr>
            <a:noAutofit/>
          </a:bodyPr>
          <a:lstStyle>
            <a:lvl1pPr>
              <a:tabLst>
                <a:tab pos="6976013" algn="r"/>
              </a:tabLst>
              <a:defRPr sz="2219"/>
            </a:lvl1pPr>
            <a:lvl2pPr>
              <a:tabLst>
                <a:tab pos="6976013" algn="r"/>
              </a:tabLst>
              <a:defRPr sz="2219"/>
            </a:lvl2pPr>
            <a:lvl3pPr>
              <a:tabLst>
                <a:tab pos="6976013" algn="r"/>
              </a:tabLst>
              <a:defRPr sz="2219"/>
            </a:lvl3pPr>
            <a:lvl4pPr>
              <a:tabLst>
                <a:tab pos="6976013" algn="r"/>
              </a:tabLst>
              <a:defRPr sz="2219"/>
            </a:lvl4pPr>
            <a:lvl5pPr>
              <a:tabLst>
                <a:tab pos="6976013" algn="r"/>
              </a:tabLst>
              <a:defRPr baseline="0"/>
            </a:lvl5pPr>
            <a:lvl6pPr>
              <a:defRPr sz="2219"/>
            </a:lvl6pPr>
            <a:lvl7pPr>
              <a:defRPr sz="2219"/>
            </a:lvl7pPr>
            <a:lvl8pPr>
              <a:defRPr sz="2219"/>
            </a:lvl8pPr>
            <a:lvl9pPr>
              <a:defRPr sz="2219"/>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Content Placeholder 3"/>
          <p:cNvSpPr>
            <a:spLocks noGrp="1"/>
          </p:cNvSpPr>
          <p:nvPr>
            <p:ph sz="quarter" idx="20"/>
          </p:nvPr>
        </p:nvSpPr>
        <p:spPr>
          <a:xfrm>
            <a:off x="7039858" y="1836443"/>
            <a:ext cx="5851495" cy="5201208"/>
          </a:xfrm>
          <a:prstGeom prst="rect">
            <a:avLst/>
          </a:prstGeom>
        </p:spPr>
        <p:txBody>
          <a:bodyPr>
            <a:noAutofit/>
          </a:bodyPr>
          <a:lstStyle>
            <a:lvl1pPr>
              <a:tabLst>
                <a:tab pos="6976013" algn="r"/>
              </a:tabLst>
              <a:defRPr sz="2219"/>
            </a:lvl1pPr>
            <a:lvl2pPr>
              <a:tabLst>
                <a:tab pos="6976013" algn="r"/>
              </a:tabLst>
              <a:defRPr sz="2219"/>
            </a:lvl2pPr>
            <a:lvl3pPr>
              <a:tabLst>
                <a:tab pos="6976013" algn="r"/>
              </a:tabLst>
              <a:defRPr sz="2219"/>
            </a:lvl3pPr>
            <a:lvl4pPr>
              <a:tabLst>
                <a:tab pos="6976013" algn="r"/>
              </a:tabLst>
              <a:defRPr sz="2219"/>
            </a:lvl4pPr>
            <a:lvl5pPr>
              <a:tabLst>
                <a:tab pos="6976013" algn="r"/>
              </a:tabLst>
              <a:defRPr baseline="0"/>
            </a:lvl5pPr>
            <a:lvl6pPr>
              <a:defRPr sz="2219"/>
            </a:lvl6pPr>
            <a:lvl7pPr>
              <a:defRPr sz="2219"/>
            </a:lvl7pPr>
            <a:lvl8pPr>
              <a:defRPr sz="2219"/>
            </a:lvl8pPr>
            <a:lvl9pPr>
              <a:defRPr sz="2219"/>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497548863"/>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553190" y="1836446"/>
            <a:ext cx="5905326" cy="4913675"/>
          </a:xfrm>
          <a:prstGeom prst="rect">
            <a:avLst/>
          </a:prstGeom>
        </p:spPr>
        <p:txBody>
          <a:bodyPr/>
          <a:lstStyle>
            <a:lvl1pPr>
              <a:tabLst>
                <a:tab pos="6976013" algn="r"/>
              </a:tabLst>
              <a:defRPr/>
            </a:lvl1pPr>
            <a:lvl2pPr>
              <a:tabLst>
                <a:tab pos="6976013" algn="r"/>
              </a:tabLst>
              <a:defRPr/>
            </a:lvl2pPr>
            <a:lvl3pPr>
              <a:tabLst>
                <a:tab pos="6976013" algn="r"/>
              </a:tabLst>
              <a:defRPr/>
            </a:lvl3pPr>
            <a:lvl4pPr>
              <a:tabLst>
                <a:tab pos="6976013" algn="r"/>
              </a:tabLst>
              <a:defRPr/>
            </a:lvl4pPr>
            <a:lvl5pPr>
              <a:tabLst>
                <a:tab pos="6976013"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Chart Placeholder 2"/>
          <p:cNvSpPr>
            <a:spLocks noGrp="1"/>
          </p:cNvSpPr>
          <p:nvPr>
            <p:ph type="chart" sz="quarter" idx="21"/>
          </p:nvPr>
        </p:nvSpPr>
        <p:spPr>
          <a:xfrm>
            <a:off x="6992684" y="2343417"/>
            <a:ext cx="5898668" cy="4406700"/>
          </a:xfrm>
        </p:spPr>
        <p:txBody>
          <a:bodyPr/>
          <a:lstStyle/>
          <a:p>
            <a:r>
              <a:rPr lang="en-US" noProof="0"/>
              <a:t>Click icon to add chart</a:t>
            </a:r>
            <a:endParaRPr lang="en-US" noProof="0" dirty="0"/>
          </a:p>
        </p:txBody>
      </p:sp>
      <p:sp>
        <p:nvSpPr>
          <p:cNvPr id="6" name="Text Placeholder 5"/>
          <p:cNvSpPr>
            <a:spLocks noGrp="1"/>
          </p:cNvSpPr>
          <p:nvPr>
            <p:ph type="body" sz="quarter" idx="22"/>
          </p:nvPr>
        </p:nvSpPr>
        <p:spPr>
          <a:xfrm>
            <a:off x="6992684" y="1836443"/>
            <a:ext cx="5898668" cy="463924"/>
          </a:xfrm>
        </p:spPr>
        <p:txBody>
          <a:bodyPr/>
          <a:lstStyle/>
          <a:p>
            <a:pPr lvl="0"/>
            <a:r>
              <a:rPr lang="en-US" noProof="0"/>
              <a:t>Click to edit Master text styles</a:t>
            </a:r>
          </a:p>
        </p:txBody>
      </p:sp>
      <p:sp>
        <p:nvSpPr>
          <p:cNvPr id="11" name="Text Placeholder 8"/>
          <p:cNvSpPr>
            <a:spLocks noGrp="1"/>
          </p:cNvSpPr>
          <p:nvPr>
            <p:ph type="body" sz="quarter" idx="13" hasCustomPrompt="1"/>
          </p:nvPr>
        </p:nvSpPr>
        <p:spPr>
          <a:xfrm>
            <a:off x="553187" y="718571"/>
            <a:ext cx="12338164" cy="835084"/>
          </a:xfrm>
          <a:prstGeom prst="rect">
            <a:avLst/>
          </a:prstGeom>
        </p:spPr>
        <p:txBody>
          <a:bodyPr lIns="0" tIns="0" rIns="0" bIns="0">
            <a:noAutofit/>
          </a:bodyPr>
          <a:lstStyle>
            <a:lvl1pPr marL="0" indent="0">
              <a:buNone/>
              <a:defRPr sz="2516" b="0">
                <a:solidFill>
                  <a:srgbClr val="575757"/>
                </a:solidFill>
              </a:defRPr>
            </a:lvl1pPr>
          </a:lstStyle>
          <a:p>
            <a:pPr lvl="0"/>
            <a:r>
              <a:rPr lang="en-US" noProof="0" dirty="0"/>
              <a:t>Click to add subtitle</a:t>
            </a:r>
          </a:p>
        </p:txBody>
      </p:sp>
      <p:sp>
        <p:nvSpPr>
          <p:cNvPr id="13" name="Title Placeholder 1"/>
          <p:cNvSpPr>
            <a:spLocks noGrp="1"/>
          </p:cNvSpPr>
          <p:nvPr>
            <p:ph type="title" hasCustomPrompt="1"/>
          </p:nvPr>
        </p:nvSpPr>
        <p:spPr>
          <a:xfrm>
            <a:off x="553187" y="350134"/>
            <a:ext cx="12338164" cy="368439"/>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5" name="Text Placeholder 7"/>
          <p:cNvSpPr>
            <a:spLocks noGrp="1"/>
          </p:cNvSpPr>
          <p:nvPr>
            <p:ph type="body" sz="quarter" idx="23"/>
          </p:nvPr>
        </p:nvSpPr>
        <p:spPr>
          <a:xfrm>
            <a:off x="553187" y="6750121"/>
            <a:ext cx="12338164" cy="287535"/>
          </a:xfrm>
        </p:spPr>
        <p:txBody>
          <a:bodyPr>
            <a:normAutofit/>
          </a:bodyPr>
          <a:lstStyle>
            <a:lvl1pPr>
              <a:spcAft>
                <a:spcPts val="0"/>
              </a:spcAft>
              <a:defRPr sz="1258"/>
            </a:lvl1pPr>
          </a:lstStyle>
          <a:p>
            <a:pPr lvl="0"/>
            <a:r>
              <a:rPr lang="en-US" noProof="0"/>
              <a:t>Click to edit Master text styles</a:t>
            </a:r>
          </a:p>
        </p:txBody>
      </p:sp>
    </p:spTree>
    <p:extLst>
      <p:ext uri="{BB962C8B-B14F-4D97-AF65-F5344CB8AC3E}">
        <p14:creationId xmlns:p14="http://schemas.microsoft.com/office/powerpoint/2010/main" val="2575829694"/>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992684" y="2343417"/>
            <a:ext cx="5898669" cy="4406700"/>
          </a:xfrm>
        </p:spPr>
        <p:txBody>
          <a:bodyPr/>
          <a:lstStyle/>
          <a:p>
            <a:r>
              <a:rPr lang="en-US" noProof="0"/>
              <a:t>Click icon to add chart</a:t>
            </a:r>
            <a:endParaRPr lang="en-US" noProof="0" dirty="0"/>
          </a:p>
        </p:txBody>
      </p:sp>
      <p:sp>
        <p:nvSpPr>
          <p:cNvPr id="6" name="Text Placeholder 5"/>
          <p:cNvSpPr>
            <a:spLocks noGrp="1"/>
          </p:cNvSpPr>
          <p:nvPr>
            <p:ph type="body" sz="quarter" idx="22"/>
          </p:nvPr>
        </p:nvSpPr>
        <p:spPr>
          <a:xfrm>
            <a:off x="6992685" y="1836443"/>
            <a:ext cx="5898669" cy="463924"/>
          </a:xfrm>
        </p:spPr>
        <p:txBody>
          <a:bodyPr/>
          <a:lstStyle/>
          <a:p>
            <a:pPr lvl="0"/>
            <a:r>
              <a:rPr lang="en-US" noProof="0"/>
              <a:t>Click to edit Master text styles</a:t>
            </a:r>
          </a:p>
        </p:txBody>
      </p:sp>
      <p:sp>
        <p:nvSpPr>
          <p:cNvPr id="11" name="Text Placeholder 8"/>
          <p:cNvSpPr>
            <a:spLocks noGrp="1"/>
          </p:cNvSpPr>
          <p:nvPr>
            <p:ph type="body" sz="quarter" idx="13" hasCustomPrompt="1"/>
          </p:nvPr>
        </p:nvSpPr>
        <p:spPr>
          <a:xfrm>
            <a:off x="553187" y="718571"/>
            <a:ext cx="12338164" cy="835084"/>
          </a:xfrm>
          <a:prstGeom prst="rect">
            <a:avLst/>
          </a:prstGeom>
        </p:spPr>
        <p:txBody>
          <a:bodyPr lIns="0" tIns="0" rIns="0" bIns="0">
            <a:noAutofit/>
          </a:bodyPr>
          <a:lstStyle>
            <a:lvl1pPr marL="0" indent="0">
              <a:buNone/>
              <a:defRPr sz="2516" b="0">
                <a:solidFill>
                  <a:srgbClr val="575757"/>
                </a:solidFill>
              </a:defRPr>
            </a:lvl1pPr>
          </a:lstStyle>
          <a:p>
            <a:pPr lvl="0"/>
            <a:r>
              <a:rPr lang="en-US" noProof="0" dirty="0"/>
              <a:t>Click to add subtitle</a:t>
            </a:r>
          </a:p>
        </p:txBody>
      </p:sp>
      <p:sp>
        <p:nvSpPr>
          <p:cNvPr id="13" name="Title Placeholder 1"/>
          <p:cNvSpPr>
            <a:spLocks noGrp="1"/>
          </p:cNvSpPr>
          <p:nvPr>
            <p:ph type="title" hasCustomPrompt="1"/>
          </p:nvPr>
        </p:nvSpPr>
        <p:spPr>
          <a:xfrm>
            <a:off x="553187" y="350134"/>
            <a:ext cx="12338164" cy="368439"/>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5" name="Text Placeholder 7"/>
          <p:cNvSpPr>
            <a:spLocks noGrp="1"/>
          </p:cNvSpPr>
          <p:nvPr>
            <p:ph type="body" sz="quarter" idx="23"/>
          </p:nvPr>
        </p:nvSpPr>
        <p:spPr>
          <a:xfrm>
            <a:off x="553186" y="6750121"/>
            <a:ext cx="12312492" cy="287535"/>
          </a:xfrm>
        </p:spPr>
        <p:txBody>
          <a:bodyPr>
            <a:normAutofit/>
          </a:bodyPr>
          <a:lstStyle>
            <a:lvl1pPr>
              <a:spcAft>
                <a:spcPts val="0"/>
              </a:spcAft>
              <a:defRPr sz="1258"/>
            </a:lvl1pPr>
          </a:lstStyle>
          <a:p>
            <a:pPr lvl="0"/>
            <a:r>
              <a:rPr lang="en-US" noProof="0"/>
              <a:t>Click to edit Master text styles</a:t>
            </a:r>
          </a:p>
        </p:txBody>
      </p:sp>
      <p:sp>
        <p:nvSpPr>
          <p:cNvPr id="9" name="Chart Placeholder 2"/>
          <p:cNvSpPr>
            <a:spLocks noGrp="1"/>
          </p:cNvSpPr>
          <p:nvPr>
            <p:ph type="chart" sz="quarter" idx="24"/>
          </p:nvPr>
        </p:nvSpPr>
        <p:spPr>
          <a:xfrm>
            <a:off x="553188" y="2343417"/>
            <a:ext cx="5887569" cy="4406700"/>
          </a:xfrm>
        </p:spPr>
        <p:txBody>
          <a:bodyPr/>
          <a:lstStyle/>
          <a:p>
            <a:r>
              <a:rPr lang="en-US" noProof="0"/>
              <a:t>Click icon to add chart</a:t>
            </a:r>
            <a:endParaRPr lang="en-US" noProof="0" dirty="0"/>
          </a:p>
        </p:txBody>
      </p:sp>
      <p:sp>
        <p:nvSpPr>
          <p:cNvPr id="12" name="Text Placeholder 5"/>
          <p:cNvSpPr>
            <a:spLocks noGrp="1"/>
          </p:cNvSpPr>
          <p:nvPr>
            <p:ph type="body" sz="quarter" idx="25"/>
          </p:nvPr>
        </p:nvSpPr>
        <p:spPr>
          <a:xfrm>
            <a:off x="553186" y="1836443"/>
            <a:ext cx="5887570" cy="463924"/>
          </a:xfrm>
        </p:spPr>
        <p:txBody>
          <a:bodyPr/>
          <a:lstStyle/>
          <a:p>
            <a:pPr lvl="0"/>
            <a:r>
              <a:rPr lang="en-US" noProof="0"/>
              <a:t>Click to edit Master text styles</a:t>
            </a:r>
          </a:p>
        </p:txBody>
      </p:sp>
    </p:spTree>
    <p:extLst>
      <p:ext uri="{BB962C8B-B14F-4D97-AF65-F5344CB8AC3E}">
        <p14:creationId xmlns:p14="http://schemas.microsoft.com/office/powerpoint/2010/main" val="1404716319"/>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53191" y="350134"/>
            <a:ext cx="12338163" cy="368439"/>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6" name="Content Placeholder 3"/>
          <p:cNvSpPr>
            <a:spLocks noGrp="1"/>
          </p:cNvSpPr>
          <p:nvPr>
            <p:ph sz="quarter" idx="10"/>
          </p:nvPr>
        </p:nvSpPr>
        <p:spPr>
          <a:xfrm>
            <a:off x="553189" y="1836446"/>
            <a:ext cx="4887161" cy="5201211"/>
          </a:xfrm>
          <a:prstGeom prst="rect">
            <a:avLst/>
          </a:prstGeom>
        </p:spPr>
        <p:txBody>
          <a:bodyPr/>
          <a:lstStyle>
            <a:lvl1pPr>
              <a:tabLst>
                <a:tab pos="6976013" algn="r"/>
              </a:tabLst>
              <a:defRPr/>
            </a:lvl1pPr>
            <a:lvl2pPr>
              <a:tabLst>
                <a:tab pos="6976013" algn="r"/>
              </a:tabLst>
              <a:defRPr/>
            </a:lvl2pPr>
            <a:lvl3pPr>
              <a:tabLst>
                <a:tab pos="6976013" algn="r"/>
              </a:tabLst>
              <a:defRPr/>
            </a:lvl3pPr>
            <a:lvl4pPr>
              <a:tabLst>
                <a:tab pos="6976013" algn="r"/>
              </a:tabLst>
              <a:defRPr/>
            </a:lvl4pPr>
            <a:lvl5pPr>
              <a:tabLst>
                <a:tab pos="6976013"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Content Placeholder 3"/>
          <p:cNvSpPr>
            <a:spLocks noGrp="1"/>
          </p:cNvSpPr>
          <p:nvPr>
            <p:ph sz="quarter" idx="16"/>
          </p:nvPr>
        </p:nvSpPr>
        <p:spPr>
          <a:xfrm>
            <a:off x="6010290" y="1874961"/>
            <a:ext cx="6881063" cy="5162695"/>
          </a:xfrm>
          <a:prstGeom prst="rect">
            <a:avLst/>
          </a:prstGeom>
        </p:spPr>
        <p:txBody>
          <a:bodyPr/>
          <a:lstStyle>
            <a:lvl1pPr>
              <a:tabLst>
                <a:tab pos="6976013" algn="r"/>
              </a:tabLst>
              <a:defRPr/>
            </a:lvl1pPr>
            <a:lvl2pPr>
              <a:tabLst>
                <a:tab pos="6976013" algn="r"/>
              </a:tabLst>
              <a:defRPr/>
            </a:lvl2pPr>
            <a:lvl3pPr>
              <a:tabLst>
                <a:tab pos="6976013" algn="r"/>
              </a:tabLst>
              <a:defRPr/>
            </a:lvl3pPr>
            <a:lvl4pPr>
              <a:tabLst>
                <a:tab pos="6976013" algn="r"/>
              </a:tabLst>
              <a:defRPr/>
            </a:lvl4pPr>
            <a:lvl5pPr>
              <a:tabLst>
                <a:tab pos="6976013"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553187" y="718571"/>
            <a:ext cx="12338164" cy="835084"/>
          </a:xfrm>
          <a:prstGeom prst="rect">
            <a:avLst/>
          </a:prstGeom>
        </p:spPr>
        <p:txBody>
          <a:bodyPr lIns="0" tIns="0" rIns="0" bIns="0">
            <a:noAutofit/>
          </a:bodyPr>
          <a:lstStyle>
            <a:lvl1pPr marL="0" indent="0">
              <a:buNone/>
              <a:defRPr sz="2516"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2359675092"/>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53188" y="350132"/>
            <a:ext cx="12338164" cy="368438"/>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6" name="Content Placeholder 3"/>
          <p:cNvSpPr>
            <a:spLocks noGrp="1"/>
          </p:cNvSpPr>
          <p:nvPr>
            <p:ph sz="quarter" idx="10"/>
          </p:nvPr>
        </p:nvSpPr>
        <p:spPr>
          <a:xfrm>
            <a:off x="8356393" y="1829158"/>
            <a:ext cx="4534960" cy="5208499"/>
          </a:xfrm>
          <a:prstGeom prst="rect">
            <a:avLst/>
          </a:prstGeom>
        </p:spPr>
        <p:txBody>
          <a:bodyPr>
            <a:noAutofit/>
          </a:bodyPr>
          <a:lstStyle>
            <a:lvl1pPr>
              <a:tabLst>
                <a:tab pos="6976013" algn="r"/>
              </a:tabLst>
              <a:defRPr sz="3329">
                <a:solidFill>
                  <a:schemeClr val="accent3"/>
                </a:solidFill>
              </a:defRPr>
            </a:lvl1pPr>
            <a:lvl2pPr>
              <a:tabLst>
                <a:tab pos="6976013" algn="r"/>
              </a:tabLst>
              <a:defRPr/>
            </a:lvl2pPr>
            <a:lvl3pPr>
              <a:tabLst>
                <a:tab pos="6976013" algn="r"/>
              </a:tabLst>
              <a:defRPr/>
            </a:lvl3pPr>
            <a:lvl4pPr>
              <a:tabLst>
                <a:tab pos="6976013" algn="r"/>
              </a:tabLst>
              <a:defRPr/>
            </a:lvl4pPr>
            <a:lvl5pPr>
              <a:tabLst>
                <a:tab pos="6976013" algn="r"/>
              </a:tabLst>
              <a:defRPr baseline="0"/>
            </a:lvl5pPr>
          </a:lstStyle>
          <a:p>
            <a:pPr lvl="0"/>
            <a:r>
              <a:rPr lang="en-US" noProof="0"/>
              <a:t>Click to edit Master text styles</a:t>
            </a:r>
          </a:p>
        </p:txBody>
      </p:sp>
      <p:sp>
        <p:nvSpPr>
          <p:cNvPr id="8" name="Content Placeholder 3"/>
          <p:cNvSpPr>
            <a:spLocks noGrp="1"/>
          </p:cNvSpPr>
          <p:nvPr>
            <p:ph sz="quarter" idx="16"/>
          </p:nvPr>
        </p:nvSpPr>
        <p:spPr>
          <a:xfrm>
            <a:off x="553188" y="1836446"/>
            <a:ext cx="7174774" cy="5201209"/>
          </a:xfrm>
          <a:prstGeom prst="rect">
            <a:avLst/>
          </a:prstGeom>
        </p:spPr>
        <p:txBody>
          <a:bodyPr/>
          <a:lstStyle>
            <a:lvl1pPr>
              <a:tabLst>
                <a:tab pos="6976013" algn="r"/>
              </a:tabLst>
              <a:defRPr/>
            </a:lvl1pPr>
            <a:lvl2pPr>
              <a:tabLst>
                <a:tab pos="6976013" algn="r"/>
              </a:tabLst>
              <a:defRPr/>
            </a:lvl2pPr>
            <a:lvl3pPr>
              <a:tabLst>
                <a:tab pos="6976013" algn="r"/>
              </a:tabLst>
              <a:defRPr/>
            </a:lvl3pPr>
            <a:lvl4pPr>
              <a:tabLst>
                <a:tab pos="6976013" algn="r"/>
              </a:tabLst>
              <a:defRPr/>
            </a:lvl4pPr>
            <a:lvl5pPr>
              <a:tabLst>
                <a:tab pos="6976013"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553191" y="718571"/>
            <a:ext cx="12338163" cy="835084"/>
          </a:xfrm>
          <a:prstGeom prst="rect">
            <a:avLst/>
          </a:prstGeom>
        </p:spPr>
        <p:txBody>
          <a:bodyPr lIns="0" tIns="0" rIns="0" bIns="0">
            <a:noAutofit/>
          </a:bodyPr>
          <a:lstStyle>
            <a:lvl1pPr marL="0" indent="0">
              <a:buNone/>
              <a:defRPr sz="2516"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1755769178"/>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am profile">
    <p:spTree>
      <p:nvGrpSpPr>
        <p:cNvPr id="1" name=""/>
        <p:cNvGrpSpPr/>
        <p:nvPr/>
      </p:nvGrpSpPr>
      <p:grpSpPr>
        <a:xfrm>
          <a:off x="0" y="0"/>
          <a:ext cx="0" cy="0"/>
          <a:chOff x="0" y="0"/>
          <a:chExt cx="0" cy="0"/>
        </a:xfrm>
      </p:grpSpPr>
      <p:sp>
        <p:nvSpPr>
          <p:cNvPr id="2" name="Title 1"/>
          <p:cNvSpPr>
            <a:spLocks noGrp="1"/>
          </p:cNvSpPr>
          <p:nvPr>
            <p:ph type="title"/>
          </p:nvPr>
        </p:nvSpPr>
        <p:spPr>
          <a:xfrm>
            <a:off x="553188" y="350132"/>
            <a:ext cx="12338164" cy="368438"/>
          </a:xfrm>
        </p:spPr>
        <p:txBody>
          <a:bodyPr/>
          <a:lstStyle/>
          <a:p>
            <a:r>
              <a:rPr lang="en-US" noProof="0"/>
              <a:t>Click to edit Master title style</a:t>
            </a:r>
            <a:endParaRPr lang="en-US" noProof="0" dirty="0"/>
          </a:p>
        </p:txBody>
      </p:sp>
      <p:sp>
        <p:nvSpPr>
          <p:cNvPr id="4" name="Picture Placeholder 6"/>
          <p:cNvSpPr>
            <a:spLocks noGrp="1"/>
          </p:cNvSpPr>
          <p:nvPr>
            <p:ph type="pic" sz="quarter" idx="13"/>
          </p:nvPr>
        </p:nvSpPr>
        <p:spPr>
          <a:xfrm>
            <a:off x="553186" y="1874957"/>
            <a:ext cx="2990616" cy="1389500"/>
          </a:xfrm>
        </p:spPr>
        <p:txBody>
          <a:bodyPr lIns="0" tIns="0" rIns="0" bIns="0">
            <a:noAutofit/>
          </a:bodyPr>
          <a:lstStyle/>
          <a:p>
            <a:r>
              <a:rPr lang="en-US" noProof="0"/>
              <a:t>Click icon to add picture</a:t>
            </a:r>
            <a:endParaRPr lang="en-US" noProof="0" dirty="0"/>
          </a:p>
        </p:txBody>
      </p:sp>
      <p:sp>
        <p:nvSpPr>
          <p:cNvPr id="5" name="Picture Placeholder 6"/>
          <p:cNvSpPr>
            <a:spLocks noGrp="1"/>
          </p:cNvSpPr>
          <p:nvPr>
            <p:ph type="pic" sz="quarter" idx="14"/>
          </p:nvPr>
        </p:nvSpPr>
        <p:spPr>
          <a:xfrm>
            <a:off x="3669036" y="1874957"/>
            <a:ext cx="2990616" cy="1389500"/>
          </a:xfrm>
        </p:spPr>
        <p:txBody>
          <a:bodyPr lIns="0" tIns="0" rIns="0" bIns="0">
            <a:noAutofit/>
          </a:bodyPr>
          <a:lstStyle/>
          <a:p>
            <a:r>
              <a:rPr lang="en-US" noProof="0"/>
              <a:t>Click icon to add picture</a:t>
            </a:r>
            <a:endParaRPr lang="en-US" noProof="0" dirty="0"/>
          </a:p>
        </p:txBody>
      </p:sp>
      <p:sp>
        <p:nvSpPr>
          <p:cNvPr id="6" name="Picture Placeholder 6"/>
          <p:cNvSpPr>
            <a:spLocks noGrp="1"/>
          </p:cNvSpPr>
          <p:nvPr>
            <p:ph type="pic" sz="quarter" idx="15"/>
          </p:nvPr>
        </p:nvSpPr>
        <p:spPr>
          <a:xfrm>
            <a:off x="6784887" y="1874957"/>
            <a:ext cx="2990616" cy="1389500"/>
          </a:xfrm>
        </p:spPr>
        <p:txBody>
          <a:bodyPr lIns="0" tIns="0" rIns="0" bIns="0">
            <a:noAutofit/>
          </a:bodyPr>
          <a:lstStyle/>
          <a:p>
            <a:r>
              <a:rPr lang="en-US" noProof="0"/>
              <a:t>Click icon to add picture</a:t>
            </a:r>
            <a:endParaRPr lang="en-US" noProof="0" dirty="0"/>
          </a:p>
        </p:txBody>
      </p:sp>
      <p:sp>
        <p:nvSpPr>
          <p:cNvPr id="7" name="Picture Placeholder 6"/>
          <p:cNvSpPr>
            <a:spLocks noGrp="1"/>
          </p:cNvSpPr>
          <p:nvPr>
            <p:ph type="pic" sz="quarter" idx="16"/>
          </p:nvPr>
        </p:nvSpPr>
        <p:spPr>
          <a:xfrm>
            <a:off x="9900737" y="1874957"/>
            <a:ext cx="2990616" cy="1389500"/>
          </a:xfrm>
        </p:spPr>
        <p:txBody>
          <a:bodyPr lIns="0" tIns="0" rIns="0" bIns="0">
            <a:noAutofit/>
          </a:bodyPr>
          <a:lstStyle/>
          <a:p>
            <a:r>
              <a:rPr lang="en-US" noProof="0"/>
              <a:t>Click icon to add picture</a:t>
            </a:r>
            <a:endParaRPr lang="en-US" noProof="0" dirty="0"/>
          </a:p>
        </p:txBody>
      </p:sp>
      <p:sp>
        <p:nvSpPr>
          <p:cNvPr id="9" name="Text Placeholder 8"/>
          <p:cNvSpPr>
            <a:spLocks noGrp="1"/>
          </p:cNvSpPr>
          <p:nvPr>
            <p:ph type="body" sz="quarter" idx="17"/>
          </p:nvPr>
        </p:nvSpPr>
        <p:spPr>
          <a:xfrm>
            <a:off x="553189" y="3445298"/>
            <a:ext cx="2999954" cy="3592352"/>
          </a:xfrm>
        </p:spPr>
        <p:txBody>
          <a:bodyPr/>
          <a:lstStyle>
            <a:lvl1pPr>
              <a:defRPr b="1">
                <a:solidFill>
                  <a:schemeClr val="accent1"/>
                </a:solidFill>
              </a:defRPr>
            </a:lvl1pPr>
            <a:lvl2pPr>
              <a:spcAft>
                <a:spcPts val="0"/>
              </a:spcAft>
              <a:defRPr/>
            </a:lvl2pPr>
            <a:lvl3pPr marL="0" indent="0">
              <a:spcAft>
                <a:spcPts val="0"/>
              </a:spcAft>
              <a:buNone/>
              <a:defRPr/>
            </a:lvl3pPr>
            <a:lvl4pPr marL="244685" indent="-244685">
              <a:spcAft>
                <a:spcPts val="0"/>
              </a:spcAft>
              <a:buFont typeface="Arial" panose="020B0604020202020204" pitchFamily="34" charset="0"/>
              <a:buChar char="•"/>
              <a:defRPr/>
            </a:lvl4pPr>
            <a:lvl5pPr marL="494363" indent="-244685">
              <a:spcAft>
                <a:spcPts val="0"/>
              </a:spcAft>
              <a:defRPr baseline="0"/>
            </a:lvl5pPr>
            <a:lvl6pPr marL="494363" indent="-244685">
              <a:spcAft>
                <a:spcPts val="0"/>
              </a:spcAft>
              <a:buFont typeface="Verdana" panose="020B0604030504040204" pitchFamily="34" charset="0"/>
              <a:buChar char="−"/>
              <a:defRPr/>
            </a:lvl6pPr>
            <a:lvl7pPr marL="494363" indent="-244685">
              <a:spcAft>
                <a:spcPts val="0"/>
              </a:spcAft>
              <a:defRPr/>
            </a:lvl7pPr>
            <a:lvl8pPr marL="494363" indent="-244685">
              <a:spcAft>
                <a:spcPts val="0"/>
              </a:spcAft>
              <a:defRPr/>
            </a:lvl8pPr>
            <a:lvl9pPr marL="494363" indent="-244685">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8"/>
          </p:nvPr>
        </p:nvSpPr>
        <p:spPr>
          <a:xfrm>
            <a:off x="6781778" y="3441274"/>
            <a:ext cx="2990616" cy="3596378"/>
          </a:xfrm>
        </p:spPr>
        <p:txBody>
          <a:bodyPr/>
          <a:lstStyle>
            <a:lvl1pPr>
              <a:defRPr b="1">
                <a:solidFill>
                  <a:schemeClr val="accent1"/>
                </a:solidFill>
              </a:defRPr>
            </a:lvl1pPr>
            <a:lvl2pPr>
              <a:spcAft>
                <a:spcPts val="0"/>
              </a:spcAft>
              <a:defRPr/>
            </a:lvl2pPr>
            <a:lvl3pPr marL="0" indent="0">
              <a:spcAft>
                <a:spcPts val="0"/>
              </a:spcAft>
              <a:buNone/>
              <a:defRPr/>
            </a:lvl3pPr>
            <a:lvl4pPr marL="244685" indent="-244685">
              <a:spcAft>
                <a:spcPts val="0"/>
              </a:spcAft>
              <a:buFont typeface="Arial" panose="020B0604020202020204" pitchFamily="34" charset="0"/>
              <a:buChar char="•"/>
              <a:defRPr/>
            </a:lvl4pPr>
            <a:lvl5pPr marL="494363" indent="-244685">
              <a:spcAft>
                <a:spcPts val="0"/>
              </a:spcAft>
              <a:defRPr baseline="0"/>
            </a:lvl5pPr>
            <a:lvl6pPr marL="494363" indent="-244685">
              <a:spcAft>
                <a:spcPts val="0"/>
              </a:spcAft>
              <a:buFont typeface="Verdana" panose="020B0604030504040204" pitchFamily="34" charset="0"/>
              <a:buChar char="−"/>
              <a:defRPr/>
            </a:lvl6pPr>
            <a:lvl7pPr marL="494363" indent="-244685">
              <a:spcAft>
                <a:spcPts val="0"/>
              </a:spcAft>
              <a:defRPr/>
            </a:lvl7pPr>
            <a:lvl8pPr marL="494363" indent="-244685">
              <a:spcAft>
                <a:spcPts val="0"/>
              </a:spcAft>
              <a:defRPr/>
            </a:lvl8pPr>
            <a:lvl9pPr marL="494363" indent="-244685">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19"/>
          </p:nvPr>
        </p:nvSpPr>
        <p:spPr>
          <a:xfrm>
            <a:off x="3672150" y="3445301"/>
            <a:ext cx="2990616" cy="3592353"/>
          </a:xfrm>
        </p:spPr>
        <p:txBody>
          <a:bodyPr/>
          <a:lstStyle>
            <a:lvl1pPr>
              <a:defRPr b="1">
                <a:solidFill>
                  <a:schemeClr val="accent1"/>
                </a:solidFill>
              </a:defRPr>
            </a:lvl1pPr>
            <a:lvl2pPr>
              <a:spcAft>
                <a:spcPts val="0"/>
              </a:spcAft>
              <a:defRPr/>
            </a:lvl2pPr>
            <a:lvl3pPr marL="0" indent="0">
              <a:spcAft>
                <a:spcPts val="0"/>
              </a:spcAft>
              <a:buNone/>
              <a:defRPr/>
            </a:lvl3pPr>
            <a:lvl4pPr marL="244685" indent="-244685">
              <a:spcAft>
                <a:spcPts val="0"/>
              </a:spcAft>
              <a:buFont typeface="Arial" panose="020B0604020202020204" pitchFamily="34" charset="0"/>
              <a:buChar char="•"/>
              <a:defRPr/>
            </a:lvl4pPr>
            <a:lvl5pPr marL="494363" indent="-244685">
              <a:spcAft>
                <a:spcPts val="0"/>
              </a:spcAft>
              <a:defRPr baseline="0"/>
            </a:lvl5pPr>
            <a:lvl6pPr marL="494363" indent="-244685">
              <a:spcAft>
                <a:spcPts val="0"/>
              </a:spcAft>
              <a:buFont typeface="Verdana" panose="020B0604030504040204" pitchFamily="34" charset="0"/>
              <a:buChar char="−"/>
              <a:defRPr/>
            </a:lvl6pPr>
            <a:lvl7pPr marL="494363" indent="-244685">
              <a:spcAft>
                <a:spcPts val="0"/>
              </a:spcAft>
              <a:defRPr/>
            </a:lvl7pPr>
            <a:lvl8pPr marL="494363" indent="-244685">
              <a:spcAft>
                <a:spcPts val="0"/>
              </a:spcAft>
              <a:defRPr/>
            </a:lvl8pPr>
            <a:lvl9pPr marL="494363" indent="-244685">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Text Placeholder 8"/>
          <p:cNvSpPr>
            <a:spLocks noGrp="1"/>
          </p:cNvSpPr>
          <p:nvPr>
            <p:ph type="body" sz="quarter" idx="20"/>
          </p:nvPr>
        </p:nvSpPr>
        <p:spPr>
          <a:xfrm>
            <a:off x="9917077" y="3427994"/>
            <a:ext cx="2974276" cy="3609656"/>
          </a:xfrm>
        </p:spPr>
        <p:txBody>
          <a:bodyPr/>
          <a:lstStyle>
            <a:lvl1pPr>
              <a:defRPr b="1">
                <a:solidFill>
                  <a:schemeClr val="accent1"/>
                </a:solidFill>
              </a:defRPr>
            </a:lvl1pPr>
            <a:lvl2pPr>
              <a:spcAft>
                <a:spcPts val="0"/>
              </a:spcAft>
              <a:defRPr/>
            </a:lvl2pPr>
            <a:lvl3pPr marL="0" indent="0">
              <a:spcAft>
                <a:spcPts val="0"/>
              </a:spcAft>
              <a:buNone/>
              <a:defRPr/>
            </a:lvl3pPr>
            <a:lvl4pPr marL="244685" indent="-244685">
              <a:spcAft>
                <a:spcPts val="0"/>
              </a:spcAft>
              <a:buFont typeface="Arial" panose="020B0604020202020204" pitchFamily="34" charset="0"/>
              <a:buChar char="•"/>
              <a:defRPr/>
            </a:lvl4pPr>
            <a:lvl5pPr marL="494363" indent="-244685">
              <a:spcAft>
                <a:spcPts val="0"/>
              </a:spcAft>
              <a:defRPr baseline="0"/>
            </a:lvl5pPr>
            <a:lvl6pPr marL="494363" indent="-244685">
              <a:spcAft>
                <a:spcPts val="0"/>
              </a:spcAft>
              <a:buFont typeface="Verdana" panose="020B0604030504040204" pitchFamily="34" charset="0"/>
              <a:buChar char="−"/>
              <a:defRPr/>
            </a:lvl6pPr>
            <a:lvl7pPr marL="494363" indent="-244685">
              <a:spcAft>
                <a:spcPts val="0"/>
              </a:spcAft>
              <a:defRPr/>
            </a:lvl7pPr>
            <a:lvl8pPr marL="494363" indent="-244685">
              <a:spcAft>
                <a:spcPts val="0"/>
              </a:spcAft>
              <a:defRPr/>
            </a:lvl8pPr>
            <a:lvl9pPr marL="494363" indent="-244685">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Text Placeholder 8"/>
          <p:cNvSpPr>
            <a:spLocks noGrp="1"/>
          </p:cNvSpPr>
          <p:nvPr>
            <p:ph type="body" sz="quarter" idx="21" hasCustomPrompt="1"/>
          </p:nvPr>
        </p:nvSpPr>
        <p:spPr>
          <a:xfrm>
            <a:off x="553187" y="718571"/>
            <a:ext cx="12338166" cy="835084"/>
          </a:xfrm>
          <a:prstGeom prst="rect">
            <a:avLst/>
          </a:prstGeom>
        </p:spPr>
        <p:txBody>
          <a:bodyPr lIns="0" tIns="0" rIns="0" bIns="0">
            <a:noAutofit/>
          </a:bodyPr>
          <a:lstStyle>
            <a:lvl1pPr marL="0" indent="0">
              <a:buNone/>
              <a:defRPr sz="2516"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1257904862"/>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553188" y="350132"/>
            <a:ext cx="12338164" cy="368438"/>
          </a:xfrm>
        </p:spPr>
        <p:txBody>
          <a:bodyPr/>
          <a:lstStyle/>
          <a:p>
            <a:r>
              <a:rPr lang="en-US" noProof="0"/>
              <a:t>Click to edit Master title style</a:t>
            </a:r>
            <a:endParaRPr lang="en-US" noProof="0" dirty="0"/>
          </a:p>
        </p:txBody>
      </p:sp>
      <p:sp>
        <p:nvSpPr>
          <p:cNvPr id="4" name="Rectangle 3"/>
          <p:cNvSpPr/>
          <p:nvPr userDrawn="1"/>
        </p:nvSpPr>
        <p:spPr>
          <a:xfrm>
            <a:off x="555780" y="1882632"/>
            <a:ext cx="6060628"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526" dirty="0">
              <a:solidFill>
                <a:prstClr val="white"/>
              </a:solidFill>
            </a:endParaRPr>
          </a:p>
        </p:txBody>
      </p:sp>
      <p:sp>
        <p:nvSpPr>
          <p:cNvPr id="5" name="Rectangle 4"/>
          <p:cNvSpPr/>
          <p:nvPr userDrawn="1"/>
        </p:nvSpPr>
        <p:spPr>
          <a:xfrm>
            <a:off x="6863514" y="1874960"/>
            <a:ext cx="6037544" cy="672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526" dirty="0">
              <a:solidFill>
                <a:prstClr val="white"/>
              </a:solidFill>
            </a:endParaRPr>
          </a:p>
        </p:txBody>
      </p:sp>
      <p:sp>
        <p:nvSpPr>
          <p:cNvPr id="6" name="Rectangle 5"/>
          <p:cNvSpPr/>
          <p:nvPr userDrawn="1"/>
        </p:nvSpPr>
        <p:spPr>
          <a:xfrm>
            <a:off x="555780" y="4482982"/>
            <a:ext cx="6060628"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526" dirty="0">
              <a:solidFill>
                <a:prstClr val="white"/>
              </a:solidFill>
            </a:endParaRPr>
          </a:p>
        </p:txBody>
      </p:sp>
      <p:sp>
        <p:nvSpPr>
          <p:cNvPr id="7" name="Rectangle 6"/>
          <p:cNvSpPr/>
          <p:nvPr userDrawn="1"/>
        </p:nvSpPr>
        <p:spPr>
          <a:xfrm>
            <a:off x="6863514" y="4482982"/>
            <a:ext cx="6037544"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526" dirty="0">
              <a:solidFill>
                <a:prstClr val="white"/>
              </a:solidFill>
            </a:endParaRPr>
          </a:p>
        </p:txBody>
      </p:sp>
      <p:sp>
        <p:nvSpPr>
          <p:cNvPr id="8" name="Picture Placeholder 11"/>
          <p:cNvSpPr>
            <a:spLocks noGrp="1"/>
          </p:cNvSpPr>
          <p:nvPr>
            <p:ph type="pic" sz="quarter" idx="25"/>
          </p:nvPr>
        </p:nvSpPr>
        <p:spPr>
          <a:xfrm>
            <a:off x="555780" y="2073457"/>
            <a:ext cx="2170181" cy="1627700"/>
          </a:xfrm>
        </p:spPr>
        <p:txBody>
          <a:bodyPr/>
          <a:lstStyle>
            <a:lvl1pPr algn="ctr">
              <a:defRPr/>
            </a:lvl1pPr>
          </a:lstStyle>
          <a:p>
            <a:r>
              <a:rPr lang="en-US" noProof="0"/>
              <a:t>Click icon to add picture</a:t>
            </a:r>
            <a:endParaRPr lang="en-US" noProof="0" dirty="0"/>
          </a:p>
        </p:txBody>
      </p:sp>
      <p:sp>
        <p:nvSpPr>
          <p:cNvPr id="9" name="Picture Placeholder 11"/>
          <p:cNvSpPr>
            <a:spLocks noGrp="1"/>
          </p:cNvSpPr>
          <p:nvPr>
            <p:ph type="pic" sz="quarter" idx="27"/>
          </p:nvPr>
        </p:nvSpPr>
        <p:spPr>
          <a:xfrm>
            <a:off x="6863516" y="2073457"/>
            <a:ext cx="2170181" cy="1627700"/>
          </a:xfrm>
        </p:spPr>
        <p:txBody>
          <a:bodyPr/>
          <a:lstStyle>
            <a:lvl1pPr algn="ctr">
              <a:defRPr/>
            </a:lvl1pPr>
          </a:lstStyle>
          <a:p>
            <a:r>
              <a:rPr lang="en-US" noProof="0"/>
              <a:t>Click icon to add picture</a:t>
            </a:r>
            <a:endParaRPr lang="en-US" noProof="0" dirty="0"/>
          </a:p>
        </p:txBody>
      </p:sp>
      <p:sp>
        <p:nvSpPr>
          <p:cNvPr id="10" name="Picture Placeholder 11"/>
          <p:cNvSpPr>
            <a:spLocks noGrp="1"/>
          </p:cNvSpPr>
          <p:nvPr>
            <p:ph type="pic" sz="quarter" idx="29"/>
          </p:nvPr>
        </p:nvSpPr>
        <p:spPr>
          <a:xfrm>
            <a:off x="555780" y="4693657"/>
            <a:ext cx="2170181" cy="1627700"/>
          </a:xfrm>
        </p:spPr>
        <p:txBody>
          <a:bodyPr/>
          <a:lstStyle>
            <a:lvl1pPr algn="ctr">
              <a:defRPr/>
            </a:lvl1pPr>
          </a:lstStyle>
          <a:p>
            <a:r>
              <a:rPr lang="en-US" noProof="0"/>
              <a:t>Click icon to add picture</a:t>
            </a:r>
            <a:endParaRPr lang="en-US" noProof="0" dirty="0"/>
          </a:p>
        </p:txBody>
      </p:sp>
      <p:sp>
        <p:nvSpPr>
          <p:cNvPr id="11" name="Picture Placeholder 11"/>
          <p:cNvSpPr>
            <a:spLocks noGrp="1"/>
          </p:cNvSpPr>
          <p:nvPr>
            <p:ph type="pic" sz="quarter" idx="31"/>
          </p:nvPr>
        </p:nvSpPr>
        <p:spPr>
          <a:xfrm>
            <a:off x="6863516" y="4693657"/>
            <a:ext cx="2170181" cy="1627700"/>
          </a:xfrm>
        </p:spPr>
        <p:txBody>
          <a:bodyPr/>
          <a:lstStyle>
            <a:lvl1pPr algn="ctr">
              <a:defRPr/>
            </a:lvl1pPr>
          </a:lstStyle>
          <a:p>
            <a:r>
              <a:rPr lang="en-US" noProof="0"/>
              <a:t>Click icon to add picture</a:t>
            </a:r>
            <a:endParaRPr lang="en-US" noProof="0" dirty="0"/>
          </a:p>
        </p:txBody>
      </p:sp>
      <p:sp>
        <p:nvSpPr>
          <p:cNvPr id="13" name="Text Placeholder 12"/>
          <p:cNvSpPr>
            <a:spLocks noGrp="1"/>
          </p:cNvSpPr>
          <p:nvPr>
            <p:ph type="body" sz="quarter" idx="32"/>
          </p:nvPr>
        </p:nvSpPr>
        <p:spPr>
          <a:xfrm>
            <a:off x="2959169" y="2073457"/>
            <a:ext cx="3625791" cy="21438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4" name="Text Placeholder 12"/>
          <p:cNvSpPr>
            <a:spLocks noGrp="1"/>
          </p:cNvSpPr>
          <p:nvPr>
            <p:ph type="body" sz="quarter" idx="33"/>
          </p:nvPr>
        </p:nvSpPr>
        <p:spPr>
          <a:xfrm>
            <a:off x="9259178" y="2073457"/>
            <a:ext cx="3641881" cy="21438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5" name="Text Placeholder 12"/>
          <p:cNvSpPr>
            <a:spLocks noGrp="1"/>
          </p:cNvSpPr>
          <p:nvPr>
            <p:ph type="body" sz="quarter" idx="34"/>
          </p:nvPr>
        </p:nvSpPr>
        <p:spPr>
          <a:xfrm>
            <a:off x="2959169" y="4693657"/>
            <a:ext cx="3625791" cy="21438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6" name="Text Placeholder 12"/>
          <p:cNvSpPr>
            <a:spLocks noGrp="1"/>
          </p:cNvSpPr>
          <p:nvPr>
            <p:ph type="body" sz="quarter" idx="35"/>
          </p:nvPr>
        </p:nvSpPr>
        <p:spPr>
          <a:xfrm>
            <a:off x="9259178" y="4693657"/>
            <a:ext cx="3641881" cy="21438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7" name="Text Placeholder 8"/>
          <p:cNvSpPr>
            <a:spLocks noGrp="1"/>
          </p:cNvSpPr>
          <p:nvPr>
            <p:ph type="body" sz="quarter" idx="13" hasCustomPrompt="1"/>
          </p:nvPr>
        </p:nvSpPr>
        <p:spPr>
          <a:xfrm>
            <a:off x="553189" y="718571"/>
            <a:ext cx="12309107" cy="835084"/>
          </a:xfrm>
          <a:prstGeom prst="rect">
            <a:avLst/>
          </a:prstGeom>
        </p:spPr>
        <p:txBody>
          <a:bodyPr lIns="0" tIns="0" rIns="0" bIns="0">
            <a:noAutofit/>
          </a:bodyPr>
          <a:lstStyle>
            <a:lvl1pPr marL="0" indent="0">
              <a:buNone/>
              <a:defRPr sz="2516"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1739176688"/>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 picture and text">
    <p:spTree>
      <p:nvGrpSpPr>
        <p:cNvPr id="1" name=""/>
        <p:cNvGrpSpPr/>
        <p:nvPr/>
      </p:nvGrpSpPr>
      <p:grpSpPr>
        <a:xfrm>
          <a:off x="0" y="0"/>
          <a:ext cx="0" cy="0"/>
          <a:chOff x="0" y="0"/>
          <a:chExt cx="0" cy="0"/>
        </a:xfrm>
      </p:grpSpPr>
      <p:sp>
        <p:nvSpPr>
          <p:cNvPr id="2" name="Title 1"/>
          <p:cNvSpPr>
            <a:spLocks noGrp="1"/>
          </p:cNvSpPr>
          <p:nvPr>
            <p:ph type="title"/>
          </p:nvPr>
        </p:nvSpPr>
        <p:spPr>
          <a:xfrm>
            <a:off x="553188" y="350137"/>
            <a:ext cx="12338164" cy="368437"/>
          </a:xfrm>
        </p:spPr>
        <p:txBody>
          <a:bodyPr/>
          <a:lstStyle/>
          <a:p>
            <a:r>
              <a:rPr lang="en-US" noProof="0"/>
              <a:t>Click to edit Master title style</a:t>
            </a:r>
            <a:endParaRPr lang="en-US" noProof="0" dirty="0"/>
          </a:p>
        </p:txBody>
      </p:sp>
      <p:sp>
        <p:nvSpPr>
          <p:cNvPr id="4" name="Picture Placeholder 7"/>
          <p:cNvSpPr>
            <a:spLocks noGrp="1"/>
          </p:cNvSpPr>
          <p:nvPr>
            <p:ph type="pic" sz="quarter" idx="13"/>
          </p:nvPr>
        </p:nvSpPr>
        <p:spPr>
          <a:xfrm>
            <a:off x="553190" y="1874961"/>
            <a:ext cx="4075375" cy="2174319"/>
          </a:xfrm>
        </p:spPr>
        <p:txBody>
          <a:bodyPr/>
          <a:lstStyle/>
          <a:p>
            <a:r>
              <a:rPr lang="en-US" noProof="0"/>
              <a:t>Click icon to add picture</a:t>
            </a:r>
            <a:endParaRPr lang="en-US" noProof="0" dirty="0"/>
          </a:p>
        </p:txBody>
      </p:sp>
      <p:sp>
        <p:nvSpPr>
          <p:cNvPr id="5" name="Picture Placeholder 7"/>
          <p:cNvSpPr>
            <a:spLocks noGrp="1"/>
          </p:cNvSpPr>
          <p:nvPr>
            <p:ph type="pic" sz="quarter" idx="14"/>
          </p:nvPr>
        </p:nvSpPr>
        <p:spPr>
          <a:xfrm>
            <a:off x="8828931" y="1874961"/>
            <a:ext cx="4062422" cy="2174319"/>
          </a:xfrm>
        </p:spPr>
        <p:txBody>
          <a:bodyPr/>
          <a:lstStyle/>
          <a:p>
            <a:r>
              <a:rPr lang="en-US" noProof="0"/>
              <a:t>Click icon to add picture</a:t>
            </a:r>
            <a:endParaRPr lang="en-US" noProof="0" dirty="0"/>
          </a:p>
        </p:txBody>
      </p:sp>
      <p:sp>
        <p:nvSpPr>
          <p:cNvPr id="6" name="Picture Placeholder 7"/>
          <p:cNvSpPr>
            <a:spLocks noGrp="1"/>
          </p:cNvSpPr>
          <p:nvPr>
            <p:ph type="pic" sz="quarter" idx="15"/>
          </p:nvPr>
        </p:nvSpPr>
        <p:spPr>
          <a:xfrm>
            <a:off x="4712069" y="1874961"/>
            <a:ext cx="4033361" cy="2174319"/>
          </a:xfrm>
        </p:spPr>
        <p:txBody>
          <a:bodyPr/>
          <a:lstStyle/>
          <a:p>
            <a:r>
              <a:rPr lang="en-US" noProof="0"/>
              <a:t>Click icon to add picture</a:t>
            </a:r>
            <a:endParaRPr lang="en-US" noProof="0" dirty="0"/>
          </a:p>
        </p:txBody>
      </p:sp>
      <p:sp>
        <p:nvSpPr>
          <p:cNvPr id="9" name="Text Placeholder 18"/>
          <p:cNvSpPr>
            <a:spLocks noGrp="1"/>
          </p:cNvSpPr>
          <p:nvPr>
            <p:ph idx="1" hasCustomPrompt="1"/>
          </p:nvPr>
        </p:nvSpPr>
        <p:spPr>
          <a:xfrm>
            <a:off x="553187" y="4226093"/>
            <a:ext cx="4062418" cy="231054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Text Placeholder 18"/>
          <p:cNvSpPr>
            <a:spLocks noGrp="1"/>
          </p:cNvSpPr>
          <p:nvPr>
            <p:ph idx="16" hasCustomPrompt="1"/>
          </p:nvPr>
        </p:nvSpPr>
        <p:spPr>
          <a:xfrm>
            <a:off x="4705591" y="4226093"/>
            <a:ext cx="4033361" cy="231054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4" name="Text Placeholder 18"/>
          <p:cNvSpPr>
            <a:spLocks noGrp="1"/>
          </p:cNvSpPr>
          <p:nvPr>
            <p:ph idx="17" hasCustomPrompt="1"/>
          </p:nvPr>
        </p:nvSpPr>
        <p:spPr>
          <a:xfrm>
            <a:off x="8828931" y="4226093"/>
            <a:ext cx="4062422" cy="231054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0" name="Text Placeholder 8"/>
          <p:cNvSpPr>
            <a:spLocks noGrp="1"/>
          </p:cNvSpPr>
          <p:nvPr>
            <p:ph type="body" sz="quarter" idx="18" hasCustomPrompt="1"/>
          </p:nvPr>
        </p:nvSpPr>
        <p:spPr>
          <a:xfrm>
            <a:off x="553189" y="718571"/>
            <a:ext cx="12309107" cy="835084"/>
          </a:xfrm>
          <a:prstGeom prst="rect">
            <a:avLst/>
          </a:prstGeom>
        </p:spPr>
        <p:txBody>
          <a:bodyPr lIns="0" tIns="0" rIns="0" bIns="0">
            <a:noAutofit/>
          </a:bodyPr>
          <a:lstStyle>
            <a:lvl1pPr marL="0" indent="0">
              <a:buNone/>
              <a:defRPr sz="2516"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1598733469"/>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553187" y="718571"/>
            <a:ext cx="12338164" cy="835084"/>
          </a:xfrm>
          <a:prstGeom prst="rect">
            <a:avLst/>
          </a:prstGeom>
        </p:spPr>
        <p:txBody>
          <a:bodyPr lIns="0" tIns="0" rIns="0" bIns="0">
            <a:noAutofit/>
          </a:bodyPr>
          <a:lstStyle>
            <a:lvl1pPr marL="0" indent="0">
              <a:buNone/>
              <a:defRPr sz="2516" b="0">
                <a:solidFill>
                  <a:srgbClr val="575757"/>
                </a:solidFill>
              </a:defRPr>
            </a:lvl1pPr>
          </a:lstStyle>
          <a:p>
            <a:pPr lvl="0"/>
            <a:r>
              <a:rPr lang="en-US" noProof="0" dirty="0"/>
              <a:t>Click to add subtitle</a:t>
            </a:r>
          </a:p>
        </p:txBody>
      </p:sp>
      <p:sp>
        <p:nvSpPr>
          <p:cNvPr id="11" name="Title Placeholder 1"/>
          <p:cNvSpPr>
            <a:spLocks noGrp="1"/>
          </p:cNvSpPr>
          <p:nvPr>
            <p:ph type="title" hasCustomPrompt="1"/>
          </p:nvPr>
        </p:nvSpPr>
        <p:spPr>
          <a:xfrm>
            <a:off x="553187" y="350134"/>
            <a:ext cx="12338164" cy="368439"/>
          </a:xfrm>
          <a:prstGeom prst="rect">
            <a:avLst/>
          </a:prstGeom>
        </p:spPr>
        <p:txBody>
          <a:bodyPr vert="horz" lIns="0" tIns="0" rIns="0" bIns="0" rtlCol="0" anchor="t" anchorCtr="0">
            <a:noAutofit/>
          </a:bodyPr>
          <a:lstStyle>
            <a:lvl1pPr>
              <a:defRPr/>
            </a:lvl1pPr>
          </a:lstStyle>
          <a:p>
            <a:r>
              <a:rPr lang="en-US" noProof="0" dirty="0"/>
              <a:t>Click to add title</a:t>
            </a:r>
          </a:p>
        </p:txBody>
      </p:sp>
    </p:spTree>
    <p:extLst>
      <p:ext uri="{BB962C8B-B14F-4D97-AF65-F5344CB8AC3E}">
        <p14:creationId xmlns:p14="http://schemas.microsoft.com/office/powerpoint/2010/main" val="4136232508"/>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55780" y="2048845"/>
            <a:ext cx="6028455" cy="1869705"/>
          </a:xfrm>
        </p:spPr>
        <p:txBody>
          <a:bodyPr/>
          <a:lstStyle>
            <a:lvl1pPr>
              <a:spcAft>
                <a:spcPts val="1387"/>
              </a:spcAft>
              <a:defRPr b="1">
                <a:solidFill>
                  <a:schemeClr val="accent1"/>
                </a:solidFill>
              </a:defRPr>
            </a:lvl1pPr>
            <a:lvl2pPr>
              <a:spcAft>
                <a:spcPts val="1387"/>
              </a:spcAft>
              <a:defRPr/>
            </a:lvl2pPr>
            <a:lvl3pPr marL="0" indent="0">
              <a:spcAft>
                <a:spcPts val="1387"/>
              </a:spcAft>
              <a:buNone/>
              <a:defRPr/>
            </a:lvl3pPr>
            <a:lvl4pPr marL="244685" indent="-244685">
              <a:spcAft>
                <a:spcPts val="1387"/>
              </a:spcAft>
              <a:buFont typeface="Arial" panose="020B0604020202020204" pitchFamily="34" charset="0"/>
              <a:buChar char="•"/>
              <a:defRPr/>
            </a:lvl4pPr>
            <a:lvl5pPr marL="494363" indent="-244685">
              <a:spcAft>
                <a:spcPts val="1387"/>
              </a:spcAft>
              <a:defRPr baseline="0"/>
            </a:lvl5pPr>
            <a:lvl6pPr marL="494363" indent="-244685">
              <a:spcAft>
                <a:spcPts val="1387"/>
              </a:spcAft>
              <a:buFont typeface="Verdana" panose="020B0604030504040204" pitchFamily="34" charset="0"/>
              <a:buChar char="−"/>
              <a:defRPr/>
            </a:lvl6pPr>
            <a:lvl7pPr marL="494363" indent="-244685">
              <a:spcAft>
                <a:spcPts val="1387"/>
              </a:spcAft>
              <a:defRPr/>
            </a:lvl7pPr>
            <a:lvl8pPr marL="494363" indent="-244685">
              <a:spcAft>
                <a:spcPts val="1387"/>
              </a:spcAft>
              <a:defRPr/>
            </a:lvl8pPr>
            <a:lvl9pPr marL="494363" indent="-244685">
              <a:spcAft>
                <a:spcPts val="1387"/>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21"/>
          </p:nvPr>
        </p:nvSpPr>
        <p:spPr>
          <a:xfrm>
            <a:off x="6887894" y="2048845"/>
            <a:ext cx="6003458" cy="1869705"/>
          </a:xfrm>
        </p:spPr>
        <p:txBody>
          <a:bodyPr/>
          <a:lstStyle>
            <a:lvl1pPr>
              <a:spcAft>
                <a:spcPts val="1387"/>
              </a:spcAft>
              <a:defRPr b="1">
                <a:solidFill>
                  <a:schemeClr val="accent1"/>
                </a:solidFill>
              </a:defRPr>
            </a:lvl1pPr>
            <a:lvl2pPr>
              <a:spcAft>
                <a:spcPts val="1387"/>
              </a:spcAft>
              <a:defRPr/>
            </a:lvl2pPr>
            <a:lvl3pPr marL="0" indent="0">
              <a:spcAft>
                <a:spcPts val="1387"/>
              </a:spcAft>
              <a:buNone/>
              <a:defRPr/>
            </a:lvl3pPr>
            <a:lvl4pPr marL="244685" indent="-244685">
              <a:spcAft>
                <a:spcPts val="1387"/>
              </a:spcAft>
              <a:buFont typeface="Arial" panose="020B0604020202020204" pitchFamily="34" charset="0"/>
              <a:buChar char="•"/>
              <a:defRPr/>
            </a:lvl4pPr>
            <a:lvl5pPr marL="494363" indent="-244685">
              <a:spcAft>
                <a:spcPts val="1387"/>
              </a:spcAft>
              <a:defRPr baseline="0"/>
            </a:lvl5pPr>
            <a:lvl6pPr marL="494363" indent="-244685">
              <a:spcAft>
                <a:spcPts val="1387"/>
              </a:spcAft>
              <a:buFont typeface="Verdana" panose="020B0604030504040204" pitchFamily="34" charset="0"/>
              <a:buChar char="−"/>
              <a:defRPr/>
            </a:lvl6pPr>
            <a:lvl7pPr marL="494363" indent="-244685">
              <a:spcAft>
                <a:spcPts val="1387"/>
              </a:spcAft>
              <a:defRPr/>
            </a:lvl7pPr>
            <a:lvl8pPr marL="494363" indent="-244685">
              <a:spcAft>
                <a:spcPts val="1387"/>
              </a:spcAft>
              <a:defRPr/>
            </a:lvl8pPr>
            <a:lvl9pPr marL="494363" indent="-244685">
              <a:spcAft>
                <a:spcPts val="1387"/>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 name="Title 1"/>
          <p:cNvSpPr>
            <a:spLocks noGrp="1"/>
          </p:cNvSpPr>
          <p:nvPr>
            <p:ph type="title"/>
          </p:nvPr>
        </p:nvSpPr>
        <p:spPr>
          <a:xfrm>
            <a:off x="553188" y="350137"/>
            <a:ext cx="12338164" cy="368437"/>
          </a:xfrm>
        </p:spPr>
        <p:txBody>
          <a:bodyPr/>
          <a:lstStyle/>
          <a:p>
            <a:r>
              <a:rPr lang="en-US" noProof="0"/>
              <a:t>Click to edit Master title style</a:t>
            </a:r>
            <a:endParaRPr lang="en-US" noProof="0" dirty="0"/>
          </a:p>
        </p:txBody>
      </p:sp>
      <p:sp>
        <p:nvSpPr>
          <p:cNvPr id="4" name="Rectangle 3"/>
          <p:cNvSpPr/>
          <p:nvPr userDrawn="1"/>
        </p:nvSpPr>
        <p:spPr>
          <a:xfrm>
            <a:off x="555780" y="1880653"/>
            <a:ext cx="6028455" cy="584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87"/>
              </a:spcAft>
            </a:pPr>
            <a:endParaRPr lang="en-US" sz="1526" dirty="0">
              <a:solidFill>
                <a:prstClr val="white"/>
              </a:solidFill>
            </a:endParaRPr>
          </a:p>
        </p:txBody>
      </p:sp>
      <p:sp>
        <p:nvSpPr>
          <p:cNvPr id="5" name="Rectangle 4"/>
          <p:cNvSpPr/>
          <p:nvPr userDrawn="1"/>
        </p:nvSpPr>
        <p:spPr>
          <a:xfrm>
            <a:off x="6887894" y="1880653"/>
            <a:ext cx="6013164" cy="584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87"/>
              </a:spcAft>
            </a:pPr>
            <a:endParaRPr lang="en-US" sz="1526" dirty="0">
              <a:solidFill>
                <a:prstClr val="white"/>
              </a:solidFill>
            </a:endParaRPr>
          </a:p>
        </p:txBody>
      </p:sp>
      <p:sp>
        <p:nvSpPr>
          <p:cNvPr id="6" name="Picture Placeholder 29"/>
          <p:cNvSpPr>
            <a:spLocks noGrp="1"/>
          </p:cNvSpPr>
          <p:nvPr>
            <p:ph type="pic" sz="quarter" idx="19" hasCustomPrompt="1"/>
          </p:nvPr>
        </p:nvSpPr>
        <p:spPr>
          <a:xfrm>
            <a:off x="5259485" y="2055486"/>
            <a:ext cx="1334536" cy="605728"/>
          </a:xfrm>
        </p:spPr>
        <p:txBody>
          <a:bodyPr/>
          <a:lstStyle>
            <a:lvl1pPr marL="0" marR="0" indent="0" algn="l" defTabSz="1268366" rtl="0" eaLnBrk="1" fontAlgn="auto" latinLnBrk="0" hangingPunct="1">
              <a:lnSpc>
                <a:spcPct val="100000"/>
              </a:lnSpc>
              <a:spcBef>
                <a:spcPts val="0"/>
              </a:spcBef>
              <a:spcAft>
                <a:spcPts val="1387"/>
              </a:spcAft>
              <a:buClrTx/>
              <a:buSzTx/>
              <a:buFont typeface="Arial" panose="020B0604020202020204" pitchFamily="34" charset="0"/>
              <a:buNone/>
              <a:tabLst/>
              <a:defRPr sz="1249"/>
            </a:lvl1pPr>
          </a:lstStyle>
          <a:p>
            <a:pPr>
              <a:spcBef>
                <a:spcPct val="0"/>
              </a:spcBef>
            </a:pPr>
            <a:r>
              <a:rPr lang="en-US" sz="1664" noProof="0" dirty="0">
                <a:solidFill>
                  <a:schemeClr val="bg1"/>
                </a:solidFill>
              </a:rPr>
              <a:t>Co-brand</a:t>
            </a:r>
            <a:br>
              <a:rPr lang="en-US" sz="1664" noProof="0" dirty="0">
                <a:solidFill>
                  <a:schemeClr val="bg1"/>
                </a:solidFill>
              </a:rPr>
            </a:br>
            <a:r>
              <a:rPr lang="en-US" sz="1664" noProof="0" dirty="0">
                <a:solidFill>
                  <a:schemeClr val="bg1"/>
                </a:solidFill>
              </a:rPr>
              <a:t>Logo</a:t>
            </a:r>
          </a:p>
          <a:p>
            <a:endParaRPr lang="en-US" noProof="0" dirty="0"/>
          </a:p>
        </p:txBody>
      </p:sp>
      <p:sp>
        <p:nvSpPr>
          <p:cNvPr id="7" name="Picture Placeholder 29"/>
          <p:cNvSpPr>
            <a:spLocks noGrp="1"/>
          </p:cNvSpPr>
          <p:nvPr>
            <p:ph type="pic" sz="quarter" idx="20" hasCustomPrompt="1"/>
          </p:nvPr>
        </p:nvSpPr>
        <p:spPr>
          <a:xfrm>
            <a:off x="11495586" y="2048843"/>
            <a:ext cx="1371979" cy="605728"/>
          </a:xfrm>
        </p:spPr>
        <p:txBody>
          <a:bodyPr/>
          <a:lstStyle>
            <a:lvl1pPr marL="0" marR="0" indent="0" algn="l" defTabSz="1268366" rtl="0" eaLnBrk="1" fontAlgn="auto" latinLnBrk="0" hangingPunct="1">
              <a:lnSpc>
                <a:spcPct val="100000"/>
              </a:lnSpc>
              <a:spcBef>
                <a:spcPts val="0"/>
              </a:spcBef>
              <a:spcAft>
                <a:spcPts val="1387"/>
              </a:spcAft>
              <a:buClrTx/>
              <a:buSzTx/>
              <a:buFont typeface="Arial" panose="020B0604020202020204" pitchFamily="34" charset="0"/>
              <a:buNone/>
              <a:tabLst/>
              <a:defRPr sz="1249"/>
            </a:lvl1pPr>
          </a:lstStyle>
          <a:p>
            <a:pPr>
              <a:spcBef>
                <a:spcPct val="0"/>
              </a:spcBef>
            </a:pPr>
            <a:r>
              <a:rPr lang="en-US" sz="1664" noProof="0" dirty="0">
                <a:solidFill>
                  <a:schemeClr val="bg1"/>
                </a:solidFill>
              </a:rPr>
              <a:t>Co-brand</a:t>
            </a:r>
            <a:br>
              <a:rPr lang="en-US" sz="1664" noProof="0" dirty="0">
                <a:solidFill>
                  <a:schemeClr val="bg1"/>
                </a:solidFill>
              </a:rPr>
            </a:br>
            <a:r>
              <a:rPr lang="en-US" sz="1664" noProof="0" dirty="0">
                <a:solidFill>
                  <a:schemeClr val="bg1"/>
                </a:solidFill>
              </a:rPr>
              <a:t>Logo</a:t>
            </a:r>
          </a:p>
          <a:p>
            <a:endParaRPr lang="en-US" noProof="0" dirty="0"/>
          </a:p>
        </p:txBody>
      </p:sp>
      <p:sp>
        <p:nvSpPr>
          <p:cNvPr id="16" name="Text Placeholder 8"/>
          <p:cNvSpPr>
            <a:spLocks noGrp="1"/>
          </p:cNvSpPr>
          <p:nvPr>
            <p:ph type="body" sz="quarter" idx="13" hasCustomPrompt="1"/>
          </p:nvPr>
        </p:nvSpPr>
        <p:spPr>
          <a:xfrm>
            <a:off x="553187" y="718571"/>
            <a:ext cx="12338164" cy="835084"/>
          </a:xfrm>
          <a:prstGeom prst="rect">
            <a:avLst/>
          </a:prstGeom>
        </p:spPr>
        <p:txBody>
          <a:bodyPr lIns="0" tIns="0" rIns="0" bIns="0">
            <a:noAutofit/>
          </a:bodyPr>
          <a:lstStyle>
            <a:lvl1pPr marL="0" indent="0">
              <a:buNone/>
              <a:defRPr sz="2516"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3968425919"/>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55778" y="2048845"/>
            <a:ext cx="6030790" cy="1869705"/>
          </a:xfrm>
        </p:spPr>
        <p:txBody>
          <a:bodyPr/>
          <a:lstStyle>
            <a:lvl1pPr>
              <a:spcAft>
                <a:spcPts val="1387"/>
              </a:spcAft>
              <a:defRPr b="1">
                <a:solidFill>
                  <a:schemeClr val="accent1"/>
                </a:solidFill>
              </a:defRPr>
            </a:lvl1pPr>
            <a:lvl2pPr>
              <a:spcAft>
                <a:spcPts val="1387"/>
              </a:spcAft>
              <a:defRPr/>
            </a:lvl2pPr>
            <a:lvl3pPr marL="0" indent="0">
              <a:spcAft>
                <a:spcPts val="1387"/>
              </a:spcAft>
              <a:buNone/>
              <a:defRPr/>
            </a:lvl3pPr>
            <a:lvl4pPr marL="244685" indent="-244685">
              <a:spcAft>
                <a:spcPts val="1387"/>
              </a:spcAft>
              <a:buFont typeface="Arial" panose="020B0604020202020204" pitchFamily="34" charset="0"/>
              <a:buChar char="•"/>
              <a:defRPr/>
            </a:lvl4pPr>
            <a:lvl5pPr marL="494363" indent="-244685">
              <a:spcAft>
                <a:spcPts val="1387"/>
              </a:spcAft>
              <a:defRPr baseline="0"/>
            </a:lvl5pPr>
            <a:lvl6pPr marL="494363" indent="-244685">
              <a:spcAft>
                <a:spcPts val="1387"/>
              </a:spcAft>
              <a:buFont typeface="Verdana" panose="020B0604030504040204" pitchFamily="34" charset="0"/>
              <a:buChar char="−"/>
              <a:defRPr/>
            </a:lvl6pPr>
            <a:lvl7pPr marL="494363" indent="-244685">
              <a:spcAft>
                <a:spcPts val="1387"/>
              </a:spcAft>
              <a:defRPr/>
            </a:lvl7pPr>
            <a:lvl8pPr marL="494363" indent="-244685">
              <a:spcAft>
                <a:spcPts val="1387"/>
              </a:spcAft>
              <a:defRPr/>
            </a:lvl8pPr>
            <a:lvl9pPr marL="494363" indent="-244685">
              <a:spcAft>
                <a:spcPts val="1387"/>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21"/>
          </p:nvPr>
        </p:nvSpPr>
        <p:spPr>
          <a:xfrm>
            <a:off x="6887894" y="2048845"/>
            <a:ext cx="6015050" cy="1869705"/>
          </a:xfrm>
        </p:spPr>
        <p:txBody>
          <a:bodyPr/>
          <a:lstStyle>
            <a:lvl1pPr>
              <a:spcAft>
                <a:spcPts val="1387"/>
              </a:spcAft>
              <a:defRPr b="1">
                <a:solidFill>
                  <a:schemeClr val="accent1"/>
                </a:solidFill>
              </a:defRPr>
            </a:lvl1pPr>
            <a:lvl2pPr>
              <a:spcAft>
                <a:spcPts val="1387"/>
              </a:spcAft>
              <a:defRPr/>
            </a:lvl2pPr>
            <a:lvl3pPr marL="0" indent="0">
              <a:spcAft>
                <a:spcPts val="1387"/>
              </a:spcAft>
              <a:buNone/>
              <a:defRPr/>
            </a:lvl3pPr>
            <a:lvl4pPr marL="244685" indent="-244685">
              <a:spcAft>
                <a:spcPts val="1387"/>
              </a:spcAft>
              <a:buFont typeface="Arial" panose="020B0604020202020204" pitchFamily="34" charset="0"/>
              <a:buChar char="•"/>
              <a:defRPr/>
            </a:lvl4pPr>
            <a:lvl5pPr marL="494363" indent="-244685">
              <a:spcAft>
                <a:spcPts val="1387"/>
              </a:spcAft>
              <a:defRPr baseline="0"/>
            </a:lvl5pPr>
            <a:lvl6pPr marL="494363" indent="-244685">
              <a:spcAft>
                <a:spcPts val="1387"/>
              </a:spcAft>
              <a:buFont typeface="Verdana" panose="020B0604030504040204" pitchFamily="34" charset="0"/>
              <a:buChar char="−"/>
              <a:defRPr/>
            </a:lvl6pPr>
            <a:lvl7pPr marL="494363" indent="-244685">
              <a:spcAft>
                <a:spcPts val="1387"/>
              </a:spcAft>
              <a:defRPr/>
            </a:lvl7pPr>
            <a:lvl8pPr marL="494363" indent="-244685">
              <a:spcAft>
                <a:spcPts val="1387"/>
              </a:spcAft>
              <a:defRPr/>
            </a:lvl8pPr>
            <a:lvl9pPr marL="494363" indent="-244685">
              <a:spcAft>
                <a:spcPts val="1387"/>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 name="Title 1"/>
          <p:cNvSpPr>
            <a:spLocks noGrp="1"/>
          </p:cNvSpPr>
          <p:nvPr>
            <p:ph type="title"/>
          </p:nvPr>
        </p:nvSpPr>
        <p:spPr>
          <a:xfrm>
            <a:off x="553188" y="350137"/>
            <a:ext cx="12338164" cy="368437"/>
          </a:xfrm>
        </p:spPr>
        <p:txBody>
          <a:bodyPr/>
          <a:lstStyle/>
          <a:p>
            <a:r>
              <a:rPr lang="en-US" noProof="0"/>
              <a:t>Click to edit Master title style</a:t>
            </a:r>
            <a:endParaRPr lang="en-US" noProof="0" dirty="0"/>
          </a:p>
        </p:txBody>
      </p:sp>
      <p:sp>
        <p:nvSpPr>
          <p:cNvPr id="4" name="Rectangle 3"/>
          <p:cNvSpPr/>
          <p:nvPr userDrawn="1"/>
        </p:nvSpPr>
        <p:spPr>
          <a:xfrm>
            <a:off x="555780" y="1880653"/>
            <a:ext cx="6028455" cy="584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87"/>
              </a:spcAft>
            </a:pPr>
            <a:endParaRPr lang="en-US" sz="1526" dirty="0">
              <a:solidFill>
                <a:prstClr val="white"/>
              </a:solidFill>
            </a:endParaRPr>
          </a:p>
        </p:txBody>
      </p:sp>
      <p:sp>
        <p:nvSpPr>
          <p:cNvPr id="5" name="Rectangle 4"/>
          <p:cNvSpPr/>
          <p:nvPr userDrawn="1"/>
        </p:nvSpPr>
        <p:spPr>
          <a:xfrm>
            <a:off x="6887894" y="1880653"/>
            <a:ext cx="6013164" cy="584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87"/>
              </a:spcAft>
            </a:pPr>
            <a:endParaRPr lang="en-US" sz="1526" dirty="0">
              <a:solidFill>
                <a:prstClr val="white"/>
              </a:solidFill>
            </a:endParaRPr>
          </a:p>
        </p:txBody>
      </p:sp>
      <p:sp>
        <p:nvSpPr>
          <p:cNvPr id="7" name="Picture Placeholder 29"/>
          <p:cNvSpPr>
            <a:spLocks noGrp="1"/>
          </p:cNvSpPr>
          <p:nvPr>
            <p:ph type="pic" sz="quarter" idx="20" hasCustomPrompt="1"/>
          </p:nvPr>
        </p:nvSpPr>
        <p:spPr>
          <a:xfrm>
            <a:off x="11495586" y="2048843"/>
            <a:ext cx="1371979" cy="605728"/>
          </a:xfrm>
        </p:spPr>
        <p:txBody>
          <a:bodyPr/>
          <a:lstStyle>
            <a:lvl1pPr marL="0" marR="0" indent="0" algn="l" defTabSz="1268366" rtl="0" eaLnBrk="1" fontAlgn="auto" latinLnBrk="0" hangingPunct="1">
              <a:lnSpc>
                <a:spcPct val="100000"/>
              </a:lnSpc>
              <a:spcBef>
                <a:spcPts val="0"/>
              </a:spcBef>
              <a:spcAft>
                <a:spcPts val="1387"/>
              </a:spcAft>
              <a:buClrTx/>
              <a:buSzTx/>
              <a:buFont typeface="Arial" panose="020B0604020202020204" pitchFamily="34" charset="0"/>
              <a:buNone/>
              <a:tabLst/>
              <a:defRPr sz="1249"/>
            </a:lvl1pPr>
          </a:lstStyle>
          <a:p>
            <a:pPr>
              <a:spcBef>
                <a:spcPct val="0"/>
              </a:spcBef>
            </a:pPr>
            <a:r>
              <a:rPr lang="en-US" sz="1664" noProof="0" dirty="0">
                <a:solidFill>
                  <a:schemeClr val="bg1"/>
                </a:solidFill>
              </a:rPr>
              <a:t>Co-brand</a:t>
            </a:r>
            <a:br>
              <a:rPr lang="en-US" sz="1664" noProof="0" dirty="0">
                <a:solidFill>
                  <a:schemeClr val="bg1"/>
                </a:solidFill>
              </a:rPr>
            </a:br>
            <a:r>
              <a:rPr lang="en-US" sz="1664" noProof="0" dirty="0">
                <a:solidFill>
                  <a:schemeClr val="bg1"/>
                </a:solidFill>
              </a:rPr>
              <a:t>Logo</a:t>
            </a:r>
          </a:p>
          <a:p>
            <a:endParaRPr lang="en-US" noProof="0" dirty="0"/>
          </a:p>
        </p:txBody>
      </p:sp>
      <p:sp>
        <p:nvSpPr>
          <p:cNvPr id="10" name="Text Placeholder 8"/>
          <p:cNvSpPr>
            <a:spLocks noGrp="1"/>
          </p:cNvSpPr>
          <p:nvPr>
            <p:ph type="body" sz="quarter" idx="22"/>
          </p:nvPr>
        </p:nvSpPr>
        <p:spPr>
          <a:xfrm>
            <a:off x="555780" y="4686458"/>
            <a:ext cx="6028455" cy="1869705"/>
          </a:xfrm>
        </p:spPr>
        <p:txBody>
          <a:bodyPr/>
          <a:lstStyle>
            <a:lvl1pPr>
              <a:spcAft>
                <a:spcPts val="1387"/>
              </a:spcAft>
              <a:defRPr b="1">
                <a:solidFill>
                  <a:schemeClr val="accent1"/>
                </a:solidFill>
              </a:defRPr>
            </a:lvl1pPr>
            <a:lvl2pPr>
              <a:spcAft>
                <a:spcPts val="1387"/>
              </a:spcAft>
              <a:defRPr/>
            </a:lvl2pPr>
            <a:lvl3pPr marL="0" indent="0">
              <a:spcAft>
                <a:spcPts val="1387"/>
              </a:spcAft>
              <a:buNone/>
              <a:defRPr/>
            </a:lvl3pPr>
            <a:lvl4pPr marL="244685" indent="-244685">
              <a:spcAft>
                <a:spcPts val="1387"/>
              </a:spcAft>
              <a:buFont typeface="Arial" panose="020B0604020202020204" pitchFamily="34" charset="0"/>
              <a:buChar char="•"/>
              <a:defRPr/>
            </a:lvl4pPr>
            <a:lvl5pPr marL="494363" indent="-244685">
              <a:spcAft>
                <a:spcPts val="1387"/>
              </a:spcAft>
              <a:defRPr baseline="0"/>
            </a:lvl5pPr>
            <a:lvl6pPr marL="494363" indent="-244685">
              <a:spcAft>
                <a:spcPts val="1387"/>
              </a:spcAft>
              <a:buFont typeface="Verdana" panose="020B0604030504040204" pitchFamily="34" charset="0"/>
              <a:buChar char="−"/>
              <a:defRPr/>
            </a:lvl6pPr>
            <a:lvl7pPr marL="494363" indent="-244685">
              <a:spcAft>
                <a:spcPts val="1387"/>
              </a:spcAft>
              <a:defRPr/>
            </a:lvl7pPr>
            <a:lvl8pPr marL="494363" indent="-244685">
              <a:spcAft>
                <a:spcPts val="1387"/>
              </a:spcAft>
              <a:defRPr/>
            </a:lvl8pPr>
            <a:lvl9pPr marL="494363" indent="-244685">
              <a:spcAft>
                <a:spcPts val="1387"/>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23"/>
          </p:nvPr>
        </p:nvSpPr>
        <p:spPr>
          <a:xfrm>
            <a:off x="6887895" y="4686458"/>
            <a:ext cx="6013165" cy="1869705"/>
          </a:xfrm>
        </p:spPr>
        <p:txBody>
          <a:bodyPr/>
          <a:lstStyle>
            <a:lvl1pPr>
              <a:spcAft>
                <a:spcPts val="1387"/>
              </a:spcAft>
              <a:defRPr b="1">
                <a:solidFill>
                  <a:schemeClr val="accent1"/>
                </a:solidFill>
              </a:defRPr>
            </a:lvl1pPr>
            <a:lvl2pPr>
              <a:spcAft>
                <a:spcPts val="1387"/>
              </a:spcAft>
              <a:defRPr/>
            </a:lvl2pPr>
            <a:lvl3pPr marL="0" indent="0">
              <a:spcAft>
                <a:spcPts val="1387"/>
              </a:spcAft>
              <a:buNone/>
              <a:defRPr/>
            </a:lvl3pPr>
            <a:lvl4pPr marL="244685" indent="-244685">
              <a:spcAft>
                <a:spcPts val="1387"/>
              </a:spcAft>
              <a:buFont typeface="Arial" panose="020B0604020202020204" pitchFamily="34" charset="0"/>
              <a:buChar char="•"/>
              <a:defRPr/>
            </a:lvl4pPr>
            <a:lvl5pPr marL="494363" indent="-244685">
              <a:spcAft>
                <a:spcPts val="1387"/>
              </a:spcAft>
              <a:defRPr baseline="0"/>
            </a:lvl5pPr>
            <a:lvl6pPr marL="494363" indent="-244685">
              <a:spcAft>
                <a:spcPts val="1387"/>
              </a:spcAft>
              <a:buFont typeface="Verdana" panose="020B0604030504040204" pitchFamily="34" charset="0"/>
              <a:buChar char="−"/>
              <a:defRPr/>
            </a:lvl6pPr>
            <a:lvl7pPr marL="494363" indent="-244685">
              <a:spcAft>
                <a:spcPts val="1387"/>
              </a:spcAft>
              <a:defRPr/>
            </a:lvl7pPr>
            <a:lvl8pPr marL="494363" indent="-244685">
              <a:spcAft>
                <a:spcPts val="1387"/>
              </a:spcAft>
              <a:defRPr/>
            </a:lvl8pPr>
            <a:lvl9pPr marL="494363" indent="-244685">
              <a:spcAft>
                <a:spcPts val="1387"/>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Rectangle 11"/>
          <p:cNvSpPr/>
          <p:nvPr userDrawn="1"/>
        </p:nvSpPr>
        <p:spPr>
          <a:xfrm>
            <a:off x="555779" y="4525268"/>
            <a:ext cx="6030791"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87"/>
              </a:spcAft>
            </a:pPr>
            <a:endParaRPr lang="en-US" sz="1526" dirty="0">
              <a:solidFill>
                <a:prstClr val="white"/>
              </a:solidFill>
            </a:endParaRPr>
          </a:p>
        </p:txBody>
      </p:sp>
      <p:sp>
        <p:nvSpPr>
          <p:cNvPr id="13" name="Rectangle 12"/>
          <p:cNvSpPr/>
          <p:nvPr userDrawn="1"/>
        </p:nvSpPr>
        <p:spPr>
          <a:xfrm>
            <a:off x="6887895" y="4525268"/>
            <a:ext cx="6004076"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87"/>
              </a:spcAft>
            </a:pPr>
            <a:endParaRPr lang="en-US" sz="1526" dirty="0">
              <a:solidFill>
                <a:prstClr val="white"/>
              </a:solidFill>
            </a:endParaRPr>
          </a:p>
        </p:txBody>
      </p:sp>
      <p:sp>
        <p:nvSpPr>
          <p:cNvPr id="14" name="Picture Placeholder 29"/>
          <p:cNvSpPr>
            <a:spLocks noGrp="1"/>
          </p:cNvSpPr>
          <p:nvPr>
            <p:ph type="pic" sz="quarter" idx="24" hasCustomPrompt="1"/>
          </p:nvPr>
        </p:nvSpPr>
        <p:spPr>
          <a:xfrm>
            <a:off x="5242945" y="4693099"/>
            <a:ext cx="1366709" cy="605728"/>
          </a:xfrm>
        </p:spPr>
        <p:txBody>
          <a:bodyPr/>
          <a:lstStyle>
            <a:lvl1pPr marL="0" marR="0" indent="0" algn="l" defTabSz="1268366" rtl="0" eaLnBrk="1" fontAlgn="auto" latinLnBrk="0" hangingPunct="1">
              <a:lnSpc>
                <a:spcPct val="100000"/>
              </a:lnSpc>
              <a:spcBef>
                <a:spcPts val="0"/>
              </a:spcBef>
              <a:spcAft>
                <a:spcPts val="1387"/>
              </a:spcAft>
              <a:buClrTx/>
              <a:buSzTx/>
              <a:buFont typeface="Arial" panose="020B0604020202020204" pitchFamily="34" charset="0"/>
              <a:buNone/>
              <a:tabLst/>
              <a:defRPr sz="1249"/>
            </a:lvl1pPr>
          </a:lstStyle>
          <a:p>
            <a:pPr>
              <a:spcBef>
                <a:spcPct val="0"/>
              </a:spcBef>
            </a:pPr>
            <a:r>
              <a:rPr lang="en-US" sz="1664" noProof="0" dirty="0">
                <a:solidFill>
                  <a:schemeClr val="bg1"/>
                </a:solidFill>
              </a:rPr>
              <a:t>Co-brand</a:t>
            </a:r>
            <a:br>
              <a:rPr lang="en-US" sz="1664" noProof="0" dirty="0">
                <a:solidFill>
                  <a:schemeClr val="bg1"/>
                </a:solidFill>
              </a:rPr>
            </a:br>
            <a:r>
              <a:rPr lang="en-US" sz="1664" noProof="0" dirty="0">
                <a:solidFill>
                  <a:schemeClr val="bg1"/>
                </a:solidFill>
              </a:rPr>
              <a:t>Logo</a:t>
            </a:r>
          </a:p>
          <a:p>
            <a:endParaRPr lang="en-US" noProof="0" dirty="0"/>
          </a:p>
        </p:txBody>
      </p:sp>
      <p:sp>
        <p:nvSpPr>
          <p:cNvPr id="15" name="Picture Placeholder 29"/>
          <p:cNvSpPr>
            <a:spLocks noGrp="1"/>
          </p:cNvSpPr>
          <p:nvPr>
            <p:ph type="pic" sz="quarter" idx="25" hasCustomPrompt="1"/>
          </p:nvPr>
        </p:nvSpPr>
        <p:spPr>
          <a:xfrm>
            <a:off x="11495584" y="4686456"/>
            <a:ext cx="1371978" cy="605728"/>
          </a:xfrm>
        </p:spPr>
        <p:txBody>
          <a:bodyPr/>
          <a:lstStyle>
            <a:lvl1pPr marL="0" marR="0" indent="0" algn="l" defTabSz="1268366" rtl="0" eaLnBrk="1" fontAlgn="auto" latinLnBrk="0" hangingPunct="1">
              <a:lnSpc>
                <a:spcPct val="100000"/>
              </a:lnSpc>
              <a:spcBef>
                <a:spcPts val="0"/>
              </a:spcBef>
              <a:spcAft>
                <a:spcPts val="1387"/>
              </a:spcAft>
              <a:buClrTx/>
              <a:buSzTx/>
              <a:buFont typeface="Arial" panose="020B0604020202020204" pitchFamily="34" charset="0"/>
              <a:buNone/>
              <a:tabLst/>
              <a:defRPr sz="1249"/>
            </a:lvl1pPr>
          </a:lstStyle>
          <a:p>
            <a:pPr>
              <a:spcBef>
                <a:spcPct val="0"/>
              </a:spcBef>
            </a:pPr>
            <a:r>
              <a:rPr lang="en-US" sz="1664" noProof="0" dirty="0">
                <a:solidFill>
                  <a:schemeClr val="bg1"/>
                </a:solidFill>
              </a:rPr>
              <a:t>Co-brand</a:t>
            </a:r>
            <a:br>
              <a:rPr lang="en-US" sz="1664" noProof="0" dirty="0">
                <a:solidFill>
                  <a:schemeClr val="bg1"/>
                </a:solidFill>
              </a:rPr>
            </a:br>
            <a:r>
              <a:rPr lang="en-US" sz="1664" noProof="0" dirty="0">
                <a:solidFill>
                  <a:schemeClr val="bg1"/>
                </a:solidFill>
              </a:rPr>
              <a:t>Logo</a:t>
            </a:r>
          </a:p>
          <a:p>
            <a:endParaRPr lang="en-US" noProof="0" dirty="0"/>
          </a:p>
        </p:txBody>
      </p:sp>
      <p:sp>
        <p:nvSpPr>
          <p:cNvPr id="16" name="Text Placeholder 8"/>
          <p:cNvSpPr>
            <a:spLocks noGrp="1"/>
          </p:cNvSpPr>
          <p:nvPr>
            <p:ph type="body" sz="quarter" idx="13" hasCustomPrompt="1"/>
          </p:nvPr>
        </p:nvSpPr>
        <p:spPr>
          <a:xfrm>
            <a:off x="553188" y="718571"/>
            <a:ext cx="12347870" cy="835084"/>
          </a:xfrm>
          <a:prstGeom prst="rect">
            <a:avLst/>
          </a:prstGeom>
        </p:spPr>
        <p:txBody>
          <a:bodyPr lIns="0" tIns="0" rIns="0" bIns="0">
            <a:noAutofit/>
          </a:bodyPr>
          <a:lstStyle>
            <a:lvl1pPr marL="0" indent="0">
              <a:buNone/>
              <a:defRPr sz="2516" b="0">
                <a:solidFill>
                  <a:srgbClr val="575757"/>
                </a:solidFill>
              </a:defRPr>
            </a:lvl1pPr>
          </a:lstStyle>
          <a:p>
            <a:pPr lvl="0"/>
            <a:r>
              <a:rPr lang="en-US" noProof="0" dirty="0"/>
              <a:t>Click to add subtitle</a:t>
            </a:r>
          </a:p>
        </p:txBody>
      </p:sp>
      <p:sp>
        <p:nvSpPr>
          <p:cNvPr id="17" name="Picture Placeholder 29"/>
          <p:cNvSpPr>
            <a:spLocks noGrp="1"/>
          </p:cNvSpPr>
          <p:nvPr>
            <p:ph type="pic" sz="quarter" idx="19" hasCustomPrompt="1"/>
          </p:nvPr>
        </p:nvSpPr>
        <p:spPr>
          <a:xfrm>
            <a:off x="5259485" y="2055486"/>
            <a:ext cx="1334536" cy="605728"/>
          </a:xfrm>
        </p:spPr>
        <p:txBody>
          <a:bodyPr/>
          <a:lstStyle>
            <a:lvl1pPr marL="0" marR="0" indent="0" algn="l" defTabSz="1268366" rtl="0" eaLnBrk="1" fontAlgn="auto" latinLnBrk="0" hangingPunct="1">
              <a:lnSpc>
                <a:spcPct val="100000"/>
              </a:lnSpc>
              <a:spcBef>
                <a:spcPts val="0"/>
              </a:spcBef>
              <a:spcAft>
                <a:spcPts val="1387"/>
              </a:spcAft>
              <a:buClrTx/>
              <a:buSzTx/>
              <a:buFont typeface="Arial" panose="020B0604020202020204" pitchFamily="34" charset="0"/>
              <a:buNone/>
              <a:tabLst/>
              <a:defRPr sz="1249"/>
            </a:lvl1pPr>
          </a:lstStyle>
          <a:p>
            <a:pPr>
              <a:spcBef>
                <a:spcPct val="0"/>
              </a:spcBef>
            </a:pPr>
            <a:r>
              <a:rPr lang="en-US" sz="1664" noProof="0" dirty="0">
                <a:solidFill>
                  <a:schemeClr val="bg1"/>
                </a:solidFill>
              </a:rPr>
              <a:t>Co-brand</a:t>
            </a:r>
            <a:br>
              <a:rPr lang="en-US" sz="1664" noProof="0" dirty="0">
                <a:solidFill>
                  <a:schemeClr val="bg1"/>
                </a:solidFill>
              </a:rPr>
            </a:br>
            <a:r>
              <a:rPr lang="en-US" sz="1664" noProof="0" dirty="0">
                <a:solidFill>
                  <a:schemeClr val="bg1"/>
                </a:solidFill>
              </a:rPr>
              <a:t>Logo</a:t>
            </a:r>
          </a:p>
          <a:p>
            <a:endParaRPr lang="en-US" noProof="0" dirty="0"/>
          </a:p>
        </p:txBody>
      </p:sp>
    </p:spTree>
    <p:extLst>
      <p:ext uri="{BB962C8B-B14F-4D97-AF65-F5344CB8AC3E}">
        <p14:creationId xmlns:p14="http://schemas.microsoft.com/office/powerpoint/2010/main" val="789001899"/>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3 column green line">
    <p:spTree>
      <p:nvGrpSpPr>
        <p:cNvPr id="1" name=""/>
        <p:cNvGrpSpPr/>
        <p:nvPr/>
      </p:nvGrpSpPr>
      <p:grpSpPr>
        <a:xfrm>
          <a:off x="0" y="0"/>
          <a:ext cx="0" cy="0"/>
          <a:chOff x="0" y="0"/>
          <a:chExt cx="0" cy="0"/>
        </a:xfrm>
      </p:grpSpPr>
      <p:sp>
        <p:nvSpPr>
          <p:cNvPr id="2" name="Title 1"/>
          <p:cNvSpPr>
            <a:spLocks noGrp="1"/>
          </p:cNvSpPr>
          <p:nvPr>
            <p:ph type="title"/>
          </p:nvPr>
        </p:nvSpPr>
        <p:spPr>
          <a:xfrm>
            <a:off x="553188" y="350137"/>
            <a:ext cx="12338164" cy="368437"/>
          </a:xfrm>
        </p:spPr>
        <p:txBody>
          <a:bodyPr/>
          <a:lstStyle/>
          <a:p>
            <a:r>
              <a:rPr lang="en-US" noProof="0"/>
              <a:t>Click to edit Master title style</a:t>
            </a:r>
            <a:endParaRPr lang="en-US" noProof="0" dirty="0"/>
          </a:p>
        </p:txBody>
      </p:sp>
      <p:sp>
        <p:nvSpPr>
          <p:cNvPr id="4" name="Rectangle 3"/>
          <p:cNvSpPr/>
          <p:nvPr userDrawn="1"/>
        </p:nvSpPr>
        <p:spPr>
          <a:xfrm>
            <a:off x="4763813" y="1881304"/>
            <a:ext cx="3921453"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526" dirty="0">
              <a:solidFill>
                <a:prstClr val="white"/>
              </a:solidFill>
            </a:endParaRPr>
          </a:p>
        </p:txBody>
      </p:sp>
      <p:sp>
        <p:nvSpPr>
          <p:cNvPr id="5" name="Rectangle 4"/>
          <p:cNvSpPr/>
          <p:nvPr userDrawn="1"/>
        </p:nvSpPr>
        <p:spPr>
          <a:xfrm>
            <a:off x="555778" y="1874958"/>
            <a:ext cx="3925734" cy="658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526" dirty="0">
              <a:solidFill>
                <a:prstClr val="white"/>
              </a:solidFill>
            </a:endParaRPr>
          </a:p>
        </p:txBody>
      </p:sp>
      <p:sp>
        <p:nvSpPr>
          <p:cNvPr id="6" name="Rectangle 5"/>
          <p:cNvSpPr/>
          <p:nvPr userDrawn="1"/>
        </p:nvSpPr>
        <p:spPr>
          <a:xfrm>
            <a:off x="8949021" y="1881304"/>
            <a:ext cx="3952038"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526" dirty="0">
              <a:solidFill>
                <a:prstClr val="white"/>
              </a:solidFill>
            </a:endParaRPr>
          </a:p>
        </p:txBody>
      </p:sp>
      <p:sp>
        <p:nvSpPr>
          <p:cNvPr id="7" name="Text Placeholder 8"/>
          <p:cNvSpPr>
            <a:spLocks noGrp="1"/>
          </p:cNvSpPr>
          <p:nvPr>
            <p:ph type="body" sz="quarter" idx="17"/>
          </p:nvPr>
        </p:nvSpPr>
        <p:spPr>
          <a:xfrm>
            <a:off x="4770111" y="2041728"/>
            <a:ext cx="3904316" cy="4241012"/>
          </a:xfrm>
        </p:spPr>
        <p:txBody>
          <a:bodyPr/>
          <a:lstStyle>
            <a:lvl1pPr>
              <a:defRPr b="1">
                <a:solidFill>
                  <a:schemeClr val="accent1"/>
                </a:solidFill>
              </a:defRPr>
            </a:lvl1pPr>
            <a:lvl2pPr>
              <a:spcAft>
                <a:spcPts val="1387"/>
              </a:spcAft>
              <a:defRPr/>
            </a:lvl2pPr>
            <a:lvl3pPr marL="0" indent="0">
              <a:spcAft>
                <a:spcPts val="1387"/>
              </a:spcAft>
              <a:buNone/>
              <a:defRPr/>
            </a:lvl3pPr>
            <a:lvl4pPr marL="244685" indent="-244685">
              <a:spcAft>
                <a:spcPts val="1387"/>
              </a:spcAft>
              <a:buFont typeface="Arial" panose="020B0604020202020204" pitchFamily="34" charset="0"/>
              <a:buChar char="•"/>
              <a:defRPr/>
            </a:lvl4pPr>
            <a:lvl5pPr marL="494363" indent="-244685">
              <a:spcAft>
                <a:spcPts val="1387"/>
              </a:spcAft>
              <a:defRPr baseline="0"/>
            </a:lvl5pPr>
            <a:lvl6pPr marL="494363" indent="-244685">
              <a:spcAft>
                <a:spcPts val="1387"/>
              </a:spcAft>
              <a:buFont typeface="Verdana" panose="020B0604030504040204" pitchFamily="34" charset="0"/>
              <a:buChar char="−"/>
              <a:defRPr/>
            </a:lvl6pPr>
            <a:lvl7pPr marL="494363" indent="-244685">
              <a:spcAft>
                <a:spcPts val="1387"/>
              </a:spcAft>
              <a:defRPr/>
            </a:lvl7pPr>
            <a:lvl8pPr marL="494363" indent="-244685">
              <a:spcAft>
                <a:spcPts val="1387"/>
              </a:spcAft>
              <a:defRPr/>
            </a:lvl8pPr>
            <a:lvl9pPr marL="494363" indent="-244685">
              <a:spcAft>
                <a:spcPts val="1387"/>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8"/>
          </p:nvPr>
        </p:nvSpPr>
        <p:spPr>
          <a:xfrm>
            <a:off x="555778" y="2041728"/>
            <a:ext cx="3925734" cy="4241012"/>
          </a:xfrm>
        </p:spPr>
        <p:txBody>
          <a:bodyPr/>
          <a:lstStyle>
            <a:lvl1pPr>
              <a:defRPr b="1">
                <a:solidFill>
                  <a:schemeClr val="accent1"/>
                </a:solidFill>
              </a:defRPr>
            </a:lvl1pPr>
            <a:lvl2pPr>
              <a:spcAft>
                <a:spcPts val="1387"/>
              </a:spcAft>
              <a:defRPr/>
            </a:lvl2pPr>
            <a:lvl3pPr marL="0" indent="0">
              <a:spcAft>
                <a:spcPts val="1387"/>
              </a:spcAft>
              <a:buNone/>
              <a:defRPr/>
            </a:lvl3pPr>
            <a:lvl4pPr marL="244685" indent="-244685">
              <a:spcAft>
                <a:spcPts val="1387"/>
              </a:spcAft>
              <a:buFont typeface="Arial" panose="020B0604020202020204" pitchFamily="34" charset="0"/>
              <a:buChar char="•"/>
              <a:defRPr/>
            </a:lvl4pPr>
            <a:lvl5pPr marL="494363" indent="-244685">
              <a:spcAft>
                <a:spcPts val="1387"/>
              </a:spcAft>
              <a:defRPr baseline="0"/>
            </a:lvl5pPr>
            <a:lvl6pPr marL="494363" indent="-244685">
              <a:spcAft>
                <a:spcPts val="1387"/>
              </a:spcAft>
              <a:buFont typeface="Verdana" panose="020B0604030504040204" pitchFamily="34" charset="0"/>
              <a:buChar char="−"/>
              <a:defRPr/>
            </a:lvl6pPr>
            <a:lvl7pPr marL="494363" indent="-244685">
              <a:spcAft>
                <a:spcPts val="1387"/>
              </a:spcAft>
              <a:defRPr/>
            </a:lvl7pPr>
            <a:lvl8pPr marL="494363" indent="-244685">
              <a:spcAft>
                <a:spcPts val="1387"/>
              </a:spcAft>
              <a:defRPr/>
            </a:lvl8pPr>
            <a:lvl9pPr marL="494363" indent="-244685">
              <a:spcAft>
                <a:spcPts val="1387"/>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9"/>
          </p:nvPr>
        </p:nvSpPr>
        <p:spPr>
          <a:xfrm>
            <a:off x="8963026" y="2041728"/>
            <a:ext cx="3938033" cy="4241012"/>
          </a:xfrm>
        </p:spPr>
        <p:txBody>
          <a:bodyPr/>
          <a:lstStyle>
            <a:lvl1pPr>
              <a:defRPr b="1">
                <a:solidFill>
                  <a:schemeClr val="accent1"/>
                </a:solidFill>
              </a:defRPr>
            </a:lvl1pPr>
            <a:lvl2pPr>
              <a:spcAft>
                <a:spcPts val="1387"/>
              </a:spcAft>
              <a:defRPr/>
            </a:lvl2pPr>
            <a:lvl3pPr marL="0" indent="0">
              <a:spcAft>
                <a:spcPts val="1387"/>
              </a:spcAft>
              <a:buNone/>
              <a:defRPr/>
            </a:lvl3pPr>
            <a:lvl4pPr marL="244685" indent="-244685">
              <a:spcAft>
                <a:spcPts val="1387"/>
              </a:spcAft>
              <a:buFont typeface="Arial" panose="020B0604020202020204" pitchFamily="34" charset="0"/>
              <a:buChar char="•"/>
              <a:defRPr/>
            </a:lvl4pPr>
            <a:lvl5pPr marL="494363" indent="-244685">
              <a:spcAft>
                <a:spcPts val="1387"/>
              </a:spcAft>
              <a:defRPr baseline="0"/>
            </a:lvl5pPr>
            <a:lvl6pPr marL="494363" indent="-244685">
              <a:spcAft>
                <a:spcPts val="1387"/>
              </a:spcAft>
              <a:buFont typeface="Verdana" panose="020B0604030504040204" pitchFamily="34" charset="0"/>
              <a:buChar char="−"/>
              <a:defRPr/>
            </a:lvl6pPr>
            <a:lvl7pPr marL="494363" indent="-244685">
              <a:spcAft>
                <a:spcPts val="1387"/>
              </a:spcAft>
              <a:defRPr/>
            </a:lvl7pPr>
            <a:lvl8pPr marL="494363" indent="-244685">
              <a:spcAft>
                <a:spcPts val="1387"/>
              </a:spcAft>
              <a:defRPr/>
            </a:lvl8pPr>
            <a:lvl9pPr marL="494363" indent="-244685">
              <a:spcAft>
                <a:spcPts val="1387"/>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3" hasCustomPrompt="1"/>
          </p:nvPr>
        </p:nvSpPr>
        <p:spPr>
          <a:xfrm>
            <a:off x="553189" y="718571"/>
            <a:ext cx="12309107" cy="835084"/>
          </a:xfrm>
          <a:prstGeom prst="rect">
            <a:avLst/>
          </a:prstGeom>
        </p:spPr>
        <p:txBody>
          <a:bodyPr lIns="0" tIns="0" rIns="0" bIns="0">
            <a:noAutofit/>
          </a:bodyPr>
          <a:lstStyle>
            <a:lvl1pPr marL="0" indent="0">
              <a:buNone/>
              <a:defRPr sz="2516"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3900160545"/>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4 column icon">
    <p:spTree>
      <p:nvGrpSpPr>
        <p:cNvPr id="1" name=""/>
        <p:cNvGrpSpPr/>
        <p:nvPr/>
      </p:nvGrpSpPr>
      <p:grpSpPr>
        <a:xfrm>
          <a:off x="0" y="0"/>
          <a:ext cx="0" cy="0"/>
          <a:chOff x="0" y="0"/>
          <a:chExt cx="0" cy="0"/>
        </a:xfrm>
      </p:grpSpPr>
      <p:sp>
        <p:nvSpPr>
          <p:cNvPr id="2" name="Title 1"/>
          <p:cNvSpPr>
            <a:spLocks noGrp="1"/>
          </p:cNvSpPr>
          <p:nvPr>
            <p:ph type="title"/>
          </p:nvPr>
        </p:nvSpPr>
        <p:spPr>
          <a:xfrm>
            <a:off x="553188" y="350137"/>
            <a:ext cx="12338164" cy="368437"/>
          </a:xfrm>
        </p:spPr>
        <p:txBody>
          <a:bodyPr/>
          <a:lstStyle/>
          <a:p>
            <a:r>
              <a:rPr lang="en-US" noProof="0"/>
              <a:t>Click to edit Master title style</a:t>
            </a:r>
            <a:endParaRPr lang="en-US" noProof="0" dirty="0"/>
          </a:p>
        </p:txBody>
      </p:sp>
      <p:sp>
        <p:nvSpPr>
          <p:cNvPr id="4" name="Text Placeholder 8"/>
          <p:cNvSpPr>
            <a:spLocks noGrp="1"/>
          </p:cNvSpPr>
          <p:nvPr>
            <p:ph type="body" sz="quarter" idx="17"/>
          </p:nvPr>
        </p:nvSpPr>
        <p:spPr>
          <a:xfrm>
            <a:off x="555778" y="2818700"/>
            <a:ext cx="2858288" cy="3743710"/>
          </a:xfrm>
        </p:spPr>
        <p:txBody>
          <a:bodyPr/>
          <a:lstStyle>
            <a:lvl1pPr>
              <a:defRPr b="1">
                <a:solidFill>
                  <a:schemeClr val="accent1"/>
                </a:solidFill>
              </a:defRPr>
            </a:lvl1pPr>
            <a:lvl2pPr>
              <a:spcAft>
                <a:spcPts val="1387"/>
              </a:spcAft>
              <a:defRPr/>
            </a:lvl2pPr>
            <a:lvl3pPr marL="0" indent="0">
              <a:spcAft>
                <a:spcPts val="1387"/>
              </a:spcAft>
              <a:buNone/>
              <a:defRPr/>
            </a:lvl3pPr>
            <a:lvl4pPr marL="244685" indent="-244685">
              <a:spcAft>
                <a:spcPts val="1387"/>
              </a:spcAft>
              <a:buFont typeface="Arial" panose="020B0604020202020204" pitchFamily="34" charset="0"/>
              <a:buChar char="•"/>
              <a:defRPr/>
            </a:lvl4pPr>
            <a:lvl5pPr marL="494363" indent="-244685">
              <a:spcAft>
                <a:spcPts val="1387"/>
              </a:spcAft>
              <a:defRPr baseline="0"/>
            </a:lvl5pPr>
            <a:lvl6pPr marL="494363" indent="-244685">
              <a:spcAft>
                <a:spcPts val="1387"/>
              </a:spcAft>
              <a:buFont typeface="Verdana" panose="020B0604030504040204" pitchFamily="34" charset="0"/>
              <a:buChar char="−"/>
              <a:defRPr/>
            </a:lvl6pPr>
            <a:lvl7pPr marL="494363" indent="-244685">
              <a:spcAft>
                <a:spcPts val="1387"/>
              </a:spcAft>
              <a:defRPr/>
            </a:lvl7pPr>
            <a:lvl8pPr marL="494363" indent="-244685">
              <a:spcAft>
                <a:spcPts val="1387"/>
              </a:spcAft>
              <a:defRPr/>
            </a:lvl8pPr>
            <a:lvl9pPr marL="494363" indent="-244685">
              <a:spcAft>
                <a:spcPts val="1387"/>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10031394" y="2818700"/>
            <a:ext cx="2858288" cy="3743710"/>
          </a:xfrm>
        </p:spPr>
        <p:txBody>
          <a:bodyPr/>
          <a:lstStyle>
            <a:lvl1pPr>
              <a:defRPr b="1">
                <a:solidFill>
                  <a:schemeClr val="accent1"/>
                </a:solidFill>
              </a:defRPr>
            </a:lvl1pPr>
            <a:lvl2pPr>
              <a:spcAft>
                <a:spcPts val="1387"/>
              </a:spcAft>
              <a:defRPr/>
            </a:lvl2pPr>
            <a:lvl3pPr marL="0" indent="0">
              <a:spcAft>
                <a:spcPts val="1387"/>
              </a:spcAft>
              <a:buNone/>
              <a:defRPr/>
            </a:lvl3pPr>
            <a:lvl4pPr marL="244685" indent="-244685">
              <a:spcAft>
                <a:spcPts val="1387"/>
              </a:spcAft>
              <a:buFont typeface="Arial" panose="020B0604020202020204" pitchFamily="34" charset="0"/>
              <a:buChar char="•"/>
              <a:defRPr/>
            </a:lvl4pPr>
            <a:lvl5pPr marL="494363" indent="-244685">
              <a:spcAft>
                <a:spcPts val="1387"/>
              </a:spcAft>
              <a:defRPr baseline="0"/>
            </a:lvl5pPr>
            <a:lvl6pPr marL="494363" indent="-244685">
              <a:spcAft>
                <a:spcPts val="1387"/>
              </a:spcAft>
              <a:buFont typeface="Verdana" panose="020B0604030504040204" pitchFamily="34" charset="0"/>
              <a:buChar char="−"/>
              <a:defRPr/>
            </a:lvl6pPr>
            <a:lvl7pPr marL="494363" indent="-244685">
              <a:spcAft>
                <a:spcPts val="1387"/>
              </a:spcAft>
              <a:defRPr/>
            </a:lvl7pPr>
            <a:lvl8pPr marL="494363" indent="-244685">
              <a:spcAft>
                <a:spcPts val="1387"/>
              </a:spcAft>
              <a:defRPr/>
            </a:lvl8pPr>
            <a:lvl9pPr marL="494363" indent="-244685">
              <a:spcAft>
                <a:spcPts val="1387"/>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714316" y="2818700"/>
            <a:ext cx="2858288" cy="3743710"/>
          </a:xfrm>
        </p:spPr>
        <p:txBody>
          <a:bodyPr/>
          <a:lstStyle>
            <a:lvl1pPr>
              <a:defRPr b="1">
                <a:solidFill>
                  <a:schemeClr val="accent1"/>
                </a:solidFill>
              </a:defRPr>
            </a:lvl1pPr>
            <a:lvl2pPr>
              <a:spcAft>
                <a:spcPts val="1387"/>
              </a:spcAft>
              <a:defRPr/>
            </a:lvl2pPr>
            <a:lvl3pPr marL="0" indent="0">
              <a:spcAft>
                <a:spcPts val="1387"/>
              </a:spcAft>
              <a:buNone/>
              <a:defRPr/>
            </a:lvl3pPr>
            <a:lvl4pPr marL="244685" indent="-244685">
              <a:spcAft>
                <a:spcPts val="1387"/>
              </a:spcAft>
              <a:buFont typeface="Arial" panose="020B0604020202020204" pitchFamily="34" charset="0"/>
              <a:buChar char="•"/>
              <a:defRPr/>
            </a:lvl4pPr>
            <a:lvl5pPr marL="494363" indent="-244685">
              <a:spcAft>
                <a:spcPts val="1387"/>
              </a:spcAft>
              <a:defRPr baseline="0"/>
            </a:lvl5pPr>
            <a:lvl6pPr marL="494363" indent="-244685">
              <a:spcAft>
                <a:spcPts val="1387"/>
              </a:spcAft>
              <a:buFont typeface="Verdana" panose="020B0604030504040204" pitchFamily="34" charset="0"/>
              <a:buChar char="−"/>
              <a:defRPr/>
            </a:lvl6pPr>
            <a:lvl7pPr marL="494363" indent="-244685">
              <a:spcAft>
                <a:spcPts val="1387"/>
              </a:spcAft>
              <a:defRPr/>
            </a:lvl7pPr>
            <a:lvl8pPr marL="494363" indent="-244685">
              <a:spcAft>
                <a:spcPts val="1387"/>
              </a:spcAft>
              <a:defRPr/>
            </a:lvl8pPr>
            <a:lvl9pPr marL="494363" indent="-244685">
              <a:spcAft>
                <a:spcPts val="1387"/>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872856" y="2818700"/>
            <a:ext cx="2858288" cy="3743710"/>
          </a:xfrm>
        </p:spPr>
        <p:txBody>
          <a:bodyPr/>
          <a:lstStyle>
            <a:lvl1pPr>
              <a:defRPr b="1">
                <a:solidFill>
                  <a:schemeClr val="accent1"/>
                </a:solidFill>
              </a:defRPr>
            </a:lvl1pPr>
            <a:lvl2pPr>
              <a:spcAft>
                <a:spcPts val="1387"/>
              </a:spcAft>
              <a:defRPr/>
            </a:lvl2pPr>
            <a:lvl3pPr marL="0" indent="0">
              <a:spcAft>
                <a:spcPts val="1387"/>
              </a:spcAft>
              <a:buNone/>
              <a:defRPr/>
            </a:lvl3pPr>
            <a:lvl4pPr marL="244685" indent="-244685">
              <a:spcAft>
                <a:spcPts val="1387"/>
              </a:spcAft>
              <a:buFont typeface="Arial" panose="020B0604020202020204" pitchFamily="34" charset="0"/>
              <a:buChar char="•"/>
              <a:defRPr/>
            </a:lvl4pPr>
            <a:lvl5pPr marL="494363" indent="-244685">
              <a:spcAft>
                <a:spcPts val="1387"/>
              </a:spcAft>
              <a:defRPr baseline="0"/>
            </a:lvl5pPr>
            <a:lvl6pPr marL="494363" indent="-244685">
              <a:spcAft>
                <a:spcPts val="1387"/>
              </a:spcAft>
              <a:buFont typeface="Verdana" panose="020B0604030504040204" pitchFamily="34" charset="0"/>
              <a:buChar char="−"/>
              <a:defRPr/>
            </a:lvl6pPr>
            <a:lvl7pPr marL="494363" indent="-244685">
              <a:spcAft>
                <a:spcPts val="1387"/>
              </a:spcAft>
              <a:defRPr/>
            </a:lvl7pPr>
            <a:lvl8pPr marL="494363" indent="-244685">
              <a:spcAft>
                <a:spcPts val="1387"/>
              </a:spcAft>
              <a:defRPr/>
            </a:lvl8pPr>
            <a:lvl9pPr marL="494363" indent="-244685">
              <a:spcAft>
                <a:spcPts val="1387"/>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3" hasCustomPrompt="1"/>
          </p:nvPr>
        </p:nvSpPr>
        <p:spPr>
          <a:xfrm>
            <a:off x="553187" y="718571"/>
            <a:ext cx="12338164" cy="835084"/>
          </a:xfrm>
          <a:prstGeom prst="rect">
            <a:avLst/>
          </a:prstGeom>
        </p:spPr>
        <p:txBody>
          <a:bodyPr lIns="0" tIns="0" rIns="0" bIns="0">
            <a:noAutofit/>
          </a:bodyPr>
          <a:lstStyle>
            <a:lvl1pPr marL="0" indent="0">
              <a:buNone/>
              <a:defRPr sz="2516"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750714678"/>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4 column icon green">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53187" y="350135"/>
            <a:ext cx="12338166" cy="408241"/>
          </a:xfrm>
        </p:spPr>
        <p:txBody>
          <a:bodyPr/>
          <a:lstStyle>
            <a:lvl1pPr>
              <a:defRPr>
                <a:solidFill>
                  <a:schemeClr val="bg1"/>
                </a:solidFill>
              </a:defRPr>
            </a:lvl1pPr>
          </a:lstStyle>
          <a:p>
            <a:r>
              <a:rPr lang="en-US" noProof="0"/>
              <a:t>Click to edit Master title style</a:t>
            </a:r>
            <a:endParaRPr lang="en-US" noProof="0" dirty="0"/>
          </a:p>
        </p:txBody>
      </p:sp>
      <p:sp>
        <p:nvSpPr>
          <p:cNvPr id="4" name="Text Placeholder 8"/>
          <p:cNvSpPr>
            <a:spLocks noGrp="1"/>
          </p:cNvSpPr>
          <p:nvPr>
            <p:ph type="body" sz="quarter" idx="17"/>
          </p:nvPr>
        </p:nvSpPr>
        <p:spPr>
          <a:xfrm>
            <a:off x="555778" y="2818700"/>
            <a:ext cx="2858288" cy="3743710"/>
          </a:xfrm>
        </p:spPr>
        <p:txBody>
          <a:bodyPr/>
          <a:lstStyle>
            <a:lvl1pPr>
              <a:defRPr b="1">
                <a:solidFill>
                  <a:schemeClr val="bg1"/>
                </a:solidFill>
              </a:defRPr>
            </a:lvl1pPr>
            <a:lvl2pPr>
              <a:spcAft>
                <a:spcPts val="1387"/>
              </a:spcAft>
              <a:defRPr>
                <a:solidFill>
                  <a:schemeClr val="bg1"/>
                </a:solidFill>
              </a:defRPr>
            </a:lvl2pPr>
            <a:lvl3pPr marL="0" indent="0">
              <a:spcAft>
                <a:spcPts val="1387"/>
              </a:spcAft>
              <a:buNone/>
              <a:defRPr>
                <a:solidFill>
                  <a:schemeClr val="bg1"/>
                </a:solidFill>
              </a:defRPr>
            </a:lvl3pPr>
            <a:lvl4pPr marL="244685" indent="-244685">
              <a:spcAft>
                <a:spcPts val="1387"/>
              </a:spcAft>
              <a:buFont typeface="Arial" panose="020B0604020202020204" pitchFamily="34" charset="0"/>
              <a:buChar char="•"/>
              <a:defRPr>
                <a:solidFill>
                  <a:schemeClr val="bg1"/>
                </a:solidFill>
              </a:defRPr>
            </a:lvl4pPr>
            <a:lvl5pPr marL="494363" indent="-244685">
              <a:spcAft>
                <a:spcPts val="1387"/>
              </a:spcAft>
              <a:defRPr baseline="0">
                <a:solidFill>
                  <a:schemeClr val="bg1"/>
                </a:solidFill>
              </a:defRPr>
            </a:lvl5pPr>
            <a:lvl6pPr marL="494363" indent="-244685">
              <a:spcAft>
                <a:spcPts val="1387"/>
              </a:spcAft>
              <a:buFont typeface="Verdana" panose="020B0604030504040204" pitchFamily="34" charset="0"/>
              <a:buChar char="−"/>
              <a:defRPr>
                <a:solidFill>
                  <a:schemeClr val="bg1"/>
                </a:solidFill>
              </a:defRPr>
            </a:lvl6pPr>
            <a:lvl7pPr marL="494363" indent="-244685">
              <a:spcAft>
                <a:spcPts val="1387"/>
              </a:spcAft>
              <a:defRPr>
                <a:solidFill>
                  <a:schemeClr val="bg1"/>
                </a:solidFill>
              </a:defRPr>
            </a:lvl7pPr>
            <a:lvl8pPr marL="494363" indent="-244685">
              <a:spcAft>
                <a:spcPts val="1387"/>
              </a:spcAft>
              <a:defRPr>
                <a:solidFill>
                  <a:schemeClr val="bg1"/>
                </a:solidFill>
              </a:defRPr>
            </a:lvl8pPr>
            <a:lvl9pPr marL="494363" indent="-244685">
              <a:spcAft>
                <a:spcPts val="1387"/>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10035712" y="2818700"/>
            <a:ext cx="2858288" cy="3743710"/>
          </a:xfrm>
        </p:spPr>
        <p:txBody>
          <a:bodyPr/>
          <a:lstStyle>
            <a:lvl1pPr>
              <a:defRPr b="1">
                <a:solidFill>
                  <a:schemeClr val="bg1"/>
                </a:solidFill>
              </a:defRPr>
            </a:lvl1pPr>
            <a:lvl2pPr>
              <a:spcAft>
                <a:spcPts val="1387"/>
              </a:spcAft>
              <a:defRPr>
                <a:solidFill>
                  <a:schemeClr val="bg1"/>
                </a:solidFill>
              </a:defRPr>
            </a:lvl2pPr>
            <a:lvl3pPr marL="0" indent="0">
              <a:spcAft>
                <a:spcPts val="1387"/>
              </a:spcAft>
              <a:buNone/>
              <a:defRPr>
                <a:solidFill>
                  <a:schemeClr val="bg1"/>
                </a:solidFill>
              </a:defRPr>
            </a:lvl3pPr>
            <a:lvl4pPr marL="244685" indent="-244685">
              <a:spcAft>
                <a:spcPts val="1387"/>
              </a:spcAft>
              <a:buFont typeface="Arial" panose="020B0604020202020204" pitchFamily="34" charset="0"/>
              <a:buChar char="•"/>
              <a:defRPr>
                <a:solidFill>
                  <a:schemeClr val="bg1"/>
                </a:solidFill>
              </a:defRPr>
            </a:lvl4pPr>
            <a:lvl5pPr marL="494363" indent="-244685">
              <a:spcAft>
                <a:spcPts val="1387"/>
              </a:spcAft>
              <a:defRPr baseline="0">
                <a:solidFill>
                  <a:schemeClr val="bg1"/>
                </a:solidFill>
              </a:defRPr>
            </a:lvl5pPr>
            <a:lvl6pPr marL="494363" indent="-244685">
              <a:spcAft>
                <a:spcPts val="1387"/>
              </a:spcAft>
              <a:buFont typeface="Verdana" panose="020B0604030504040204" pitchFamily="34" charset="0"/>
              <a:buChar char="−"/>
              <a:defRPr>
                <a:solidFill>
                  <a:schemeClr val="bg1"/>
                </a:solidFill>
              </a:defRPr>
            </a:lvl6pPr>
            <a:lvl7pPr marL="494363" indent="-244685">
              <a:spcAft>
                <a:spcPts val="1387"/>
              </a:spcAft>
              <a:defRPr>
                <a:solidFill>
                  <a:schemeClr val="bg1"/>
                </a:solidFill>
              </a:defRPr>
            </a:lvl7pPr>
            <a:lvl8pPr marL="494363" indent="-244685">
              <a:spcAft>
                <a:spcPts val="1387"/>
              </a:spcAft>
              <a:defRPr>
                <a:solidFill>
                  <a:schemeClr val="bg1"/>
                </a:solidFill>
              </a:defRPr>
            </a:lvl8pPr>
            <a:lvl9pPr marL="494363" indent="-244685">
              <a:spcAft>
                <a:spcPts val="1387"/>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715756" y="2818700"/>
            <a:ext cx="2858288" cy="3743710"/>
          </a:xfrm>
        </p:spPr>
        <p:txBody>
          <a:bodyPr/>
          <a:lstStyle>
            <a:lvl1pPr>
              <a:defRPr b="1">
                <a:solidFill>
                  <a:schemeClr val="bg1"/>
                </a:solidFill>
              </a:defRPr>
            </a:lvl1pPr>
            <a:lvl2pPr>
              <a:spcAft>
                <a:spcPts val="1387"/>
              </a:spcAft>
              <a:defRPr>
                <a:solidFill>
                  <a:schemeClr val="bg1"/>
                </a:solidFill>
              </a:defRPr>
            </a:lvl2pPr>
            <a:lvl3pPr marL="0" indent="0">
              <a:spcAft>
                <a:spcPts val="1387"/>
              </a:spcAft>
              <a:buNone/>
              <a:defRPr>
                <a:solidFill>
                  <a:schemeClr val="bg1"/>
                </a:solidFill>
              </a:defRPr>
            </a:lvl3pPr>
            <a:lvl4pPr marL="244685" indent="-244685">
              <a:spcAft>
                <a:spcPts val="1387"/>
              </a:spcAft>
              <a:buFont typeface="Arial" panose="020B0604020202020204" pitchFamily="34" charset="0"/>
              <a:buChar char="•"/>
              <a:defRPr>
                <a:solidFill>
                  <a:schemeClr val="bg1"/>
                </a:solidFill>
              </a:defRPr>
            </a:lvl4pPr>
            <a:lvl5pPr marL="494363" indent="-244685">
              <a:spcAft>
                <a:spcPts val="1387"/>
              </a:spcAft>
              <a:defRPr baseline="0">
                <a:solidFill>
                  <a:schemeClr val="bg1"/>
                </a:solidFill>
              </a:defRPr>
            </a:lvl5pPr>
            <a:lvl6pPr marL="494363" indent="-244685">
              <a:spcAft>
                <a:spcPts val="1387"/>
              </a:spcAft>
              <a:buFont typeface="Verdana" panose="020B0604030504040204" pitchFamily="34" charset="0"/>
              <a:buChar char="−"/>
              <a:defRPr>
                <a:solidFill>
                  <a:schemeClr val="bg1"/>
                </a:solidFill>
              </a:defRPr>
            </a:lvl6pPr>
            <a:lvl7pPr marL="494363" indent="-244685">
              <a:spcAft>
                <a:spcPts val="1387"/>
              </a:spcAft>
              <a:defRPr>
                <a:solidFill>
                  <a:schemeClr val="bg1"/>
                </a:solidFill>
              </a:defRPr>
            </a:lvl7pPr>
            <a:lvl8pPr marL="494363" indent="-244685">
              <a:spcAft>
                <a:spcPts val="1387"/>
              </a:spcAft>
              <a:defRPr>
                <a:solidFill>
                  <a:schemeClr val="bg1"/>
                </a:solidFill>
              </a:defRPr>
            </a:lvl8pPr>
            <a:lvl9pPr marL="494363" indent="-244685">
              <a:spcAft>
                <a:spcPts val="1387"/>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875734" y="2818700"/>
            <a:ext cx="2858288" cy="3743710"/>
          </a:xfrm>
        </p:spPr>
        <p:txBody>
          <a:bodyPr/>
          <a:lstStyle>
            <a:lvl1pPr>
              <a:defRPr b="1">
                <a:solidFill>
                  <a:schemeClr val="bg1"/>
                </a:solidFill>
              </a:defRPr>
            </a:lvl1pPr>
            <a:lvl2pPr>
              <a:spcAft>
                <a:spcPts val="1387"/>
              </a:spcAft>
              <a:defRPr>
                <a:solidFill>
                  <a:schemeClr val="bg1"/>
                </a:solidFill>
              </a:defRPr>
            </a:lvl2pPr>
            <a:lvl3pPr marL="0" indent="0">
              <a:spcAft>
                <a:spcPts val="1387"/>
              </a:spcAft>
              <a:buNone/>
              <a:defRPr>
                <a:solidFill>
                  <a:schemeClr val="bg1"/>
                </a:solidFill>
              </a:defRPr>
            </a:lvl3pPr>
            <a:lvl4pPr marL="244685" indent="-244685">
              <a:spcAft>
                <a:spcPts val="1387"/>
              </a:spcAft>
              <a:buFont typeface="Arial" panose="020B0604020202020204" pitchFamily="34" charset="0"/>
              <a:buChar char="•"/>
              <a:defRPr>
                <a:solidFill>
                  <a:schemeClr val="bg1"/>
                </a:solidFill>
              </a:defRPr>
            </a:lvl4pPr>
            <a:lvl5pPr marL="494363" indent="-244685">
              <a:spcAft>
                <a:spcPts val="1387"/>
              </a:spcAft>
              <a:defRPr baseline="0">
                <a:solidFill>
                  <a:schemeClr val="bg1"/>
                </a:solidFill>
              </a:defRPr>
            </a:lvl5pPr>
            <a:lvl6pPr marL="494363" indent="-244685">
              <a:spcAft>
                <a:spcPts val="1387"/>
              </a:spcAft>
              <a:buFont typeface="Verdana" panose="020B0604030504040204" pitchFamily="34" charset="0"/>
              <a:buChar char="−"/>
              <a:defRPr>
                <a:solidFill>
                  <a:schemeClr val="bg1"/>
                </a:solidFill>
              </a:defRPr>
            </a:lvl6pPr>
            <a:lvl7pPr marL="494363" indent="-244685">
              <a:spcAft>
                <a:spcPts val="1387"/>
              </a:spcAft>
              <a:defRPr>
                <a:solidFill>
                  <a:schemeClr val="bg1"/>
                </a:solidFill>
              </a:defRPr>
            </a:lvl7pPr>
            <a:lvl8pPr marL="494363" indent="-244685">
              <a:spcAft>
                <a:spcPts val="1387"/>
              </a:spcAft>
              <a:defRPr>
                <a:solidFill>
                  <a:schemeClr val="bg1"/>
                </a:solidFill>
              </a:defRPr>
            </a:lvl8pPr>
            <a:lvl9pPr marL="494363" indent="-244685">
              <a:spcAft>
                <a:spcPts val="1387"/>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3" hasCustomPrompt="1"/>
          </p:nvPr>
        </p:nvSpPr>
        <p:spPr>
          <a:xfrm>
            <a:off x="553187" y="758374"/>
            <a:ext cx="12338166" cy="835084"/>
          </a:xfrm>
          <a:prstGeom prst="rect">
            <a:avLst/>
          </a:prstGeom>
        </p:spPr>
        <p:txBody>
          <a:bodyPr lIns="0" tIns="0" rIns="0" bIns="0">
            <a:noAutofit/>
          </a:bodyPr>
          <a:lstStyle>
            <a:lvl1pPr marL="0" indent="0">
              <a:buNone/>
              <a:defRPr sz="2516" b="0">
                <a:solidFill>
                  <a:schemeClr val="bg1"/>
                </a:solidFill>
              </a:defRPr>
            </a:lvl1pPr>
          </a:lstStyle>
          <a:p>
            <a:pPr lvl="0"/>
            <a:r>
              <a:rPr lang="en-US" noProof="0" dirty="0"/>
              <a:t>Click to add subtitle</a:t>
            </a:r>
          </a:p>
        </p:txBody>
      </p:sp>
      <p:sp>
        <p:nvSpPr>
          <p:cNvPr id="13" name="TextBox 12"/>
          <p:cNvSpPr txBox="1"/>
          <p:nvPr userDrawn="1"/>
        </p:nvSpPr>
        <p:spPr>
          <a:xfrm>
            <a:off x="6986026" y="7142694"/>
            <a:ext cx="5399606" cy="277640"/>
          </a:xfrm>
          <a:prstGeom prst="rect">
            <a:avLst/>
          </a:prstGeom>
          <a:noFill/>
        </p:spPr>
        <p:txBody>
          <a:bodyPr wrap="square" lIns="0" tIns="0" rIns="0" bIns="0" rtlCol="0">
            <a:spAutoFit/>
          </a:bodyPr>
          <a:lstStyle/>
          <a:p>
            <a:pPr algn="r">
              <a:buSzPct val="100000"/>
              <a:buFont typeface="Arial"/>
              <a:buNone/>
            </a:pPr>
            <a:r>
              <a:rPr lang="en-US" sz="902" dirty="0">
                <a:solidFill>
                  <a:prstClr val="white"/>
                </a:solidFill>
              </a:rPr>
              <a:t>Presentation title</a:t>
            </a:r>
            <a:br>
              <a:rPr lang="en-US" sz="902" dirty="0">
                <a:solidFill>
                  <a:prstClr val="white"/>
                </a:solidFill>
              </a:rPr>
            </a:br>
            <a:r>
              <a:rPr lang="en-US" sz="902" dirty="0">
                <a:solidFill>
                  <a:prstClr val="white"/>
                </a:solidFill>
              </a:rPr>
              <a:t>[To edit, click View &gt; Slide Master &gt; Slide Master]</a:t>
            </a:r>
          </a:p>
        </p:txBody>
      </p:sp>
      <p:sp>
        <p:nvSpPr>
          <p:cNvPr id="14" name="TextBox 13"/>
          <p:cNvSpPr txBox="1"/>
          <p:nvPr userDrawn="1"/>
        </p:nvSpPr>
        <p:spPr>
          <a:xfrm>
            <a:off x="553188" y="7142695"/>
            <a:ext cx="5905327" cy="138821"/>
          </a:xfrm>
          <a:prstGeom prst="rect">
            <a:avLst/>
          </a:prstGeom>
          <a:noFill/>
        </p:spPr>
        <p:txBody>
          <a:bodyPr wrap="square" lIns="0" tIns="0" rIns="0" bIns="0" rtlCol="0">
            <a:spAutoFit/>
          </a:bodyPr>
          <a:lstStyle/>
          <a:p>
            <a:pPr>
              <a:spcBef>
                <a:spcPts val="833"/>
              </a:spcBef>
              <a:buSzPct val="100000"/>
              <a:buFont typeface="Arial"/>
              <a:buNone/>
            </a:pPr>
            <a:r>
              <a:rPr lang="fr-FR" sz="902" dirty="0">
                <a:solidFill>
                  <a:prstClr val="white"/>
                </a:solidFill>
              </a:rPr>
              <a:t>© 2024 Deloitte Touche Tohmatsu India LLP</a:t>
            </a:r>
          </a:p>
        </p:txBody>
      </p:sp>
      <p:sp>
        <p:nvSpPr>
          <p:cNvPr id="15" name="TextBox 14"/>
          <p:cNvSpPr txBox="1"/>
          <p:nvPr userDrawn="1"/>
        </p:nvSpPr>
        <p:spPr>
          <a:xfrm>
            <a:off x="12551739" y="7142695"/>
            <a:ext cx="339614" cy="138821"/>
          </a:xfrm>
          <a:prstGeom prst="rect">
            <a:avLst/>
          </a:prstGeom>
          <a:noFill/>
        </p:spPr>
        <p:txBody>
          <a:bodyPr wrap="square" lIns="0" tIns="0" rIns="0" bIns="0" rtlCol="0">
            <a:spAutoFit/>
          </a:bodyPr>
          <a:lstStyle/>
          <a:p>
            <a:pPr algn="r">
              <a:spcBef>
                <a:spcPts val="833"/>
              </a:spcBef>
              <a:buSzPct val="100000"/>
              <a:buFont typeface="Arial"/>
              <a:buNone/>
            </a:pPr>
            <a:fld id="{C58DF478-B544-4ED8-9ED4-6A2648E2D233}" type="slidenum">
              <a:rPr lang="en-US" sz="902" smtClean="0">
                <a:solidFill>
                  <a:prstClr val="white"/>
                </a:solidFill>
              </a:rPr>
              <a:pPr algn="r">
                <a:spcBef>
                  <a:spcPts val="833"/>
                </a:spcBef>
                <a:buSzPct val="100000"/>
                <a:buFont typeface="Arial"/>
                <a:buNone/>
              </a:pPr>
              <a:t>‹#›</a:t>
            </a:fld>
            <a:endParaRPr lang="en-US" sz="902" dirty="0">
              <a:solidFill>
                <a:prstClr val="white"/>
              </a:solidFill>
            </a:endParaRPr>
          </a:p>
        </p:txBody>
      </p:sp>
    </p:spTree>
    <p:extLst>
      <p:ext uri="{BB962C8B-B14F-4D97-AF65-F5344CB8AC3E}">
        <p14:creationId xmlns:p14="http://schemas.microsoft.com/office/powerpoint/2010/main" val="2911138596"/>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itle, subtitle, 1 column text with charts">
    <p:spTree>
      <p:nvGrpSpPr>
        <p:cNvPr id="1" name=""/>
        <p:cNvGrpSpPr/>
        <p:nvPr/>
      </p:nvGrpSpPr>
      <p:grpSpPr>
        <a:xfrm>
          <a:off x="0" y="0"/>
          <a:ext cx="0" cy="0"/>
          <a:chOff x="0" y="0"/>
          <a:chExt cx="0" cy="0"/>
        </a:xfrm>
      </p:grpSpPr>
      <p:sp>
        <p:nvSpPr>
          <p:cNvPr id="8" name="Text Placeholder 8"/>
          <p:cNvSpPr>
            <a:spLocks noGrp="1"/>
          </p:cNvSpPr>
          <p:nvPr>
            <p:ph type="body" sz="quarter" idx="13" hasCustomPrompt="1"/>
          </p:nvPr>
        </p:nvSpPr>
        <p:spPr>
          <a:xfrm>
            <a:off x="553187" y="718571"/>
            <a:ext cx="12338164" cy="835084"/>
          </a:xfrm>
          <a:prstGeom prst="rect">
            <a:avLst/>
          </a:prstGeom>
        </p:spPr>
        <p:txBody>
          <a:bodyPr lIns="0" tIns="0" rIns="0" bIns="0">
            <a:noAutofit/>
          </a:bodyPr>
          <a:lstStyle>
            <a:lvl1pPr marL="0" indent="0">
              <a:buNone/>
              <a:defRPr sz="2516" b="0">
                <a:solidFill>
                  <a:srgbClr val="575757"/>
                </a:solidFill>
              </a:defRPr>
            </a:lvl1pPr>
          </a:lstStyle>
          <a:p>
            <a:pPr lvl="0"/>
            <a:r>
              <a:rPr lang="en-US" noProof="0" dirty="0"/>
              <a:t>Click to add subtitle</a:t>
            </a:r>
          </a:p>
        </p:txBody>
      </p:sp>
      <p:sp>
        <p:nvSpPr>
          <p:cNvPr id="9" name="Title Placeholder 1"/>
          <p:cNvSpPr>
            <a:spLocks noGrp="1"/>
          </p:cNvSpPr>
          <p:nvPr>
            <p:ph type="title" hasCustomPrompt="1"/>
          </p:nvPr>
        </p:nvSpPr>
        <p:spPr>
          <a:xfrm>
            <a:off x="553187" y="350134"/>
            <a:ext cx="12338164" cy="368439"/>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0" name="Text Placeholder 18"/>
          <p:cNvSpPr>
            <a:spLocks noGrp="1"/>
          </p:cNvSpPr>
          <p:nvPr>
            <p:ph idx="1"/>
          </p:nvPr>
        </p:nvSpPr>
        <p:spPr>
          <a:xfrm>
            <a:off x="553189" y="1836446"/>
            <a:ext cx="6169083" cy="520121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208014197"/>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endParaRPr lang="en-US" noProof="0" dirty="0"/>
          </a:p>
        </p:txBody>
      </p:sp>
    </p:spTree>
    <p:extLst>
      <p:ext uri="{BB962C8B-B14F-4D97-AF65-F5344CB8AC3E}">
        <p14:creationId xmlns:p14="http://schemas.microsoft.com/office/powerpoint/2010/main" val="3077750923"/>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0908015"/>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userDrawn="1">
  <p:cSld name="End slide">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81196" y="4644853"/>
            <a:ext cx="9377144" cy="2392803"/>
          </a:xfrm>
        </p:spPr>
        <p:txBody>
          <a:bodyPr anchor="b" anchorCtr="0"/>
          <a:lstStyle>
            <a:lvl1pPr>
              <a:lnSpc>
                <a:spcPct val="100000"/>
              </a:lnSpc>
              <a:spcAft>
                <a:spcPts val="833"/>
              </a:spcAft>
              <a:defRPr sz="1249"/>
            </a:lvl1pPr>
          </a:lstStyle>
          <a:p>
            <a:pPr lvl="0"/>
            <a:r>
              <a:rPr lang="en-US"/>
              <a:t>Click to edit Master text styles</a:t>
            </a:r>
          </a:p>
        </p:txBody>
      </p:sp>
      <p:sp>
        <p:nvSpPr>
          <p:cNvPr id="3" name="Picture Placeholder 2"/>
          <p:cNvSpPr>
            <a:spLocks noGrp="1"/>
          </p:cNvSpPr>
          <p:nvPr>
            <p:ph type="pic" sz="quarter" idx="14" hasCustomPrompt="1"/>
          </p:nvPr>
        </p:nvSpPr>
        <p:spPr>
          <a:xfrm>
            <a:off x="10333557" y="5002098"/>
            <a:ext cx="2219643" cy="1545541"/>
          </a:xfrm>
        </p:spPr>
        <p:txBody>
          <a:bodyPr anchor="ctr" anchorCtr="0"/>
          <a:lstStyle>
            <a:lvl1pPr algn="ctr">
              <a:defRPr sz="1249"/>
            </a:lvl1pPr>
          </a:lstStyle>
          <a:p>
            <a:r>
              <a:rPr lang="en-GB" sz="1249" dirty="0"/>
              <a:t>Insert sponsorship mark here</a:t>
            </a:r>
            <a:endParaRPr lang="en-GB" dirty="0"/>
          </a:p>
        </p:txBody>
      </p:sp>
      <p:sp>
        <p:nvSpPr>
          <p:cNvPr id="8" name="Text Placeholder 7"/>
          <p:cNvSpPr>
            <a:spLocks noGrp="1"/>
          </p:cNvSpPr>
          <p:nvPr>
            <p:ph type="body" sz="quarter" idx="15"/>
          </p:nvPr>
        </p:nvSpPr>
        <p:spPr>
          <a:xfrm>
            <a:off x="10333561" y="6636550"/>
            <a:ext cx="2219641" cy="401105"/>
          </a:xfrm>
        </p:spPr>
        <p:txBody>
          <a:bodyPr anchor="b" anchorCtr="0"/>
          <a:lstStyle>
            <a:lvl1pPr>
              <a:lnSpc>
                <a:spcPct val="100000"/>
              </a:lnSpc>
              <a:defRPr sz="1318"/>
            </a:lvl1pPr>
          </a:lstStyle>
          <a:p>
            <a:pPr lvl="0"/>
            <a:r>
              <a:rPr lang="en-US"/>
              <a:t>Click to edit Master text styles</a:t>
            </a:r>
          </a:p>
        </p:txBody>
      </p:sp>
      <p:pic>
        <p:nvPicPr>
          <p:cNvPr id="9" name="LogoDisclaimerPage"/>
          <p:cNvPicPr>
            <a:picLocks noChangeAspect="1"/>
          </p:cNvPicPr>
          <p:nvPr userDrawn="1"/>
        </p:nvPicPr>
        <p:blipFill>
          <a:blip r:embed="rId2"/>
          <a:stretch>
            <a:fillRect/>
          </a:stretch>
        </p:blipFill>
        <p:spPr>
          <a:xfrm>
            <a:off x="475200" y="464400"/>
            <a:ext cx="2361750" cy="1035216"/>
          </a:xfrm>
          <a:prstGeom prst="rect">
            <a:avLst/>
          </a:prstGeom>
        </p:spPr>
      </p:pic>
    </p:spTree>
    <p:extLst>
      <p:ext uri="{BB962C8B-B14F-4D97-AF65-F5344CB8AC3E}">
        <p14:creationId xmlns:p14="http://schemas.microsoft.com/office/powerpoint/2010/main" val="181067711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1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763294" y="801940"/>
            <a:ext cx="7939688" cy="5955000"/>
          </a:xfrm>
          <a:prstGeom prst="rect">
            <a:avLst/>
          </a:prstGeom>
        </p:spPr>
        <p:txBody>
          <a:bodyPr/>
          <a:lstStyle>
            <a:lvl1pPr>
              <a:defRPr>
                <a:solidFill>
                  <a:schemeClr val="bg1"/>
                </a:solidFill>
              </a:defRPr>
            </a:lvl1pPr>
          </a:lstStyle>
          <a:p>
            <a:r>
              <a:rPr lang="en-US" noProof="0"/>
              <a:t>Click icon to add picture</a:t>
            </a:r>
            <a:endParaRPr lang="en-US" noProof="0" dirty="0"/>
          </a:p>
        </p:txBody>
      </p:sp>
      <p:sp>
        <p:nvSpPr>
          <p:cNvPr id="3" name="Subtitle 2"/>
          <p:cNvSpPr>
            <a:spLocks noGrp="1"/>
          </p:cNvSpPr>
          <p:nvPr>
            <p:ph type="subTitle" idx="1" hasCustomPrompt="1"/>
          </p:nvPr>
        </p:nvSpPr>
        <p:spPr bwMode="gray">
          <a:xfrm>
            <a:off x="555767" y="6466942"/>
            <a:ext cx="6166502" cy="557614"/>
          </a:xfrm>
          <a:prstGeom prst="rect">
            <a:avLst/>
          </a:prstGeom>
        </p:spPr>
        <p:txBody>
          <a:bodyPr lIns="0" tIns="0" rIns="0" bIns="0" anchor="b" anchorCtr="0">
            <a:noAutofit/>
          </a:bodyPr>
          <a:lstStyle>
            <a:lvl1pPr marL="0" indent="0" algn="l">
              <a:lnSpc>
                <a:spcPct val="100000"/>
              </a:lnSpc>
              <a:spcAft>
                <a:spcPts val="0"/>
              </a:spcAft>
              <a:buNone/>
              <a:defRPr sz="2497" b="1">
                <a:solidFill>
                  <a:schemeClr val="bg1"/>
                </a:solidFill>
              </a:defRPr>
            </a:lvl1pPr>
            <a:lvl2pPr marL="0" marR="0" indent="0" algn="l" defTabSz="1268366" rtl="0" eaLnBrk="1" fontAlgn="auto" latinLnBrk="0" hangingPunct="1">
              <a:lnSpc>
                <a:spcPct val="100000"/>
              </a:lnSpc>
              <a:spcBef>
                <a:spcPts val="0"/>
              </a:spcBef>
              <a:spcAft>
                <a:spcPts val="0"/>
              </a:spcAft>
              <a:buClrTx/>
              <a:buSzPct val="100000"/>
              <a:buFont typeface="Arial"/>
              <a:buNone/>
              <a:tabLst/>
              <a:defRPr sz="2219" b="0">
                <a:solidFill>
                  <a:schemeClr val="bg1"/>
                </a:solidFill>
              </a:defRPr>
            </a:lvl2pPr>
            <a:lvl3pPr marL="0" indent="0" algn="l">
              <a:spcAft>
                <a:spcPts val="0"/>
              </a:spcAft>
              <a:buNone/>
              <a:defRPr sz="2219">
                <a:solidFill>
                  <a:schemeClr val="bg1"/>
                </a:solidFill>
              </a:defRPr>
            </a:lvl3pPr>
            <a:lvl4pPr marL="1902548" indent="0" algn="ctr">
              <a:buNone/>
              <a:defRPr sz="2219"/>
            </a:lvl4pPr>
            <a:lvl5pPr marL="2536732" indent="0" algn="ctr">
              <a:buNone/>
              <a:defRPr sz="2219"/>
            </a:lvl5pPr>
            <a:lvl6pPr marL="3170915" indent="0" algn="ctr">
              <a:buNone/>
              <a:defRPr sz="2219"/>
            </a:lvl6pPr>
            <a:lvl7pPr marL="3805098" indent="0" algn="ctr">
              <a:buNone/>
              <a:defRPr sz="2219"/>
            </a:lvl7pPr>
            <a:lvl8pPr marL="4439281" indent="0" algn="ctr">
              <a:buNone/>
              <a:defRPr sz="2219"/>
            </a:lvl8pPr>
            <a:lvl9pPr marL="5073463" indent="0" algn="ctr">
              <a:buNone/>
              <a:defRPr sz="2219"/>
            </a:lvl9pPr>
          </a:lstStyle>
          <a:p>
            <a:r>
              <a:rPr lang="en-US" noProof="0" dirty="0"/>
              <a:t>Click to edit Master title style</a:t>
            </a:r>
          </a:p>
          <a:p>
            <a:pPr marL="0" marR="0" lvl="1" indent="0" algn="l" defTabSz="1268366" rtl="0" eaLnBrk="1" fontAlgn="auto" latinLnBrk="0" hangingPunct="1">
              <a:lnSpc>
                <a:spcPct val="100000"/>
              </a:lnSpc>
              <a:spcBef>
                <a:spcPts val="0"/>
              </a:spcBef>
              <a:spcAft>
                <a:spcPts val="0"/>
              </a:spcAft>
              <a:buClrTx/>
              <a:buSzPct val="100000"/>
              <a:buFont typeface="Arial"/>
              <a:buNone/>
              <a:tabLst/>
              <a:defRPr/>
            </a:pPr>
            <a:r>
              <a:rPr lang="en-US" noProof="0" dirty="0"/>
              <a:t>Click to edit Master subtitle style</a:t>
            </a:r>
          </a:p>
        </p:txBody>
      </p:sp>
      <p:sp>
        <p:nvSpPr>
          <p:cNvPr id="5" name="Text Placeholder 4"/>
          <p:cNvSpPr>
            <a:spLocks noGrp="1"/>
          </p:cNvSpPr>
          <p:nvPr>
            <p:ph type="body" sz="quarter" idx="10"/>
          </p:nvPr>
        </p:nvSpPr>
        <p:spPr>
          <a:xfrm>
            <a:off x="553190" y="7037652"/>
            <a:ext cx="6169081" cy="329124"/>
          </a:xfrm>
          <a:prstGeom prst="rect">
            <a:avLst/>
          </a:prstGeom>
        </p:spPr>
        <p:txBody>
          <a:bodyPr/>
          <a:lstStyle>
            <a:lvl1pPr>
              <a:spcAft>
                <a:spcPts val="0"/>
              </a:spcAft>
              <a:defRPr sz="1387">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2" name="Group 21"/>
          <p:cNvGrpSpPr>
            <a:grpSpLocks noChangeAspect="1"/>
          </p:cNvGrpSpPr>
          <p:nvPr userDrawn="1"/>
        </p:nvGrpSpPr>
        <p:grpSpPr>
          <a:xfrm>
            <a:off x="553187" y="416853"/>
            <a:ext cx="2380839" cy="359839"/>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582" noProof="0" dirty="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582" noProof="0" dirty="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582" noProof="0" dirty="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582" noProof="0" dirty="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582" noProof="0" dirty="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582" noProof="0" dirty="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582" noProof="0" dirty="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582" noProof="0" dirty="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582" noProof="0" dirty="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582" noProof="0" dirty="0">
                <a:solidFill>
                  <a:schemeClr val="bg1"/>
                </a:solidFill>
              </a:endParaRPr>
            </a:p>
          </p:txBody>
        </p:sp>
      </p:grpSp>
    </p:spTree>
    <p:extLst>
      <p:ext uri="{BB962C8B-B14F-4D97-AF65-F5344CB8AC3E}">
        <p14:creationId xmlns:p14="http://schemas.microsoft.com/office/powerpoint/2010/main" val="210455783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userDrawn="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745603" y="801940"/>
            <a:ext cx="7939688" cy="5955000"/>
          </a:xfrm>
          <a:prstGeom prst="rect">
            <a:avLst/>
          </a:prstGeom>
        </p:spPr>
        <p:txBody>
          <a:bodyPr/>
          <a:lstStyle/>
          <a:p>
            <a:r>
              <a:rPr lang="en-US" noProof="0"/>
              <a:t>Click icon to add picture</a:t>
            </a:r>
            <a:endParaRPr lang="en-US" noProof="0" dirty="0"/>
          </a:p>
        </p:txBody>
      </p:sp>
      <p:sp>
        <p:nvSpPr>
          <p:cNvPr id="3" name="Subtitle 2"/>
          <p:cNvSpPr>
            <a:spLocks noGrp="1"/>
          </p:cNvSpPr>
          <p:nvPr>
            <p:ph type="subTitle" idx="1" hasCustomPrompt="1"/>
          </p:nvPr>
        </p:nvSpPr>
        <p:spPr bwMode="gray">
          <a:xfrm>
            <a:off x="553188" y="6466942"/>
            <a:ext cx="6169080" cy="557614"/>
          </a:xfrm>
          <a:prstGeom prst="rect">
            <a:avLst/>
          </a:prstGeom>
        </p:spPr>
        <p:txBody>
          <a:bodyPr lIns="0" tIns="0" rIns="0" bIns="0" anchor="b" anchorCtr="0">
            <a:noAutofit/>
          </a:bodyPr>
          <a:lstStyle>
            <a:lvl1pPr marL="0" indent="0" algn="l">
              <a:lnSpc>
                <a:spcPct val="100000"/>
              </a:lnSpc>
              <a:spcAft>
                <a:spcPts val="0"/>
              </a:spcAft>
              <a:buNone/>
              <a:defRPr sz="2497" b="1">
                <a:solidFill>
                  <a:schemeClr val="tx1"/>
                </a:solidFill>
              </a:defRPr>
            </a:lvl1pPr>
            <a:lvl2pPr marL="0" indent="0" algn="l">
              <a:buNone/>
              <a:defRPr sz="2219" b="0"/>
            </a:lvl2pPr>
            <a:lvl3pPr marL="1268366" indent="0" algn="ctr">
              <a:buNone/>
              <a:defRPr sz="2497"/>
            </a:lvl3pPr>
            <a:lvl4pPr marL="1902548" indent="0" algn="ctr">
              <a:buNone/>
              <a:defRPr sz="2219"/>
            </a:lvl4pPr>
            <a:lvl5pPr marL="2536732" indent="0" algn="ctr">
              <a:buNone/>
              <a:defRPr sz="2219"/>
            </a:lvl5pPr>
            <a:lvl6pPr marL="3170915" indent="0" algn="ctr">
              <a:buNone/>
              <a:defRPr sz="2219"/>
            </a:lvl6pPr>
            <a:lvl7pPr marL="3805098" indent="0" algn="ctr">
              <a:buNone/>
              <a:defRPr sz="2219"/>
            </a:lvl7pPr>
            <a:lvl8pPr marL="4439281" indent="0" algn="ctr">
              <a:buNone/>
              <a:defRPr sz="2219"/>
            </a:lvl8pPr>
            <a:lvl9pPr marL="5073463" indent="0" algn="ctr">
              <a:buNone/>
              <a:defRPr sz="2219"/>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553190" y="7037652"/>
            <a:ext cx="6169081" cy="329124"/>
          </a:xfrm>
          <a:prstGeom prst="rect">
            <a:avLst/>
          </a:prstGeom>
        </p:spPr>
        <p:txBody>
          <a:bodyPr/>
          <a:lstStyle>
            <a:lvl1pPr>
              <a:spcAft>
                <a:spcPts val="0"/>
              </a:spcAft>
              <a:defRPr sz="1387">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9" name="Group 18"/>
          <p:cNvGrpSpPr/>
          <p:nvPr userDrawn="1"/>
        </p:nvGrpSpPr>
        <p:grpSpPr>
          <a:xfrm>
            <a:off x="553187" y="416853"/>
            <a:ext cx="2380839" cy="359839"/>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582" noProof="0" dirty="0">
                <a:solidFill>
                  <a:schemeClr val="bg1"/>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582" noProof="0" dirty="0">
                <a:solidFill>
                  <a:schemeClr val="bg1"/>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582" noProof="0" dirty="0">
                <a:solidFill>
                  <a:schemeClr val="bg1"/>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582" noProof="0" dirty="0">
                <a:solidFill>
                  <a:schemeClr val="bg1"/>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582" noProof="0" dirty="0">
                <a:solidFill>
                  <a:schemeClr val="bg1"/>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582" noProof="0" dirty="0">
                <a:solidFill>
                  <a:schemeClr val="bg1"/>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582" noProof="0" dirty="0">
                <a:solidFill>
                  <a:schemeClr val="bg1"/>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582" noProof="0" dirty="0">
                <a:solidFill>
                  <a:schemeClr val="bg1"/>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582" noProof="0" dirty="0">
                <a:solidFill>
                  <a:schemeClr val="bg1"/>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582" noProof="0" dirty="0">
                <a:solidFill>
                  <a:schemeClr val="bg1"/>
                </a:solidFill>
              </a:endParaRPr>
            </a:p>
          </p:txBody>
        </p:sp>
      </p:grpSp>
    </p:spTree>
    <p:extLst>
      <p:ext uri="{BB962C8B-B14F-4D97-AF65-F5344CB8AC3E}">
        <p14:creationId xmlns:p14="http://schemas.microsoft.com/office/powerpoint/2010/main" val="2783079461"/>
      </p:ext>
    </p:extLst>
  </p:cSld>
  <p:clrMapOvr>
    <a:masterClrMapping/>
  </p:clrMapOvr>
  <p:transition>
    <p:fade/>
  </p:transition>
  <p:extLst>
    <p:ext uri="{DCECCB84-F9BA-43D5-87BE-67443E8EF086}">
      <p15:sldGuideLst xmlns:p15="http://schemas.microsoft.com/office/powerpoint/2012/main">
        <p15:guide id="1" orient="horz" pos="4508" userDrawn="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1_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678722" y="1508600"/>
            <a:ext cx="6087094" cy="4565500"/>
          </a:xfrm>
          <a:prstGeom prst="ellipse">
            <a:avLst/>
          </a:prstGeom>
          <a:ln w="25400">
            <a:solidFill>
              <a:schemeClr val="accent1"/>
            </a:solidFill>
          </a:ln>
        </p:spPr>
        <p:txBody>
          <a:bodyPr lIns="108000" tIns="108000" rIns="108000" bIns="108000" anchor="ctr" anchorCtr="0">
            <a:normAutofit/>
          </a:bodyPr>
          <a:lstStyle>
            <a:lvl1pPr algn="ctr">
              <a:lnSpc>
                <a:spcPts val="5826"/>
              </a:lnSpc>
              <a:defRPr sz="4993"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555767" y="6466942"/>
            <a:ext cx="6166502" cy="557614"/>
          </a:xfrm>
          <a:prstGeom prst="rect">
            <a:avLst/>
          </a:prstGeom>
        </p:spPr>
        <p:txBody>
          <a:bodyPr lIns="0" tIns="0" rIns="0" bIns="0" anchor="b" anchorCtr="0">
            <a:noAutofit/>
          </a:bodyPr>
          <a:lstStyle>
            <a:lvl1pPr marL="0" indent="0" algn="l">
              <a:lnSpc>
                <a:spcPct val="100000"/>
              </a:lnSpc>
              <a:spcAft>
                <a:spcPts val="0"/>
              </a:spcAft>
              <a:buNone/>
              <a:defRPr sz="2219">
                <a:solidFill>
                  <a:schemeClr val="bg1"/>
                </a:solidFill>
              </a:defRPr>
            </a:lvl1pPr>
            <a:lvl2pPr marL="634183" indent="0" algn="ctr">
              <a:buNone/>
              <a:defRPr sz="2775"/>
            </a:lvl2pPr>
            <a:lvl3pPr marL="1268366" indent="0" algn="ctr">
              <a:buNone/>
              <a:defRPr sz="2497"/>
            </a:lvl3pPr>
            <a:lvl4pPr marL="1902548" indent="0" algn="ctr">
              <a:buNone/>
              <a:defRPr sz="2219"/>
            </a:lvl4pPr>
            <a:lvl5pPr marL="2536732" indent="0" algn="ctr">
              <a:buNone/>
              <a:defRPr sz="2219"/>
            </a:lvl5pPr>
            <a:lvl6pPr marL="3170915" indent="0" algn="ctr">
              <a:buNone/>
              <a:defRPr sz="2219"/>
            </a:lvl6pPr>
            <a:lvl7pPr marL="3805098" indent="0" algn="ctr">
              <a:buNone/>
              <a:defRPr sz="2219"/>
            </a:lvl7pPr>
            <a:lvl8pPr marL="4439281" indent="0" algn="ctr">
              <a:buNone/>
              <a:defRPr sz="2219"/>
            </a:lvl8pPr>
            <a:lvl9pPr marL="5073463" indent="0" algn="ctr">
              <a:buNone/>
              <a:defRPr sz="2219"/>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553190" y="7037652"/>
            <a:ext cx="6169081" cy="329124"/>
          </a:xfrm>
          <a:prstGeom prst="rect">
            <a:avLst/>
          </a:prstGeom>
        </p:spPr>
        <p:txBody>
          <a:bodyPr/>
          <a:lstStyle>
            <a:lvl1pPr>
              <a:spcAft>
                <a:spcPts val="0"/>
              </a:spcAft>
              <a:defRPr sz="1387">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2" name="Group 21"/>
          <p:cNvGrpSpPr>
            <a:grpSpLocks noChangeAspect="1"/>
          </p:cNvGrpSpPr>
          <p:nvPr userDrawn="1"/>
        </p:nvGrpSpPr>
        <p:grpSpPr>
          <a:xfrm>
            <a:off x="553187" y="416853"/>
            <a:ext cx="2380839" cy="359839"/>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582" noProof="0" dirty="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582" noProof="0" dirty="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582" noProof="0" dirty="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582" noProof="0" dirty="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582" noProof="0" dirty="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582" noProof="0" dirty="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582" noProof="0" dirty="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582" noProof="0" dirty="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582" noProof="0" dirty="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582" noProof="0" dirty="0">
                <a:solidFill>
                  <a:schemeClr val="bg1"/>
                </a:solidFill>
              </a:endParaRPr>
            </a:p>
          </p:txBody>
        </p:sp>
      </p:grpSp>
    </p:spTree>
    <p:extLst>
      <p:ext uri="{BB962C8B-B14F-4D97-AF65-F5344CB8AC3E}">
        <p14:creationId xmlns:p14="http://schemas.microsoft.com/office/powerpoint/2010/main" val="166500873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userDrawn="1">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1_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678722" y="1508600"/>
            <a:ext cx="6087094" cy="4565500"/>
          </a:xfrm>
          <a:prstGeom prst="ellipse">
            <a:avLst/>
          </a:prstGeom>
          <a:ln w="25400">
            <a:solidFill>
              <a:schemeClr val="accent1"/>
            </a:solidFill>
          </a:ln>
        </p:spPr>
        <p:txBody>
          <a:bodyPr lIns="108000" tIns="108000" rIns="108000" bIns="108000" anchor="ctr" anchorCtr="0">
            <a:normAutofit/>
          </a:bodyPr>
          <a:lstStyle>
            <a:lvl1pPr algn="ctr">
              <a:lnSpc>
                <a:spcPts val="5826"/>
              </a:lnSpc>
              <a:defRPr sz="4993"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553188" y="6466942"/>
            <a:ext cx="6169080" cy="557614"/>
          </a:xfrm>
          <a:prstGeom prst="rect">
            <a:avLst/>
          </a:prstGeom>
        </p:spPr>
        <p:txBody>
          <a:bodyPr lIns="0" tIns="0" rIns="0" bIns="0" anchor="b" anchorCtr="0">
            <a:noAutofit/>
          </a:bodyPr>
          <a:lstStyle>
            <a:lvl1pPr marL="0" indent="0" algn="l">
              <a:lnSpc>
                <a:spcPct val="100000"/>
              </a:lnSpc>
              <a:spcAft>
                <a:spcPts val="0"/>
              </a:spcAft>
              <a:buNone/>
              <a:defRPr sz="2219">
                <a:solidFill>
                  <a:schemeClr val="tx1"/>
                </a:solidFill>
              </a:defRPr>
            </a:lvl1pPr>
            <a:lvl2pPr marL="634183" indent="0" algn="ctr">
              <a:buNone/>
              <a:defRPr sz="2775"/>
            </a:lvl2pPr>
            <a:lvl3pPr marL="1268366" indent="0" algn="ctr">
              <a:buNone/>
              <a:defRPr sz="2497"/>
            </a:lvl3pPr>
            <a:lvl4pPr marL="1902548" indent="0" algn="ctr">
              <a:buNone/>
              <a:defRPr sz="2219"/>
            </a:lvl4pPr>
            <a:lvl5pPr marL="2536732" indent="0" algn="ctr">
              <a:buNone/>
              <a:defRPr sz="2219"/>
            </a:lvl5pPr>
            <a:lvl6pPr marL="3170915" indent="0" algn="ctr">
              <a:buNone/>
              <a:defRPr sz="2219"/>
            </a:lvl6pPr>
            <a:lvl7pPr marL="3805098" indent="0" algn="ctr">
              <a:buNone/>
              <a:defRPr sz="2219"/>
            </a:lvl7pPr>
            <a:lvl8pPr marL="4439281" indent="0" algn="ctr">
              <a:buNone/>
              <a:defRPr sz="2219"/>
            </a:lvl8pPr>
            <a:lvl9pPr marL="5073463" indent="0" algn="ctr">
              <a:buNone/>
              <a:defRPr sz="2219"/>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553190" y="7037652"/>
            <a:ext cx="6169081" cy="329124"/>
          </a:xfrm>
          <a:prstGeom prst="rect">
            <a:avLst/>
          </a:prstGeom>
        </p:spPr>
        <p:txBody>
          <a:bodyPr/>
          <a:lstStyle>
            <a:lvl1pPr>
              <a:spcAft>
                <a:spcPts val="0"/>
              </a:spcAft>
              <a:defRPr sz="1387">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4" name="Group 3"/>
          <p:cNvGrpSpPr/>
          <p:nvPr userDrawn="1"/>
        </p:nvGrpSpPr>
        <p:grpSpPr>
          <a:xfrm>
            <a:off x="553187" y="416853"/>
            <a:ext cx="2380839" cy="359839"/>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582" noProof="0" dirty="0">
                <a:solidFill>
                  <a:schemeClr val="bg1"/>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582" noProof="0" dirty="0">
                <a:solidFill>
                  <a:schemeClr val="bg1"/>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582" noProof="0" dirty="0">
                <a:solidFill>
                  <a:schemeClr val="bg1"/>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582" noProof="0" dirty="0">
                <a:solidFill>
                  <a:schemeClr val="bg1"/>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582" noProof="0" dirty="0">
                <a:solidFill>
                  <a:schemeClr val="bg1"/>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582" noProof="0" dirty="0">
                <a:solidFill>
                  <a:schemeClr val="bg1"/>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582" noProof="0" dirty="0">
                <a:solidFill>
                  <a:schemeClr val="bg1"/>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582" noProof="0" dirty="0">
                <a:solidFill>
                  <a:schemeClr val="bg1"/>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582" noProof="0" dirty="0">
                <a:solidFill>
                  <a:schemeClr val="bg1"/>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582" noProof="0" dirty="0">
                <a:solidFill>
                  <a:schemeClr val="bg1"/>
                </a:solidFill>
              </a:endParaRPr>
            </a:p>
          </p:txBody>
        </p:sp>
      </p:grpSp>
    </p:spTree>
    <p:extLst>
      <p:ext uri="{BB962C8B-B14F-4D97-AF65-F5344CB8AC3E}">
        <p14:creationId xmlns:p14="http://schemas.microsoft.com/office/powerpoint/2010/main" val="3258162802"/>
      </p:ext>
    </p:extLst>
  </p:cSld>
  <p:clrMapOvr>
    <a:masterClrMapping/>
  </p:clrMapOvr>
  <p:transition>
    <p:fade/>
  </p:transition>
  <p:extLst>
    <p:ext uri="{DCECCB84-F9BA-43D5-87BE-67443E8EF086}">
      <p15:sldGuideLst xmlns:p15="http://schemas.microsoft.com/office/powerpoint/2012/main">
        <p15:guide id="1" orient="horz" pos="4508" userDrawn="1">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53188" y="1880977"/>
            <a:ext cx="11623923" cy="1756067"/>
          </a:xfrm>
        </p:spPr>
        <p:txBody>
          <a:bodyPr anchor="b"/>
          <a:lstStyle>
            <a:lvl1pPr>
              <a:lnSpc>
                <a:spcPct val="95000"/>
              </a:lnSpc>
              <a:defRPr sz="4905"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53188" y="3781428"/>
            <a:ext cx="11623923" cy="1727537"/>
          </a:xfrm>
        </p:spPr>
        <p:txBody>
          <a:bodyPr lIns="0" tIns="0" rIns="0" bIns="0">
            <a:noAutofit/>
          </a:bodyPr>
          <a:lstStyle>
            <a:lvl1pPr marL="0" indent="0">
              <a:lnSpc>
                <a:spcPct val="95000"/>
              </a:lnSpc>
              <a:spcAft>
                <a:spcPts val="0"/>
              </a:spcAft>
              <a:buNone/>
              <a:defRPr sz="4905">
                <a:solidFill>
                  <a:schemeClr val="bg1"/>
                </a:solidFill>
              </a:defRPr>
            </a:lvl1pPr>
            <a:lvl2pPr marL="634183" indent="0">
              <a:buNone/>
              <a:defRPr sz="2775">
                <a:solidFill>
                  <a:schemeClr val="tx1">
                    <a:tint val="75000"/>
                  </a:schemeClr>
                </a:solidFill>
              </a:defRPr>
            </a:lvl2pPr>
            <a:lvl3pPr marL="1268366" indent="0">
              <a:buNone/>
              <a:defRPr sz="2497">
                <a:solidFill>
                  <a:schemeClr val="tx1">
                    <a:tint val="75000"/>
                  </a:schemeClr>
                </a:solidFill>
              </a:defRPr>
            </a:lvl3pPr>
            <a:lvl4pPr marL="1902548" indent="0">
              <a:buNone/>
              <a:defRPr sz="2219">
                <a:solidFill>
                  <a:schemeClr val="tx1">
                    <a:tint val="75000"/>
                  </a:schemeClr>
                </a:solidFill>
              </a:defRPr>
            </a:lvl4pPr>
            <a:lvl5pPr marL="2536732" indent="0">
              <a:buNone/>
              <a:defRPr sz="2219">
                <a:solidFill>
                  <a:schemeClr val="tx1">
                    <a:tint val="75000"/>
                  </a:schemeClr>
                </a:solidFill>
              </a:defRPr>
            </a:lvl5pPr>
            <a:lvl6pPr marL="3170915" indent="0">
              <a:buNone/>
              <a:defRPr sz="2219">
                <a:solidFill>
                  <a:schemeClr val="tx1">
                    <a:tint val="75000"/>
                  </a:schemeClr>
                </a:solidFill>
              </a:defRPr>
            </a:lvl6pPr>
            <a:lvl7pPr marL="3805098" indent="0">
              <a:buNone/>
              <a:defRPr sz="2219">
                <a:solidFill>
                  <a:schemeClr val="tx1">
                    <a:tint val="75000"/>
                  </a:schemeClr>
                </a:solidFill>
              </a:defRPr>
            </a:lvl7pPr>
            <a:lvl8pPr marL="4439281" indent="0">
              <a:buNone/>
              <a:defRPr sz="2219">
                <a:solidFill>
                  <a:schemeClr val="tx1">
                    <a:tint val="75000"/>
                  </a:schemeClr>
                </a:solidFill>
              </a:defRPr>
            </a:lvl8pPr>
            <a:lvl9pPr marL="5073463" indent="0">
              <a:buNone/>
              <a:defRPr sz="2219">
                <a:solidFill>
                  <a:schemeClr val="tx1">
                    <a:tint val="75000"/>
                  </a:schemeClr>
                </a:solidFill>
              </a:defRPr>
            </a:lvl9pPr>
          </a:lstStyle>
          <a:p>
            <a:pPr lvl="0"/>
            <a:r>
              <a:rPr lang="en-US" noProof="0"/>
              <a:t>Click to edit Master text styles</a:t>
            </a:r>
          </a:p>
        </p:txBody>
      </p:sp>
      <p:sp>
        <p:nvSpPr>
          <p:cNvPr id="5" name="TextBox 4"/>
          <p:cNvSpPr txBox="1"/>
          <p:nvPr userDrawn="1"/>
        </p:nvSpPr>
        <p:spPr>
          <a:xfrm>
            <a:off x="6986026" y="7142694"/>
            <a:ext cx="5399606" cy="277640"/>
          </a:xfrm>
          <a:prstGeom prst="rect">
            <a:avLst/>
          </a:prstGeom>
          <a:noFill/>
        </p:spPr>
        <p:txBody>
          <a:bodyPr wrap="square" lIns="0" tIns="0" rIns="0" bIns="0" rtlCol="0">
            <a:spAutoFit/>
          </a:bodyPr>
          <a:lstStyle/>
          <a:p>
            <a:pPr marL="0" indent="0" algn="r">
              <a:spcBef>
                <a:spcPts val="0"/>
              </a:spcBef>
              <a:buSzPct val="100000"/>
              <a:buFont typeface="Arial"/>
              <a:buNone/>
            </a:pPr>
            <a:r>
              <a:rPr lang="en-US" sz="902" noProof="0" dirty="0">
                <a:solidFill>
                  <a:schemeClr val="bg1"/>
                </a:solidFill>
              </a:rPr>
              <a:t>Presentation title</a:t>
            </a:r>
            <a:br>
              <a:rPr lang="en-US" sz="902" noProof="0" dirty="0">
                <a:solidFill>
                  <a:schemeClr val="bg1"/>
                </a:solidFill>
              </a:rPr>
            </a:br>
            <a:r>
              <a:rPr lang="en-US" sz="902" noProof="0" dirty="0">
                <a:solidFill>
                  <a:schemeClr val="bg1"/>
                </a:solidFill>
              </a:rPr>
              <a:t>[To edit, click View &gt; Slide Master &gt; Slide Master]</a:t>
            </a:r>
          </a:p>
        </p:txBody>
      </p:sp>
      <p:sp>
        <p:nvSpPr>
          <p:cNvPr id="7" name="TextBox 6"/>
          <p:cNvSpPr txBox="1"/>
          <p:nvPr userDrawn="1"/>
        </p:nvSpPr>
        <p:spPr>
          <a:xfrm>
            <a:off x="553188" y="7142695"/>
            <a:ext cx="5905327" cy="138821"/>
          </a:xfrm>
          <a:prstGeom prst="rect">
            <a:avLst/>
          </a:prstGeom>
          <a:noFill/>
        </p:spPr>
        <p:txBody>
          <a:bodyPr wrap="square" lIns="0" tIns="0" rIns="0" bIns="0" rtlCol="0">
            <a:spAutoFit/>
          </a:bodyPr>
          <a:lstStyle/>
          <a:p>
            <a:pPr marL="0" indent="0">
              <a:spcBef>
                <a:spcPts val="833"/>
              </a:spcBef>
              <a:buSzPct val="100000"/>
              <a:buFont typeface="Arial"/>
              <a:buNone/>
            </a:pPr>
            <a:r>
              <a:rPr lang="fr-FR" sz="902" noProof="0" dirty="0">
                <a:solidFill>
                  <a:schemeClr val="bg1"/>
                </a:solidFill>
              </a:rPr>
              <a:t>© 2024 Deloitte Touche Tohmatsu India LLP</a:t>
            </a:r>
          </a:p>
        </p:txBody>
      </p:sp>
      <p:sp>
        <p:nvSpPr>
          <p:cNvPr id="8" name="TextBox 7"/>
          <p:cNvSpPr txBox="1"/>
          <p:nvPr userDrawn="1"/>
        </p:nvSpPr>
        <p:spPr>
          <a:xfrm>
            <a:off x="12551739" y="7142695"/>
            <a:ext cx="339614" cy="138821"/>
          </a:xfrm>
          <a:prstGeom prst="rect">
            <a:avLst/>
          </a:prstGeom>
          <a:noFill/>
        </p:spPr>
        <p:txBody>
          <a:bodyPr wrap="square" lIns="0" tIns="0" rIns="0" bIns="0" rtlCol="0">
            <a:spAutoFit/>
          </a:bodyPr>
          <a:lstStyle/>
          <a:p>
            <a:pPr marL="0" indent="0" algn="r">
              <a:spcBef>
                <a:spcPts val="833"/>
              </a:spcBef>
              <a:buSzPct val="100000"/>
              <a:buFont typeface="Arial"/>
              <a:buNone/>
            </a:pPr>
            <a:fld id="{C58DF478-B544-4ED8-9ED4-6A2648E2D233}" type="slidenum">
              <a:rPr lang="en-US" sz="902" noProof="0" smtClean="0">
                <a:solidFill>
                  <a:schemeClr val="bg1"/>
                </a:solidFill>
              </a:rPr>
              <a:pPr marL="0" indent="0" algn="r">
                <a:spcBef>
                  <a:spcPts val="833"/>
                </a:spcBef>
                <a:buSzPct val="100000"/>
                <a:buFont typeface="Arial"/>
                <a:buNone/>
              </a:pPr>
              <a:t>‹#›</a:t>
            </a:fld>
            <a:endParaRPr lang="en-US" sz="902" noProof="0" dirty="0">
              <a:solidFill>
                <a:schemeClr val="bg1"/>
              </a:solidFill>
            </a:endParaRPr>
          </a:p>
        </p:txBody>
      </p:sp>
    </p:spTree>
    <p:extLst>
      <p:ext uri="{BB962C8B-B14F-4D97-AF65-F5344CB8AC3E}">
        <p14:creationId xmlns:p14="http://schemas.microsoft.com/office/powerpoint/2010/main" val="2104574128"/>
      </p:ext>
    </p:extLst>
  </p:cSld>
  <p:clrMapOvr>
    <a:masterClrMapping/>
  </p:clrMapOvr>
  <p:transition>
    <p:fade/>
  </p:transition>
  <p:extLst>
    <p:ext uri="{DCECCB84-F9BA-43D5-87BE-67443E8EF086}">
      <p15:sldGuideLst xmlns:p15="http://schemas.microsoft.com/office/powerpoint/2012/main">
        <p15:guide id="1" orient="horz" pos="2382" userDrawn="1">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53188" y="1880977"/>
            <a:ext cx="11623923" cy="1756067"/>
          </a:xfrm>
        </p:spPr>
        <p:txBody>
          <a:bodyPr anchor="b"/>
          <a:lstStyle>
            <a:lvl1pPr>
              <a:lnSpc>
                <a:spcPct val="95000"/>
              </a:lnSpc>
              <a:defRPr sz="4905"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53189" y="3781428"/>
            <a:ext cx="11627305" cy="1727537"/>
          </a:xfrm>
        </p:spPr>
        <p:txBody>
          <a:bodyPr lIns="0" tIns="0" rIns="0" bIns="0">
            <a:noAutofit/>
          </a:bodyPr>
          <a:lstStyle>
            <a:lvl1pPr marL="0" indent="0">
              <a:lnSpc>
                <a:spcPct val="95000"/>
              </a:lnSpc>
              <a:spcAft>
                <a:spcPts val="0"/>
              </a:spcAft>
              <a:buNone/>
              <a:defRPr sz="4905">
                <a:solidFill>
                  <a:schemeClr val="bg1"/>
                </a:solidFill>
              </a:defRPr>
            </a:lvl1pPr>
            <a:lvl2pPr marL="634183" indent="0">
              <a:buNone/>
              <a:defRPr sz="2775">
                <a:solidFill>
                  <a:schemeClr val="tx1">
                    <a:tint val="75000"/>
                  </a:schemeClr>
                </a:solidFill>
              </a:defRPr>
            </a:lvl2pPr>
            <a:lvl3pPr marL="1268366" indent="0">
              <a:buNone/>
              <a:defRPr sz="2497">
                <a:solidFill>
                  <a:schemeClr val="tx1">
                    <a:tint val="75000"/>
                  </a:schemeClr>
                </a:solidFill>
              </a:defRPr>
            </a:lvl3pPr>
            <a:lvl4pPr marL="1902548" indent="0">
              <a:buNone/>
              <a:defRPr sz="2219">
                <a:solidFill>
                  <a:schemeClr val="tx1">
                    <a:tint val="75000"/>
                  </a:schemeClr>
                </a:solidFill>
              </a:defRPr>
            </a:lvl4pPr>
            <a:lvl5pPr marL="2536732" indent="0">
              <a:buNone/>
              <a:defRPr sz="2219">
                <a:solidFill>
                  <a:schemeClr val="tx1">
                    <a:tint val="75000"/>
                  </a:schemeClr>
                </a:solidFill>
              </a:defRPr>
            </a:lvl5pPr>
            <a:lvl6pPr marL="3170915" indent="0">
              <a:buNone/>
              <a:defRPr sz="2219">
                <a:solidFill>
                  <a:schemeClr val="tx1">
                    <a:tint val="75000"/>
                  </a:schemeClr>
                </a:solidFill>
              </a:defRPr>
            </a:lvl6pPr>
            <a:lvl7pPr marL="3805098" indent="0">
              <a:buNone/>
              <a:defRPr sz="2219">
                <a:solidFill>
                  <a:schemeClr val="tx1">
                    <a:tint val="75000"/>
                  </a:schemeClr>
                </a:solidFill>
              </a:defRPr>
            </a:lvl7pPr>
            <a:lvl8pPr marL="4439281" indent="0">
              <a:buNone/>
              <a:defRPr sz="2219">
                <a:solidFill>
                  <a:schemeClr val="tx1">
                    <a:tint val="75000"/>
                  </a:schemeClr>
                </a:solidFill>
              </a:defRPr>
            </a:lvl8pPr>
            <a:lvl9pPr marL="5073463" indent="0">
              <a:buNone/>
              <a:defRPr sz="2219">
                <a:solidFill>
                  <a:schemeClr val="tx1">
                    <a:tint val="75000"/>
                  </a:schemeClr>
                </a:solidFill>
              </a:defRPr>
            </a:lvl9pPr>
          </a:lstStyle>
          <a:p>
            <a:pPr lvl="0"/>
            <a:r>
              <a:rPr lang="en-US" noProof="0"/>
              <a:t>Click to edit Master text styles</a:t>
            </a:r>
          </a:p>
        </p:txBody>
      </p:sp>
      <p:sp>
        <p:nvSpPr>
          <p:cNvPr id="13" name="TextBox 12"/>
          <p:cNvSpPr txBox="1"/>
          <p:nvPr userDrawn="1"/>
        </p:nvSpPr>
        <p:spPr>
          <a:xfrm>
            <a:off x="6986026" y="7142694"/>
            <a:ext cx="5399606" cy="277640"/>
          </a:xfrm>
          <a:prstGeom prst="rect">
            <a:avLst/>
          </a:prstGeom>
          <a:noFill/>
        </p:spPr>
        <p:txBody>
          <a:bodyPr wrap="square" lIns="0" tIns="0" rIns="0" bIns="0" rtlCol="0">
            <a:spAutoFit/>
          </a:bodyPr>
          <a:lstStyle/>
          <a:p>
            <a:pPr marL="0" indent="0" algn="r">
              <a:spcBef>
                <a:spcPts val="0"/>
              </a:spcBef>
              <a:buSzPct val="100000"/>
              <a:buFont typeface="Arial"/>
              <a:buNone/>
            </a:pPr>
            <a:r>
              <a:rPr lang="en-US" sz="902" noProof="0" dirty="0">
                <a:solidFill>
                  <a:schemeClr val="bg1"/>
                </a:solidFill>
              </a:rPr>
              <a:t>Presentation title</a:t>
            </a:r>
            <a:br>
              <a:rPr lang="en-US" sz="902" noProof="0" dirty="0">
                <a:solidFill>
                  <a:schemeClr val="bg1"/>
                </a:solidFill>
              </a:rPr>
            </a:br>
            <a:r>
              <a:rPr lang="en-US" sz="902" noProof="0" dirty="0">
                <a:solidFill>
                  <a:schemeClr val="bg1"/>
                </a:solidFill>
              </a:rPr>
              <a:t>[To edit, click View &gt; Slide Master &gt; Slide Master]</a:t>
            </a:r>
          </a:p>
        </p:txBody>
      </p:sp>
      <p:sp>
        <p:nvSpPr>
          <p:cNvPr id="14" name="TextBox 13"/>
          <p:cNvSpPr txBox="1"/>
          <p:nvPr userDrawn="1"/>
        </p:nvSpPr>
        <p:spPr>
          <a:xfrm>
            <a:off x="553188" y="7142695"/>
            <a:ext cx="5905327" cy="138821"/>
          </a:xfrm>
          <a:prstGeom prst="rect">
            <a:avLst/>
          </a:prstGeom>
          <a:noFill/>
        </p:spPr>
        <p:txBody>
          <a:bodyPr wrap="square" lIns="0" tIns="0" rIns="0" bIns="0" rtlCol="0">
            <a:spAutoFit/>
          </a:bodyPr>
          <a:lstStyle/>
          <a:p>
            <a:pPr marL="0" indent="0">
              <a:spcBef>
                <a:spcPts val="833"/>
              </a:spcBef>
              <a:buSzPct val="100000"/>
              <a:buFont typeface="Arial"/>
              <a:buNone/>
            </a:pPr>
            <a:r>
              <a:rPr lang="fr-FR" sz="902" noProof="0" dirty="0">
                <a:solidFill>
                  <a:schemeClr val="bg1"/>
                </a:solidFill>
              </a:rPr>
              <a:t>© 2024 Deloitte Touche Tohmatsu India LLP</a:t>
            </a:r>
          </a:p>
        </p:txBody>
      </p:sp>
      <p:sp>
        <p:nvSpPr>
          <p:cNvPr id="15" name="TextBox 14"/>
          <p:cNvSpPr txBox="1"/>
          <p:nvPr userDrawn="1"/>
        </p:nvSpPr>
        <p:spPr>
          <a:xfrm>
            <a:off x="12551739" y="7142695"/>
            <a:ext cx="339614" cy="138821"/>
          </a:xfrm>
          <a:prstGeom prst="rect">
            <a:avLst/>
          </a:prstGeom>
          <a:noFill/>
        </p:spPr>
        <p:txBody>
          <a:bodyPr wrap="square" lIns="0" tIns="0" rIns="0" bIns="0" rtlCol="0">
            <a:spAutoFit/>
          </a:bodyPr>
          <a:lstStyle/>
          <a:p>
            <a:pPr marL="0" indent="0" algn="r">
              <a:spcBef>
                <a:spcPts val="833"/>
              </a:spcBef>
              <a:buSzPct val="100000"/>
              <a:buFont typeface="Arial"/>
              <a:buNone/>
            </a:pPr>
            <a:fld id="{C58DF478-B544-4ED8-9ED4-6A2648E2D233}" type="slidenum">
              <a:rPr lang="en-US" sz="902" noProof="0" smtClean="0">
                <a:solidFill>
                  <a:schemeClr val="bg1"/>
                </a:solidFill>
              </a:rPr>
              <a:pPr marL="0" indent="0" algn="r">
                <a:spcBef>
                  <a:spcPts val="833"/>
                </a:spcBef>
                <a:buSzPct val="100000"/>
                <a:buFont typeface="Arial"/>
                <a:buNone/>
              </a:pPr>
              <a:t>‹#›</a:t>
            </a:fld>
            <a:endParaRPr lang="en-US" sz="902" noProof="0" dirty="0">
              <a:solidFill>
                <a:schemeClr val="bg1"/>
              </a:solidFill>
            </a:endParaRPr>
          </a:p>
        </p:txBody>
      </p:sp>
    </p:spTree>
    <p:extLst>
      <p:ext uri="{BB962C8B-B14F-4D97-AF65-F5344CB8AC3E}">
        <p14:creationId xmlns:p14="http://schemas.microsoft.com/office/powerpoint/2010/main" val="1976482637"/>
      </p:ext>
    </p:extLst>
  </p:cSld>
  <p:clrMapOvr>
    <a:masterClrMapping/>
  </p:clrMapOvr>
  <p:transition>
    <p:fade/>
  </p:transition>
  <p:extLst>
    <p:ext uri="{DCECCB84-F9BA-43D5-87BE-67443E8EF086}">
      <p15:sldGuideLst xmlns:p15="http://schemas.microsoft.com/office/powerpoint/2012/main">
        <p15:guide id="1" orient="horz" pos="2382" userDrawn="1">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53188" y="1880977"/>
            <a:ext cx="11623923" cy="1756067"/>
          </a:xfrm>
        </p:spPr>
        <p:txBody>
          <a:bodyPr anchor="b"/>
          <a:lstStyle>
            <a:lvl1pPr>
              <a:lnSpc>
                <a:spcPct val="95000"/>
              </a:lnSpc>
              <a:defRPr sz="4905"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53188" y="3781428"/>
            <a:ext cx="11623923" cy="1727537"/>
          </a:xfrm>
        </p:spPr>
        <p:txBody>
          <a:bodyPr lIns="0" tIns="0" rIns="0" bIns="0">
            <a:noAutofit/>
          </a:bodyPr>
          <a:lstStyle>
            <a:lvl1pPr marL="0" indent="0">
              <a:lnSpc>
                <a:spcPct val="95000"/>
              </a:lnSpc>
              <a:spcAft>
                <a:spcPts val="0"/>
              </a:spcAft>
              <a:buNone/>
              <a:defRPr sz="4905">
                <a:solidFill>
                  <a:schemeClr val="bg1"/>
                </a:solidFill>
              </a:defRPr>
            </a:lvl1pPr>
            <a:lvl2pPr marL="634183" indent="0">
              <a:buNone/>
              <a:defRPr sz="2775">
                <a:solidFill>
                  <a:schemeClr val="tx1">
                    <a:tint val="75000"/>
                  </a:schemeClr>
                </a:solidFill>
              </a:defRPr>
            </a:lvl2pPr>
            <a:lvl3pPr marL="1268366" indent="0">
              <a:buNone/>
              <a:defRPr sz="2497">
                <a:solidFill>
                  <a:schemeClr val="tx1">
                    <a:tint val="75000"/>
                  </a:schemeClr>
                </a:solidFill>
              </a:defRPr>
            </a:lvl3pPr>
            <a:lvl4pPr marL="1902548" indent="0">
              <a:buNone/>
              <a:defRPr sz="2219">
                <a:solidFill>
                  <a:schemeClr val="tx1">
                    <a:tint val="75000"/>
                  </a:schemeClr>
                </a:solidFill>
              </a:defRPr>
            </a:lvl4pPr>
            <a:lvl5pPr marL="2536732" indent="0">
              <a:buNone/>
              <a:defRPr sz="2219">
                <a:solidFill>
                  <a:schemeClr val="tx1">
                    <a:tint val="75000"/>
                  </a:schemeClr>
                </a:solidFill>
              </a:defRPr>
            </a:lvl5pPr>
            <a:lvl6pPr marL="3170915" indent="0">
              <a:buNone/>
              <a:defRPr sz="2219">
                <a:solidFill>
                  <a:schemeClr val="tx1">
                    <a:tint val="75000"/>
                  </a:schemeClr>
                </a:solidFill>
              </a:defRPr>
            </a:lvl6pPr>
            <a:lvl7pPr marL="3805098" indent="0">
              <a:buNone/>
              <a:defRPr sz="2219">
                <a:solidFill>
                  <a:schemeClr val="tx1">
                    <a:tint val="75000"/>
                  </a:schemeClr>
                </a:solidFill>
              </a:defRPr>
            </a:lvl7pPr>
            <a:lvl8pPr marL="4439281" indent="0">
              <a:buNone/>
              <a:defRPr sz="2219">
                <a:solidFill>
                  <a:schemeClr val="tx1">
                    <a:tint val="75000"/>
                  </a:schemeClr>
                </a:solidFill>
              </a:defRPr>
            </a:lvl8pPr>
            <a:lvl9pPr marL="5073463" indent="0">
              <a:buNone/>
              <a:defRPr sz="2219">
                <a:solidFill>
                  <a:schemeClr val="tx1">
                    <a:tint val="75000"/>
                  </a:schemeClr>
                </a:solidFill>
              </a:defRPr>
            </a:lvl9pPr>
          </a:lstStyle>
          <a:p>
            <a:pPr lvl="0"/>
            <a:r>
              <a:rPr lang="en-US" noProof="0"/>
              <a:t>Click to edit Master text styles</a:t>
            </a:r>
          </a:p>
        </p:txBody>
      </p:sp>
      <p:sp>
        <p:nvSpPr>
          <p:cNvPr id="10" name="TextBox 9"/>
          <p:cNvSpPr txBox="1"/>
          <p:nvPr userDrawn="1"/>
        </p:nvSpPr>
        <p:spPr>
          <a:xfrm>
            <a:off x="6986026" y="7142694"/>
            <a:ext cx="5399606" cy="277640"/>
          </a:xfrm>
          <a:prstGeom prst="rect">
            <a:avLst/>
          </a:prstGeom>
          <a:noFill/>
        </p:spPr>
        <p:txBody>
          <a:bodyPr wrap="square" lIns="0" tIns="0" rIns="0" bIns="0" rtlCol="0">
            <a:spAutoFit/>
          </a:bodyPr>
          <a:lstStyle/>
          <a:p>
            <a:pPr marL="0" indent="0" algn="r">
              <a:spcBef>
                <a:spcPts val="0"/>
              </a:spcBef>
              <a:buSzPct val="100000"/>
              <a:buFont typeface="Arial"/>
              <a:buNone/>
            </a:pPr>
            <a:r>
              <a:rPr lang="en-US" sz="902" noProof="0" dirty="0">
                <a:solidFill>
                  <a:schemeClr val="bg1"/>
                </a:solidFill>
              </a:rPr>
              <a:t>Presentation title</a:t>
            </a:r>
            <a:br>
              <a:rPr lang="en-US" sz="902" noProof="0" dirty="0">
                <a:solidFill>
                  <a:schemeClr val="bg1"/>
                </a:solidFill>
              </a:rPr>
            </a:br>
            <a:r>
              <a:rPr lang="en-US" sz="902" noProof="0" dirty="0">
                <a:solidFill>
                  <a:schemeClr val="bg1"/>
                </a:solidFill>
              </a:rPr>
              <a:t>[To edit, click View &gt; Slide Master &gt; Slide Master]</a:t>
            </a:r>
          </a:p>
        </p:txBody>
      </p:sp>
      <p:sp>
        <p:nvSpPr>
          <p:cNvPr id="11" name="TextBox 10"/>
          <p:cNvSpPr txBox="1"/>
          <p:nvPr userDrawn="1"/>
        </p:nvSpPr>
        <p:spPr>
          <a:xfrm>
            <a:off x="553188" y="7142695"/>
            <a:ext cx="5905327" cy="138821"/>
          </a:xfrm>
          <a:prstGeom prst="rect">
            <a:avLst/>
          </a:prstGeom>
          <a:noFill/>
        </p:spPr>
        <p:txBody>
          <a:bodyPr wrap="square" lIns="0" tIns="0" rIns="0" bIns="0" rtlCol="0">
            <a:spAutoFit/>
          </a:bodyPr>
          <a:lstStyle/>
          <a:p>
            <a:pPr marL="0" indent="0">
              <a:spcBef>
                <a:spcPts val="833"/>
              </a:spcBef>
              <a:buSzPct val="100000"/>
              <a:buFont typeface="Arial"/>
              <a:buNone/>
            </a:pPr>
            <a:r>
              <a:rPr lang="fr-FR" sz="902" noProof="0" dirty="0">
                <a:solidFill>
                  <a:schemeClr val="bg1"/>
                </a:solidFill>
              </a:rPr>
              <a:t>© 2024 Deloitte Touche Tohmatsu India LLP</a:t>
            </a:r>
          </a:p>
        </p:txBody>
      </p:sp>
      <p:sp>
        <p:nvSpPr>
          <p:cNvPr id="12" name="TextBox 11"/>
          <p:cNvSpPr txBox="1"/>
          <p:nvPr userDrawn="1"/>
        </p:nvSpPr>
        <p:spPr>
          <a:xfrm>
            <a:off x="12551739" y="7142695"/>
            <a:ext cx="339614" cy="138821"/>
          </a:xfrm>
          <a:prstGeom prst="rect">
            <a:avLst/>
          </a:prstGeom>
          <a:noFill/>
        </p:spPr>
        <p:txBody>
          <a:bodyPr wrap="square" lIns="0" tIns="0" rIns="0" bIns="0" rtlCol="0">
            <a:spAutoFit/>
          </a:bodyPr>
          <a:lstStyle/>
          <a:p>
            <a:pPr marL="0" indent="0" algn="r">
              <a:spcBef>
                <a:spcPts val="833"/>
              </a:spcBef>
              <a:buSzPct val="100000"/>
              <a:buFont typeface="Arial"/>
              <a:buNone/>
            </a:pPr>
            <a:fld id="{C58DF478-B544-4ED8-9ED4-6A2648E2D233}" type="slidenum">
              <a:rPr lang="en-US" sz="902" noProof="0" smtClean="0">
                <a:solidFill>
                  <a:schemeClr val="bg1"/>
                </a:solidFill>
              </a:rPr>
              <a:pPr marL="0" indent="0" algn="r">
                <a:spcBef>
                  <a:spcPts val="833"/>
                </a:spcBef>
                <a:buSzPct val="100000"/>
                <a:buFont typeface="Arial"/>
                <a:buNone/>
              </a:pPr>
              <a:t>‹#›</a:t>
            </a:fld>
            <a:endParaRPr lang="en-US" sz="902" noProof="0" dirty="0">
              <a:solidFill>
                <a:schemeClr val="bg1"/>
              </a:solidFill>
            </a:endParaRPr>
          </a:p>
        </p:txBody>
      </p:sp>
    </p:spTree>
    <p:extLst>
      <p:ext uri="{BB962C8B-B14F-4D97-AF65-F5344CB8AC3E}">
        <p14:creationId xmlns:p14="http://schemas.microsoft.com/office/powerpoint/2010/main" val="1654021458"/>
      </p:ext>
    </p:extLst>
  </p:cSld>
  <p:clrMapOvr>
    <a:masterClrMapping/>
  </p:clrMapOvr>
  <p:transition>
    <p:fade/>
  </p:transition>
  <p:extLst>
    <p:ext uri="{DCECCB84-F9BA-43D5-87BE-67443E8EF086}">
      <p15:sldGuideLst xmlns:p15="http://schemas.microsoft.com/office/powerpoint/2012/main">
        <p15:guide id="1" orient="horz" pos="2382" userDrawn="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53188" y="1880977"/>
            <a:ext cx="11623923" cy="1756067"/>
          </a:xfrm>
        </p:spPr>
        <p:txBody>
          <a:bodyPr anchor="b"/>
          <a:lstStyle>
            <a:lvl1pPr>
              <a:lnSpc>
                <a:spcPct val="95000"/>
              </a:lnSpc>
              <a:defRPr sz="4905"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53188" y="3781428"/>
            <a:ext cx="11623923" cy="1727537"/>
          </a:xfrm>
        </p:spPr>
        <p:txBody>
          <a:bodyPr lIns="0" tIns="0" rIns="0" bIns="0">
            <a:noAutofit/>
          </a:bodyPr>
          <a:lstStyle>
            <a:lvl1pPr marL="0" indent="0">
              <a:lnSpc>
                <a:spcPct val="95000"/>
              </a:lnSpc>
              <a:spcAft>
                <a:spcPts val="0"/>
              </a:spcAft>
              <a:buNone/>
              <a:defRPr sz="4905">
                <a:solidFill>
                  <a:schemeClr val="bg1"/>
                </a:solidFill>
              </a:defRPr>
            </a:lvl1pPr>
            <a:lvl2pPr marL="634183" indent="0">
              <a:buNone/>
              <a:defRPr sz="2775">
                <a:solidFill>
                  <a:schemeClr val="tx1">
                    <a:tint val="75000"/>
                  </a:schemeClr>
                </a:solidFill>
              </a:defRPr>
            </a:lvl2pPr>
            <a:lvl3pPr marL="1268366" indent="0">
              <a:buNone/>
              <a:defRPr sz="2497">
                <a:solidFill>
                  <a:schemeClr val="tx1">
                    <a:tint val="75000"/>
                  </a:schemeClr>
                </a:solidFill>
              </a:defRPr>
            </a:lvl3pPr>
            <a:lvl4pPr marL="1902548" indent="0">
              <a:buNone/>
              <a:defRPr sz="2219">
                <a:solidFill>
                  <a:schemeClr val="tx1">
                    <a:tint val="75000"/>
                  </a:schemeClr>
                </a:solidFill>
              </a:defRPr>
            </a:lvl4pPr>
            <a:lvl5pPr marL="2536732" indent="0">
              <a:buNone/>
              <a:defRPr sz="2219">
                <a:solidFill>
                  <a:schemeClr val="tx1">
                    <a:tint val="75000"/>
                  </a:schemeClr>
                </a:solidFill>
              </a:defRPr>
            </a:lvl5pPr>
            <a:lvl6pPr marL="3170915" indent="0">
              <a:buNone/>
              <a:defRPr sz="2219">
                <a:solidFill>
                  <a:schemeClr val="tx1">
                    <a:tint val="75000"/>
                  </a:schemeClr>
                </a:solidFill>
              </a:defRPr>
            </a:lvl6pPr>
            <a:lvl7pPr marL="3805098" indent="0">
              <a:buNone/>
              <a:defRPr sz="2219">
                <a:solidFill>
                  <a:schemeClr val="tx1">
                    <a:tint val="75000"/>
                  </a:schemeClr>
                </a:solidFill>
              </a:defRPr>
            </a:lvl7pPr>
            <a:lvl8pPr marL="4439281" indent="0">
              <a:buNone/>
              <a:defRPr sz="2219">
                <a:solidFill>
                  <a:schemeClr val="tx1">
                    <a:tint val="75000"/>
                  </a:schemeClr>
                </a:solidFill>
              </a:defRPr>
            </a:lvl8pPr>
            <a:lvl9pPr marL="5073463" indent="0">
              <a:buNone/>
              <a:defRPr sz="2219">
                <a:solidFill>
                  <a:schemeClr val="tx1">
                    <a:tint val="75000"/>
                  </a:schemeClr>
                </a:solidFill>
              </a:defRPr>
            </a:lvl9pPr>
          </a:lstStyle>
          <a:p>
            <a:pPr lvl="0"/>
            <a:r>
              <a:rPr lang="en-US" noProof="0"/>
              <a:t>Click to edit Master text styles</a:t>
            </a:r>
          </a:p>
        </p:txBody>
      </p:sp>
      <p:sp>
        <p:nvSpPr>
          <p:cNvPr id="10" name="TextBox 9"/>
          <p:cNvSpPr txBox="1"/>
          <p:nvPr userDrawn="1"/>
        </p:nvSpPr>
        <p:spPr>
          <a:xfrm>
            <a:off x="6986026" y="7142694"/>
            <a:ext cx="5399606" cy="277640"/>
          </a:xfrm>
          <a:prstGeom prst="rect">
            <a:avLst/>
          </a:prstGeom>
          <a:noFill/>
        </p:spPr>
        <p:txBody>
          <a:bodyPr wrap="square" lIns="0" tIns="0" rIns="0" bIns="0" rtlCol="0">
            <a:spAutoFit/>
          </a:bodyPr>
          <a:lstStyle/>
          <a:p>
            <a:pPr marL="0" indent="0" algn="r">
              <a:spcBef>
                <a:spcPts val="0"/>
              </a:spcBef>
              <a:buSzPct val="100000"/>
              <a:buFont typeface="Arial"/>
              <a:buNone/>
            </a:pPr>
            <a:r>
              <a:rPr lang="en-US" sz="902" noProof="0" dirty="0">
                <a:solidFill>
                  <a:schemeClr val="bg1"/>
                </a:solidFill>
              </a:rPr>
              <a:t>Presentation title</a:t>
            </a:r>
            <a:br>
              <a:rPr lang="en-US" sz="902" noProof="0" dirty="0">
                <a:solidFill>
                  <a:schemeClr val="bg1"/>
                </a:solidFill>
              </a:rPr>
            </a:br>
            <a:r>
              <a:rPr lang="en-US" sz="902" noProof="0" dirty="0">
                <a:solidFill>
                  <a:schemeClr val="bg1"/>
                </a:solidFill>
              </a:rPr>
              <a:t>[To edit, click View &gt; Slide Master &gt; Slide Master]</a:t>
            </a:r>
          </a:p>
        </p:txBody>
      </p:sp>
      <p:sp>
        <p:nvSpPr>
          <p:cNvPr id="11" name="TextBox 10"/>
          <p:cNvSpPr txBox="1"/>
          <p:nvPr userDrawn="1"/>
        </p:nvSpPr>
        <p:spPr>
          <a:xfrm>
            <a:off x="553188" y="7142695"/>
            <a:ext cx="5905327" cy="138821"/>
          </a:xfrm>
          <a:prstGeom prst="rect">
            <a:avLst/>
          </a:prstGeom>
          <a:noFill/>
        </p:spPr>
        <p:txBody>
          <a:bodyPr wrap="square" lIns="0" tIns="0" rIns="0" bIns="0" rtlCol="0">
            <a:spAutoFit/>
          </a:bodyPr>
          <a:lstStyle/>
          <a:p>
            <a:pPr marL="0" indent="0">
              <a:spcBef>
                <a:spcPts val="833"/>
              </a:spcBef>
              <a:buSzPct val="100000"/>
              <a:buFont typeface="Arial"/>
              <a:buNone/>
            </a:pPr>
            <a:r>
              <a:rPr lang="fr-FR" sz="902" noProof="0" dirty="0">
                <a:solidFill>
                  <a:schemeClr val="bg1"/>
                </a:solidFill>
              </a:rPr>
              <a:t>© 2024 Deloitte Touche Tohmatsu India LLP</a:t>
            </a:r>
          </a:p>
        </p:txBody>
      </p:sp>
      <p:sp>
        <p:nvSpPr>
          <p:cNvPr id="12" name="TextBox 11"/>
          <p:cNvSpPr txBox="1"/>
          <p:nvPr userDrawn="1"/>
        </p:nvSpPr>
        <p:spPr>
          <a:xfrm>
            <a:off x="12551739" y="7142695"/>
            <a:ext cx="339614" cy="138821"/>
          </a:xfrm>
          <a:prstGeom prst="rect">
            <a:avLst/>
          </a:prstGeom>
          <a:noFill/>
        </p:spPr>
        <p:txBody>
          <a:bodyPr wrap="square" lIns="0" tIns="0" rIns="0" bIns="0" rtlCol="0">
            <a:spAutoFit/>
          </a:bodyPr>
          <a:lstStyle/>
          <a:p>
            <a:pPr marL="0" indent="0" algn="r">
              <a:spcBef>
                <a:spcPts val="833"/>
              </a:spcBef>
              <a:buSzPct val="100000"/>
              <a:buFont typeface="Arial"/>
              <a:buNone/>
            </a:pPr>
            <a:fld id="{C58DF478-B544-4ED8-9ED4-6A2648E2D233}" type="slidenum">
              <a:rPr lang="en-US" sz="902" noProof="0" smtClean="0">
                <a:solidFill>
                  <a:schemeClr val="bg1"/>
                </a:solidFill>
              </a:rPr>
              <a:pPr marL="0" indent="0" algn="r">
                <a:spcBef>
                  <a:spcPts val="833"/>
                </a:spcBef>
                <a:buSzPct val="100000"/>
                <a:buFont typeface="Arial"/>
                <a:buNone/>
              </a:pPr>
              <a:t>‹#›</a:t>
            </a:fld>
            <a:endParaRPr lang="en-US" sz="902" noProof="0" dirty="0">
              <a:solidFill>
                <a:schemeClr val="bg1"/>
              </a:solidFill>
            </a:endParaRPr>
          </a:p>
        </p:txBody>
      </p:sp>
    </p:spTree>
    <p:extLst>
      <p:ext uri="{BB962C8B-B14F-4D97-AF65-F5344CB8AC3E}">
        <p14:creationId xmlns:p14="http://schemas.microsoft.com/office/powerpoint/2010/main" val="1272371442"/>
      </p:ext>
    </p:extLst>
  </p:cSld>
  <p:clrMapOvr>
    <a:masterClrMapping/>
  </p:clrMapOvr>
  <p:transition>
    <p:fade/>
  </p:transition>
  <p:extLst>
    <p:ext uri="{DCECCB84-F9BA-43D5-87BE-67443E8EF086}">
      <p15:sldGuideLst xmlns:p15="http://schemas.microsoft.com/office/powerpoint/2012/main">
        <p15:guide id="1" orient="horz" pos="2382" userDrawn="1">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black">
    <p:bg bwMode="gray">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53188" y="1880977"/>
            <a:ext cx="11623923" cy="1756067"/>
          </a:xfrm>
        </p:spPr>
        <p:txBody>
          <a:bodyPr anchor="b"/>
          <a:lstStyle>
            <a:lvl1pPr>
              <a:lnSpc>
                <a:spcPct val="95000"/>
              </a:lnSpc>
              <a:defRPr sz="4905"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53188" y="3781428"/>
            <a:ext cx="11623923" cy="1727537"/>
          </a:xfrm>
        </p:spPr>
        <p:txBody>
          <a:bodyPr lIns="0" tIns="0" rIns="0" bIns="0">
            <a:noAutofit/>
          </a:bodyPr>
          <a:lstStyle>
            <a:lvl1pPr marL="0" indent="0">
              <a:lnSpc>
                <a:spcPct val="95000"/>
              </a:lnSpc>
              <a:spcAft>
                <a:spcPts val="0"/>
              </a:spcAft>
              <a:buNone/>
              <a:defRPr sz="4905">
                <a:solidFill>
                  <a:schemeClr val="bg1"/>
                </a:solidFill>
              </a:defRPr>
            </a:lvl1pPr>
            <a:lvl2pPr marL="634183" indent="0">
              <a:buNone/>
              <a:defRPr sz="2775">
                <a:solidFill>
                  <a:schemeClr val="tx1">
                    <a:tint val="75000"/>
                  </a:schemeClr>
                </a:solidFill>
              </a:defRPr>
            </a:lvl2pPr>
            <a:lvl3pPr marL="1268366" indent="0">
              <a:buNone/>
              <a:defRPr sz="2497">
                <a:solidFill>
                  <a:schemeClr val="tx1">
                    <a:tint val="75000"/>
                  </a:schemeClr>
                </a:solidFill>
              </a:defRPr>
            </a:lvl3pPr>
            <a:lvl4pPr marL="1902548" indent="0">
              <a:buNone/>
              <a:defRPr sz="2219">
                <a:solidFill>
                  <a:schemeClr val="tx1">
                    <a:tint val="75000"/>
                  </a:schemeClr>
                </a:solidFill>
              </a:defRPr>
            </a:lvl4pPr>
            <a:lvl5pPr marL="2536732" indent="0">
              <a:buNone/>
              <a:defRPr sz="2219">
                <a:solidFill>
                  <a:schemeClr val="tx1">
                    <a:tint val="75000"/>
                  </a:schemeClr>
                </a:solidFill>
              </a:defRPr>
            </a:lvl5pPr>
            <a:lvl6pPr marL="3170915" indent="0">
              <a:buNone/>
              <a:defRPr sz="2219">
                <a:solidFill>
                  <a:schemeClr val="tx1">
                    <a:tint val="75000"/>
                  </a:schemeClr>
                </a:solidFill>
              </a:defRPr>
            </a:lvl6pPr>
            <a:lvl7pPr marL="3805098" indent="0">
              <a:buNone/>
              <a:defRPr sz="2219">
                <a:solidFill>
                  <a:schemeClr val="tx1">
                    <a:tint val="75000"/>
                  </a:schemeClr>
                </a:solidFill>
              </a:defRPr>
            </a:lvl7pPr>
            <a:lvl8pPr marL="4439281" indent="0">
              <a:buNone/>
              <a:defRPr sz="2219">
                <a:solidFill>
                  <a:schemeClr val="tx1">
                    <a:tint val="75000"/>
                  </a:schemeClr>
                </a:solidFill>
              </a:defRPr>
            </a:lvl8pPr>
            <a:lvl9pPr marL="5073463" indent="0">
              <a:buNone/>
              <a:defRPr sz="2219">
                <a:solidFill>
                  <a:schemeClr val="tx1">
                    <a:tint val="75000"/>
                  </a:schemeClr>
                </a:solidFill>
              </a:defRPr>
            </a:lvl9pPr>
          </a:lstStyle>
          <a:p>
            <a:pPr lvl="0"/>
            <a:r>
              <a:rPr lang="en-US" noProof="0"/>
              <a:t>Click to edit Master text styles</a:t>
            </a:r>
          </a:p>
        </p:txBody>
      </p:sp>
      <p:sp>
        <p:nvSpPr>
          <p:cNvPr id="10" name="TextBox 9"/>
          <p:cNvSpPr txBox="1"/>
          <p:nvPr userDrawn="1"/>
        </p:nvSpPr>
        <p:spPr>
          <a:xfrm>
            <a:off x="6986026" y="7142694"/>
            <a:ext cx="5399606" cy="277640"/>
          </a:xfrm>
          <a:prstGeom prst="rect">
            <a:avLst/>
          </a:prstGeom>
          <a:noFill/>
        </p:spPr>
        <p:txBody>
          <a:bodyPr wrap="square" lIns="0" tIns="0" rIns="0" bIns="0" rtlCol="0">
            <a:spAutoFit/>
          </a:bodyPr>
          <a:lstStyle/>
          <a:p>
            <a:pPr marL="0" indent="0" algn="r">
              <a:spcBef>
                <a:spcPts val="0"/>
              </a:spcBef>
              <a:buSzPct val="100000"/>
              <a:buFont typeface="Arial"/>
              <a:buNone/>
            </a:pPr>
            <a:r>
              <a:rPr lang="en-US" sz="902" noProof="0" dirty="0">
                <a:solidFill>
                  <a:schemeClr val="bg1"/>
                </a:solidFill>
              </a:rPr>
              <a:t>Presentation title</a:t>
            </a:r>
            <a:br>
              <a:rPr lang="en-US" sz="902" noProof="0" dirty="0">
                <a:solidFill>
                  <a:schemeClr val="bg1"/>
                </a:solidFill>
              </a:rPr>
            </a:br>
            <a:r>
              <a:rPr lang="en-US" sz="902" noProof="0" dirty="0">
                <a:solidFill>
                  <a:schemeClr val="bg1"/>
                </a:solidFill>
              </a:rPr>
              <a:t>[To edit, click View &gt; Slide Master &gt; Slide Master]</a:t>
            </a:r>
          </a:p>
        </p:txBody>
      </p:sp>
      <p:sp>
        <p:nvSpPr>
          <p:cNvPr id="11" name="TextBox 10"/>
          <p:cNvSpPr txBox="1"/>
          <p:nvPr userDrawn="1"/>
        </p:nvSpPr>
        <p:spPr>
          <a:xfrm>
            <a:off x="553188" y="7142695"/>
            <a:ext cx="5905327" cy="138821"/>
          </a:xfrm>
          <a:prstGeom prst="rect">
            <a:avLst/>
          </a:prstGeom>
          <a:noFill/>
        </p:spPr>
        <p:txBody>
          <a:bodyPr wrap="square" lIns="0" tIns="0" rIns="0" bIns="0" rtlCol="0">
            <a:spAutoFit/>
          </a:bodyPr>
          <a:lstStyle/>
          <a:p>
            <a:pPr marL="0" indent="0">
              <a:spcBef>
                <a:spcPts val="833"/>
              </a:spcBef>
              <a:buSzPct val="100000"/>
              <a:buFont typeface="Arial"/>
              <a:buNone/>
            </a:pPr>
            <a:r>
              <a:rPr lang="fr-FR" sz="902" noProof="0" dirty="0">
                <a:solidFill>
                  <a:schemeClr val="bg1"/>
                </a:solidFill>
              </a:rPr>
              <a:t>© 2024 Deloitte Touche Tohmatsu India LLP</a:t>
            </a:r>
          </a:p>
        </p:txBody>
      </p:sp>
      <p:sp>
        <p:nvSpPr>
          <p:cNvPr id="12" name="TextBox 11"/>
          <p:cNvSpPr txBox="1"/>
          <p:nvPr userDrawn="1"/>
        </p:nvSpPr>
        <p:spPr>
          <a:xfrm>
            <a:off x="12551739" y="7142695"/>
            <a:ext cx="339614" cy="138821"/>
          </a:xfrm>
          <a:prstGeom prst="rect">
            <a:avLst/>
          </a:prstGeom>
          <a:noFill/>
        </p:spPr>
        <p:txBody>
          <a:bodyPr wrap="square" lIns="0" tIns="0" rIns="0" bIns="0" rtlCol="0">
            <a:spAutoFit/>
          </a:bodyPr>
          <a:lstStyle/>
          <a:p>
            <a:pPr marL="0" indent="0" algn="r">
              <a:spcBef>
                <a:spcPts val="833"/>
              </a:spcBef>
              <a:buSzPct val="100000"/>
              <a:buFont typeface="Arial"/>
              <a:buNone/>
            </a:pPr>
            <a:fld id="{C58DF478-B544-4ED8-9ED4-6A2648E2D233}" type="slidenum">
              <a:rPr lang="en-US" sz="902" noProof="0" smtClean="0">
                <a:solidFill>
                  <a:schemeClr val="bg1"/>
                </a:solidFill>
              </a:rPr>
              <a:pPr marL="0" indent="0" algn="r">
                <a:spcBef>
                  <a:spcPts val="833"/>
                </a:spcBef>
                <a:buSzPct val="100000"/>
                <a:buFont typeface="Arial"/>
                <a:buNone/>
              </a:pPr>
              <a:t>‹#›</a:t>
            </a:fld>
            <a:endParaRPr lang="en-US" sz="902" noProof="0" dirty="0">
              <a:solidFill>
                <a:schemeClr val="bg1"/>
              </a:solidFill>
            </a:endParaRPr>
          </a:p>
        </p:txBody>
      </p:sp>
    </p:spTree>
    <p:extLst>
      <p:ext uri="{BB962C8B-B14F-4D97-AF65-F5344CB8AC3E}">
        <p14:creationId xmlns:p14="http://schemas.microsoft.com/office/powerpoint/2010/main" val="1936978992"/>
      </p:ext>
    </p:extLst>
  </p:cSld>
  <p:clrMapOvr>
    <a:masterClrMapping/>
  </p:clrMapOvr>
  <p:transition>
    <p:fade/>
  </p:transition>
  <p:extLst>
    <p:ext uri="{DCECCB84-F9BA-43D5-87BE-67443E8EF086}">
      <p15:sldGuideLst xmlns:p15="http://schemas.microsoft.com/office/powerpoint/2012/main">
        <p15:guide id="1" orient="horz" pos="2382" userDrawn="1">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53188" y="1880977"/>
            <a:ext cx="11623923" cy="1756067"/>
          </a:xfrm>
        </p:spPr>
        <p:txBody>
          <a:bodyPr anchor="b"/>
          <a:lstStyle>
            <a:lvl1pPr>
              <a:lnSpc>
                <a:spcPct val="95000"/>
              </a:lnSpc>
              <a:defRPr sz="4905"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53188" y="3781428"/>
            <a:ext cx="11623923" cy="1727537"/>
          </a:xfrm>
        </p:spPr>
        <p:txBody>
          <a:bodyPr lIns="0" tIns="0" rIns="0" bIns="0">
            <a:noAutofit/>
          </a:bodyPr>
          <a:lstStyle>
            <a:lvl1pPr marL="0" indent="0">
              <a:lnSpc>
                <a:spcPct val="95000"/>
              </a:lnSpc>
              <a:spcAft>
                <a:spcPts val="0"/>
              </a:spcAft>
              <a:buNone/>
              <a:defRPr sz="4905">
                <a:solidFill>
                  <a:schemeClr val="tx1"/>
                </a:solidFill>
              </a:defRPr>
            </a:lvl1pPr>
            <a:lvl2pPr marL="634183" indent="0">
              <a:buNone/>
              <a:defRPr sz="2775">
                <a:solidFill>
                  <a:schemeClr val="tx1">
                    <a:tint val="75000"/>
                  </a:schemeClr>
                </a:solidFill>
              </a:defRPr>
            </a:lvl2pPr>
            <a:lvl3pPr marL="1268366" indent="0">
              <a:buNone/>
              <a:defRPr sz="2497">
                <a:solidFill>
                  <a:schemeClr val="tx1">
                    <a:tint val="75000"/>
                  </a:schemeClr>
                </a:solidFill>
              </a:defRPr>
            </a:lvl3pPr>
            <a:lvl4pPr marL="1902548" indent="0">
              <a:buNone/>
              <a:defRPr sz="2219">
                <a:solidFill>
                  <a:schemeClr val="tx1">
                    <a:tint val="75000"/>
                  </a:schemeClr>
                </a:solidFill>
              </a:defRPr>
            </a:lvl4pPr>
            <a:lvl5pPr marL="2536732" indent="0">
              <a:buNone/>
              <a:defRPr sz="2219">
                <a:solidFill>
                  <a:schemeClr val="tx1">
                    <a:tint val="75000"/>
                  </a:schemeClr>
                </a:solidFill>
              </a:defRPr>
            </a:lvl5pPr>
            <a:lvl6pPr marL="3170915" indent="0">
              <a:buNone/>
              <a:defRPr sz="2219">
                <a:solidFill>
                  <a:schemeClr val="tx1">
                    <a:tint val="75000"/>
                  </a:schemeClr>
                </a:solidFill>
              </a:defRPr>
            </a:lvl6pPr>
            <a:lvl7pPr marL="3805098" indent="0">
              <a:buNone/>
              <a:defRPr sz="2219">
                <a:solidFill>
                  <a:schemeClr val="tx1">
                    <a:tint val="75000"/>
                  </a:schemeClr>
                </a:solidFill>
              </a:defRPr>
            </a:lvl7pPr>
            <a:lvl8pPr marL="4439281" indent="0">
              <a:buNone/>
              <a:defRPr sz="2219">
                <a:solidFill>
                  <a:schemeClr val="tx1">
                    <a:tint val="75000"/>
                  </a:schemeClr>
                </a:solidFill>
              </a:defRPr>
            </a:lvl8pPr>
            <a:lvl9pPr marL="5073463" indent="0">
              <a:buNone/>
              <a:defRPr sz="2219">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2879515099"/>
      </p:ext>
    </p:extLst>
  </p:cSld>
  <p:clrMapOvr>
    <a:masterClrMapping/>
  </p:clrMapOvr>
  <p:transition>
    <p:fade/>
  </p:transition>
  <p:extLst>
    <p:ext uri="{DCECCB84-F9BA-43D5-87BE-67443E8EF086}">
      <p15:sldGuideLst xmlns:p15="http://schemas.microsoft.com/office/powerpoint/2012/main">
        <p15:guide id="1" orient="horz" pos="2382" userDrawn="1">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53188" y="1796179"/>
            <a:ext cx="10092633" cy="5241475"/>
          </a:xfrm>
          <a:prstGeom prst="rect">
            <a:avLst/>
          </a:prstGeom>
        </p:spPr>
        <p:txBody>
          <a:bodyPr>
            <a:noAutofit/>
          </a:bodyPr>
          <a:lstStyle>
            <a:lvl1pPr>
              <a:spcBef>
                <a:spcPts val="4993"/>
              </a:spcBef>
              <a:defRPr sz="3773">
                <a:solidFill>
                  <a:schemeClr val="bg1"/>
                </a:solidFill>
              </a:defRPr>
            </a:lvl1pPr>
            <a:lvl2pPr marL="634183" indent="-634183">
              <a:defRPr sz="4161">
                <a:solidFill>
                  <a:schemeClr val="bg2"/>
                </a:solidFill>
              </a:defRPr>
            </a:lvl2pPr>
            <a:lvl3pPr>
              <a:defRPr sz="4161">
                <a:solidFill>
                  <a:schemeClr val="bg2"/>
                </a:solidFill>
              </a:defRPr>
            </a:lvl3pPr>
            <a:lvl4pPr>
              <a:defRPr sz="4161">
                <a:solidFill>
                  <a:schemeClr val="bg2"/>
                </a:solidFill>
              </a:defRPr>
            </a:lvl4pPr>
            <a:lvl5pPr>
              <a:defRPr sz="4161">
                <a:solidFill>
                  <a:schemeClr val="bg2"/>
                </a:solidFill>
              </a:defRPr>
            </a:lvl5pPr>
          </a:lstStyle>
          <a:p>
            <a:pPr lvl="0"/>
            <a:r>
              <a:rPr lang="en-US" noProof="0"/>
              <a:t>Click to edit Master text styles</a:t>
            </a:r>
          </a:p>
        </p:txBody>
      </p:sp>
      <p:sp>
        <p:nvSpPr>
          <p:cNvPr id="10" name="TextBox 9"/>
          <p:cNvSpPr txBox="1"/>
          <p:nvPr userDrawn="1"/>
        </p:nvSpPr>
        <p:spPr>
          <a:xfrm>
            <a:off x="6986026" y="7142694"/>
            <a:ext cx="5399606" cy="277640"/>
          </a:xfrm>
          <a:prstGeom prst="rect">
            <a:avLst/>
          </a:prstGeom>
          <a:noFill/>
        </p:spPr>
        <p:txBody>
          <a:bodyPr wrap="square" lIns="0" tIns="0" rIns="0" bIns="0" rtlCol="0">
            <a:spAutoFit/>
          </a:bodyPr>
          <a:lstStyle/>
          <a:p>
            <a:pPr marL="0" indent="0" algn="r">
              <a:spcBef>
                <a:spcPts val="0"/>
              </a:spcBef>
              <a:buSzPct val="100000"/>
              <a:buFont typeface="Arial"/>
              <a:buNone/>
            </a:pPr>
            <a:r>
              <a:rPr lang="en-US" sz="902" noProof="0" dirty="0">
                <a:solidFill>
                  <a:schemeClr val="bg1"/>
                </a:solidFill>
              </a:rPr>
              <a:t>Presentation title</a:t>
            </a:r>
            <a:br>
              <a:rPr lang="en-US" sz="902" noProof="0" dirty="0">
                <a:solidFill>
                  <a:schemeClr val="bg1"/>
                </a:solidFill>
              </a:rPr>
            </a:br>
            <a:r>
              <a:rPr lang="en-US" sz="902" noProof="0" dirty="0">
                <a:solidFill>
                  <a:schemeClr val="bg1"/>
                </a:solidFill>
              </a:rPr>
              <a:t>[To edit, click View &gt; Slide Master &gt; Slide Master]</a:t>
            </a:r>
          </a:p>
        </p:txBody>
      </p:sp>
      <p:sp>
        <p:nvSpPr>
          <p:cNvPr id="11" name="TextBox 10"/>
          <p:cNvSpPr txBox="1"/>
          <p:nvPr userDrawn="1"/>
        </p:nvSpPr>
        <p:spPr>
          <a:xfrm>
            <a:off x="553188" y="7142695"/>
            <a:ext cx="5905327" cy="138821"/>
          </a:xfrm>
          <a:prstGeom prst="rect">
            <a:avLst/>
          </a:prstGeom>
          <a:noFill/>
        </p:spPr>
        <p:txBody>
          <a:bodyPr wrap="square" lIns="0" tIns="0" rIns="0" bIns="0" rtlCol="0">
            <a:spAutoFit/>
          </a:bodyPr>
          <a:lstStyle/>
          <a:p>
            <a:pPr marL="0" indent="0">
              <a:spcBef>
                <a:spcPts val="833"/>
              </a:spcBef>
              <a:buSzPct val="100000"/>
              <a:buFont typeface="Arial"/>
              <a:buNone/>
            </a:pPr>
            <a:r>
              <a:rPr lang="fr-FR" sz="902" noProof="0" dirty="0">
                <a:solidFill>
                  <a:schemeClr val="bg1"/>
                </a:solidFill>
              </a:rPr>
              <a:t>© 2024 Deloitte Touche Tohmatsu India LLP</a:t>
            </a:r>
          </a:p>
        </p:txBody>
      </p:sp>
      <p:sp>
        <p:nvSpPr>
          <p:cNvPr id="12" name="TextBox 11"/>
          <p:cNvSpPr txBox="1"/>
          <p:nvPr userDrawn="1"/>
        </p:nvSpPr>
        <p:spPr>
          <a:xfrm>
            <a:off x="12551739" y="7142695"/>
            <a:ext cx="339614" cy="138821"/>
          </a:xfrm>
          <a:prstGeom prst="rect">
            <a:avLst/>
          </a:prstGeom>
          <a:noFill/>
        </p:spPr>
        <p:txBody>
          <a:bodyPr wrap="square" lIns="0" tIns="0" rIns="0" bIns="0" rtlCol="0">
            <a:spAutoFit/>
          </a:bodyPr>
          <a:lstStyle/>
          <a:p>
            <a:pPr marL="0" indent="0" algn="r">
              <a:spcBef>
                <a:spcPts val="833"/>
              </a:spcBef>
              <a:buSzPct val="100000"/>
              <a:buFont typeface="Arial"/>
              <a:buNone/>
            </a:pPr>
            <a:fld id="{C58DF478-B544-4ED8-9ED4-6A2648E2D233}" type="slidenum">
              <a:rPr lang="en-US" sz="902" noProof="0" smtClean="0">
                <a:solidFill>
                  <a:schemeClr val="bg1"/>
                </a:solidFill>
              </a:rPr>
              <a:pPr marL="0" indent="0" algn="r">
                <a:spcBef>
                  <a:spcPts val="833"/>
                </a:spcBef>
                <a:buSzPct val="100000"/>
                <a:buFont typeface="Arial"/>
                <a:buNone/>
              </a:pPr>
              <a:t>‹#›</a:t>
            </a:fld>
            <a:endParaRPr lang="en-US" sz="902" noProof="0" dirty="0">
              <a:solidFill>
                <a:schemeClr val="bg1"/>
              </a:solidFill>
            </a:endParaRPr>
          </a:p>
        </p:txBody>
      </p:sp>
    </p:spTree>
    <p:extLst>
      <p:ext uri="{BB962C8B-B14F-4D97-AF65-F5344CB8AC3E}">
        <p14:creationId xmlns:p14="http://schemas.microsoft.com/office/powerpoint/2010/main" val="886881570"/>
      </p:ext>
    </p:extLst>
  </p:cSld>
  <p:clrMapOvr>
    <a:masterClrMapping/>
  </p:clrMapOvr>
  <p:transition>
    <p:fade/>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blue">
    <p:bg>
      <p:bgPr>
        <a:solidFill>
          <a:schemeClr val="accent4"/>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53188" y="1794443"/>
            <a:ext cx="10230453" cy="5248763"/>
          </a:xfrm>
          <a:prstGeom prst="rect">
            <a:avLst/>
          </a:prstGeom>
        </p:spPr>
        <p:txBody>
          <a:bodyPr>
            <a:noAutofit/>
          </a:bodyPr>
          <a:lstStyle>
            <a:lvl1pPr>
              <a:spcBef>
                <a:spcPts val="4993"/>
              </a:spcBef>
              <a:defRPr sz="3773">
                <a:solidFill>
                  <a:schemeClr val="bg1"/>
                </a:solidFill>
              </a:defRPr>
            </a:lvl1pPr>
            <a:lvl2pPr marL="634183" indent="-634183">
              <a:defRPr sz="4161">
                <a:solidFill>
                  <a:schemeClr val="bg2"/>
                </a:solidFill>
              </a:defRPr>
            </a:lvl2pPr>
            <a:lvl3pPr>
              <a:defRPr sz="4161">
                <a:solidFill>
                  <a:schemeClr val="bg2"/>
                </a:solidFill>
              </a:defRPr>
            </a:lvl3pPr>
            <a:lvl4pPr>
              <a:defRPr sz="4161">
                <a:solidFill>
                  <a:schemeClr val="bg2"/>
                </a:solidFill>
              </a:defRPr>
            </a:lvl4pPr>
            <a:lvl5pPr>
              <a:defRPr sz="4161">
                <a:solidFill>
                  <a:schemeClr val="bg2"/>
                </a:solidFill>
              </a:defRPr>
            </a:lvl5pPr>
          </a:lstStyle>
          <a:p>
            <a:pPr lvl="0"/>
            <a:r>
              <a:rPr lang="en-US" noProof="0"/>
              <a:t>Click to edit Master text styles</a:t>
            </a:r>
          </a:p>
        </p:txBody>
      </p:sp>
      <p:sp>
        <p:nvSpPr>
          <p:cNvPr id="10" name="TextBox 9"/>
          <p:cNvSpPr txBox="1"/>
          <p:nvPr userDrawn="1"/>
        </p:nvSpPr>
        <p:spPr>
          <a:xfrm>
            <a:off x="6986026" y="7142694"/>
            <a:ext cx="5399606" cy="277640"/>
          </a:xfrm>
          <a:prstGeom prst="rect">
            <a:avLst/>
          </a:prstGeom>
          <a:noFill/>
        </p:spPr>
        <p:txBody>
          <a:bodyPr wrap="square" lIns="0" tIns="0" rIns="0" bIns="0" rtlCol="0">
            <a:spAutoFit/>
          </a:bodyPr>
          <a:lstStyle/>
          <a:p>
            <a:pPr marL="0" indent="0" algn="r">
              <a:spcBef>
                <a:spcPts val="0"/>
              </a:spcBef>
              <a:buSzPct val="100000"/>
              <a:buFont typeface="Arial"/>
              <a:buNone/>
            </a:pPr>
            <a:r>
              <a:rPr lang="en-US" sz="902" noProof="0" dirty="0">
                <a:solidFill>
                  <a:schemeClr val="bg1"/>
                </a:solidFill>
              </a:rPr>
              <a:t>Presentation title</a:t>
            </a:r>
            <a:br>
              <a:rPr lang="en-US" sz="902" noProof="0" dirty="0">
                <a:solidFill>
                  <a:schemeClr val="bg1"/>
                </a:solidFill>
              </a:rPr>
            </a:br>
            <a:r>
              <a:rPr lang="en-US" sz="902" noProof="0" dirty="0">
                <a:solidFill>
                  <a:schemeClr val="bg1"/>
                </a:solidFill>
              </a:rPr>
              <a:t>[To edit, click View &gt; Slide Master &gt; Slide Master]</a:t>
            </a:r>
          </a:p>
        </p:txBody>
      </p:sp>
      <p:sp>
        <p:nvSpPr>
          <p:cNvPr id="11" name="TextBox 10"/>
          <p:cNvSpPr txBox="1"/>
          <p:nvPr userDrawn="1"/>
        </p:nvSpPr>
        <p:spPr>
          <a:xfrm>
            <a:off x="553188" y="7142695"/>
            <a:ext cx="5905327" cy="138821"/>
          </a:xfrm>
          <a:prstGeom prst="rect">
            <a:avLst/>
          </a:prstGeom>
          <a:noFill/>
        </p:spPr>
        <p:txBody>
          <a:bodyPr wrap="square" lIns="0" tIns="0" rIns="0" bIns="0" rtlCol="0">
            <a:spAutoFit/>
          </a:bodyPr>
          <a:lstStyle/>
          <a:p>
            <a:pPr marL="0" indent="0">
              <a:spcBef>
                <a:spcPts val="833"/>
              </a:spcBef>
              <a:buSzPct val="100000"/>
              <a:buFont typeface="Arial"/>
              <a:buNone/>
            </a:pPr>
            <a:r>
              <a:rPr lang="fr-FR" sz="902" noProof="0" dirty="0">
                <a:solidFill>
                  <a:schemeClr val="bg1"/>
                </a:solidFill>
              </a:rPr>
              <a:t>© 2024 Deloitte Touche Tohmatsu India LLP</a:t>
            </a:r>
          </a:p>
        </p:txBody>
      </p:sp>
      <p:sp>
        <p:nvSpPr>
          <p:cNvPr id="12" name="TextBox 11"/>
          <p:cNvSpPr txBox="1"/>
          <p:nvPr userDrawn="1"/>
        </p:nvSpPr>
        <p:spPr>
          <a:xfrm>
            <a:off x="12551739" y="7142695"/>
            <a:ext cx="339614" cy="138821"/>
          </a:xfrm>
          <a:prstGeom prst="rect">
            <a:avLst/>
          </a:prstGeom>
          <a:noFill/>
        </p:spPr>
        <p:txBody>
          <a:bodyPr wrap="square" lIns="0" tIns="0" rIns="0" bIns="0" rtlCol="0">
            <a:spAutoFit/>
          </a:bodyPr>
          <a:lstStyle/>
          <a:p>
            <a:pPr marL="0" indent="0" algn="r">
              <a:spcBef>
                <a:spcPts val="833"/>
              </a:spcBef>
              <a:buSzPct val="100000"/>
              <a:buFont typeface="Arial"/>
              <a:buNone/>
            </a:pPr>
            <a:fld id="{C58DF478-B544-4ED8-9ED4-6A2648E2D233}" type="slidenum">
              <a:rPr lang="en-US" sz="902" noProof="0" smtClean="0">
                <a:solidFill>
                  <a:schemeClr val="bg1"/>
                </a:solidFill>
              </a:rPr>
              <a:pPr marL="0" indent="0" algn="r">
                <a:spcBef>
                  <a:spcPts val="833"/>
                </a:spcBef>
                <a:buSzPct val="100000"/>
                <a:buFont typeface="Arial"/>
                <a:buNone/>
              </a:pPr>
              <a:t>‹#›</a:t>
            </a:fld>
            <a:endParaRPr lang="en-US" sz="902" noProof="0" dirty="0">
              <a:solidFill>
                <a:schemeClr val="bg1"/>
              </a:solidFill>
            </a:endParaRPr>
          </a:p>
        </p:txBody>
      </p:sp>
    </p:spTree>
    <p:extLst>
      <p:ext uri="{BB962C8B-B14F-4D97-AF65-F5344CB8AC3E}">
        <p14:creationId xmlns:p14="http://schemas.microsoft.com/office/powerpoint/2010/main" val="1838567645"/>
      </p:ext>
    </p:extLst>
  </p:cSld>
  <p:clrMapOvr>
    <a:masterClrMapping/>
  </p:clrMapOvr>
  <p:transition>
    <p:fade/>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1_Key statement teal">
    <p:bg>
      <p:bgPr>
        <a:solidFill>
          <a:schemeClr val="accent5"/>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53188" y="1796179"/>
            <a:ext cx="10230453" cy="5241475"/>
          </a:xfrm>
          <a:prstGeom prst="rect">
            <a:avLst/>
          </a:prstGeom>
        </p:spPr>
        <p:txBody>
          <a:bodyPr>
            <a:noAutofit/>
          </a:bodyPr>
          <a:lstStyle>
            <a:lvl1pPr>
              <a:spcBef>
                <a:spcPts val="4993"/>
              </a:spcBef>
              <a:defRPr sz="3773">
                <a:solidFill>
                  <a:schemeClr val="bg1"/>
                </a:solidFill>
              </a:defRPr>
            </a:lvl1pPr>
            <a:lvl2pPr marL="634183" indent="-634183">
              <a:defRPr sz="4161">
                <a:solidFill>
                  <a:schemeClr val="bg2"/>
                </a:solidFill>
              </a:defRPr>
            </a:lvl2pPr>
            <a:lvl3pPr>
              <a:defRPr sz="4161">
                <a:solidFill>
                  <a:schemeClr val="bg2"/>
                </a:solidFill>
              </a:defRPr>
            </a:lvl3pPr>
            <a:lvl4pPr>
              <a:defRPr sz="4161">
                <a:solidFill>
                  <a:schemeClr val="bg2"/>
                </a:solidFill>
              </a:defRPr>
            </a:lvl4pPr>
            <a:lvl5pPr>
              <a:defRPr sz="4161">
                <a:solidFill>
                  <a:schemeClr val="bg2"/>
                </a:solidFill>
              </a:defRPr>
            </a:lvl5pPr>
          </a:lstStyle>
          <a:p>
            <a:pPr lvl="0"/>
            <a:r>
              <a:rPr lang="en-US" noProof="0"/>
              <a:t>Click to edit Master text styles</a:t>
            </a:r>
          </a:p>
        </p:txBody>
      </p:sp>
      <p:sp>
        <p:nvSpPr>
          <p:cNvPr id="10" name="TextBox 9"/>
          <p:cNvSpPr txBox="1"/>
          <p:nvPr userDrawn="1"/>
        </p:nvSpPr>
        <p:spPr>
          <a:xfrm>
            <a:off x="6986026" y="7142694"/>
            <a:ext cx="5399606" cy="277640"/>
          </a:xfrm>
          <a:prstGeom prst="rect">
            <a:avLst/>
          </a:prstGeom>
          <a:noFill/>
        </p:spPr>
        <p:txBody>
          <a:bodyPr wrap="square" lIns="0" tIns="0" rIns="0" bIns="0" rtlCol="0">
            <a:spAutoFit/>
          </a:bodyPr>
          <a:lstStyle/>
          <a:p>
            <a:pPr marL="0" indent="0" algn="r">
              <a:spcBef>
                <a:spcPts val="0"/>
              </a:spcBef>
              <a:buSzPct val="100000"/>
              <a:buFont typeface="Arial"/>
              <a:buNone/>
            </a:pPr>
            <a:r>
              <a:rPr lang="en-US" sz="902" noProof="0" dirty="0">
                <a:solidFill>
                  <a:schemeClr val="bg1"/>
                </a:solidFill>
              </a:rPr>
              <a:t>Presentation title</a:t>
            </a:r>
            <a:br>
              <a:rPr lang="en-US" sz="902" noProof="0" dirty="0">
                <a:solidFill>
                  <a:schemeClr val="bg1"/>
                </a:solidFill>
              </a:rPr>
            </a:br>
            <a:r>
              <a:rPr lang="en-US" sz="902" noProof="0" dirty="0">
                <a:solidFill>
                  <a:schemeClr val="bg1"/>
                </a:solidFill>
              </a:rPr>
              <a:t>[To edit, click View &gt; Slide Master &gt; Slide Master]</a:t>
            </a:r>
          </a:p>
        </p:txBody>
      </p:sp>
      <p:sp>
        <p:nvSpPr>
          <p:cNvPr id="11" name="TextBox 10"/>
          <p:cNvSpPr txBox="1"/>
          <p:nvPr userDrawn="1"/>
        </p:nvSpPr>
        <p:spPr>
          <a:xfrm>
            <a:off x="553188" y="7142695"/>
            <a:ext cx="5905327" cy="138821"/>
          </a:xfrm>
          <a:prstGeom prst="rect">
            <a:avLst/>
          </a:prstGeom>
          <a:noFill/>
        </p:spPr>
        <p:txBody>
          <a:bodyPr wrap="square" lIns="0" tIns="0" rIns="0" bIns="0" rtlCol="0">
            <a:spAutoFit/>
          </a:bodyPr>
          <a:lstStyle/>
          <a:p>
            <a:pPr marL="0" indent="0">
              <a:spcBef>
                <a:spcPts val="833"/>
              </a:spcBef>
              <a:buSzPct val="100000"/>
              <a:buFont typeface="Arial"/>
              <a:buNone/>
            </a:pPr>
            <a:r>
              <a:rPr lang="fr-FR" sz="902" noProof="0" dirty="0">
                <a:solidFill>
                  <a:schemeClr val="bg1"/>
                </a:solidFill>
              </a:rPr>
              <a:t>© 2024 Deloitte Touche Tohmatsu India LLP</a:t>
            </a:r>
          </a:p>
        </p:txBody>
      </p:sp>
      <p:sp>
        <p:nvSpPr>
          <p:cNvPr id="12" name="TextBox 11"/>
          <p:cNvSpPr txBox="1"/>
          <p:nvPr userDrawn="1"/>
        </p:nvSpPr>
        <p:spPr>
          <a:xfrm>
            <a:off x="12551739" y="7142695"/>
            <a:ext cx="339614" cy="138821"/>
          </a:xfrm>
          <a:prstGeom prst="rect">
            <a:avLst/>
          </a:prstGeom>
          <a:noFill/>
        </p:spPr>
        <p:txBody>
          <a:bodyPr wrap="square" lIns="0" tIns="0" rIns="0" bIns="0" rtlCol="0">
            <a:spAutoFit/>
          </a:bodyPr>
          <a:lstStyle/>
          <a:p>
            <a:pPr marL="0" indent="0" algn="r">
              <a:spcBef>
                <a:spcPts val="833"/>
              </a:spcBef>
              <a:buSzPct val="100000"/>
              <a:buFont typeface="Arial"/>
              <a:buNone/>
            </a:pPr>
            <a:fld id="{C58DF478-B544-4ED8-9ED4-6A2648E2D233}" type="slidenum">
              <a:rPr lang="en-US" sz="902" noProof="0" smtClean="0">
                <a:solidFill>
                  <a:schemeClr val="bg1"/>
                </a:solidFill>
              </a:rPr>
              <a:pPr marL="0" indent="0" algn="r">
                <a:spcBef>
                  <a:spcPts val="833"/>
                </a:spcBef>
                <a:buSzPct val="100000"/>
                <a:buFont typeface="Arial"/>
                <a:buNone/>
              </a:pPr>
              <a:t>‹#›</a:t>
            </a:fld>
            <a:endParaRPr lang="en-US" sz="902" noProof="0" dirty="0">
              <a:solidFill>
                <a:schemeClr val="bg1"/>
              </a:solidFill>
            </a:endParaRPr>
          </a:p>
        </p:txBody>
      </p:sp>
    </p:spTree>
    <p:extLst>
      <p:ext uri="{BB962C8B-B14F-4D97-AF65-F5344CB8AC3E}">
        <p14:creationId xmlns:p14="http://schemas.microsoft.com/office/powerpoint/2010/main" val="126737543"/>
      </p:ext>
    </p:extLst>
  </p:cSld>
  <p:clrMapOvr>
    <a:masterClrMapping/>
  </p:clrMapOvr>
  <p:transition>
    <p:fade/>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1_Key statement black">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53188" y="1796179"/>
            <a:ext cx="10230453" cy="5241475"/>
          </a:xfrm>
          <a:prstGeom prst="rect">
            <a:avLst/>
          </a:prstGeom>
        </p:spPr>
        <p:txBody>
          <a:bodyPr>
            <a:noAutofit/>
          </a:bodyPr>
          <a:lstStyle>
            <a:lvl1pPr>
              <a:spcBef>
                <a:spcPts val="4993"/>
              </a:spcBef>
              <a:defRPr sz="3773">
                <a:solidFill>
                  <a:schemeClr val="bg1"/>
                </a:solidFill>
              </a:defRPr>
            </a:lvl1pPr>
            <a:lvl2pPr marL="634183" indent="-634183">
              <a:defRPr sz="4161">
                <a:solidFill>
                  <a:schemeClr val="bg2"/>
                </a:solidFill>
              </a:defRPr>
            </a:lvl2pPr>
            <a:lvl3pPr>
              <a:defRPr sz="4161">
                <a:solidFill>
                  <a:schemeClr val="bg2"/>
                </a:solidFill>
              </a:defRPr>
            </a:lvl3pPr>
            <a:lvl4pPr>
              <a:defRPr sz="4161">
                <a:solidFill>
                  <a:schemeClr val="bg2"/>
                </a:solidFill>
              </a:defRPr>
            </a:lvl4pPr>
            <a:lvl5pPr>
              <a:defRPr sz="4161">
                <a:solidFill>
                  <a:schemeClr val="bg2"/>
                </a:solidFill>
              </a:defRPr>
            </a:lvl5pPr>
          </a:lstStyle>
          <a:p>
            <a:pPr lvl="0"/>
            <a:r>
              <a:rPr lang="en-US" noProof="0"/>
              <a:t>Click to edit Master text styles</a:t>
            </a:r>
          </a:p>
        </p:txBody>
      </p:sp>
      <p:sp>
        <p:nvSpPr>
          <p:cNvPr id="10" name="TextBox 9"/>
          <p:cNvSpPr txBox="1"/>
          <p:nvPr userDrawn="1"/>
        </p:nvSpPr>
        <p:spPr>
          <a:xfrm>
            <a:off x="6986026" y="7142694"/>
            <a:ext cx="5399606" cy="277640"/>
          </a:xfrm>
          <a:prstGeom prst="rect">
            <a:avLst/>
          </a:prstGeom>
          <a:noFill/>
        </p:spPr>
        <p:txBody>
          <a:bodyPr wrap="square" lIns="0" tIns="0" rIns="0" bIns="0" rtlCol="0">
            <a:spAutoFit/>
          </a:bodyPr>
          <a:lstStyle/>
          <a:p>
            <a:pPr marL="0" indent="0" algn="r">
              <a:spcBef>
                <a:spcPts val="0"/>
              </a:spcBef>
              <a:buSzPct val="100000"/>
              <a:buFont typeface="Arial"/>
              <a:buNone/>
            </a:pPr>
            <a:r>
              <a:rPr lang="en-US" sz="902" noProof="0" dirty="0">
                <a:solidFill>
                  <a:schemeClr val="bg1"/>
                </a:solidFill>
              </a:rPr>
              <a:t>Presentation title</a:t>
            </a:r>
            <a:br>
              <a:rPr lang="en-US" sz="902" noProof="0" dirty="0">
                <a:solidFill>
                  <a:schemeClr val="bg1"/>
                </a:solidFill>
              </a:rPr>
            </a:br>
            <a:r>
              <a:rPr lang="en-US" sz="902" noProof="0" dirty="0">
                <a:solidFill>
                  <a:schemeClr val="bg1"/>
                </a:solidFill>
              </a:rPr>
              <a:t>[To edit, click View &gt; Slide Master &gt; Slide Master]</a:t>
            </a:r>
          </a:p>
        </p:txBody>
      </p:sp>
      <p:sp>
        <p:nvSpPr>
          <p:cNvPr id="11" name="TextBox 10"/>
          <p:cNvSpPr txBox="1"/>
          <p:nvPr userDrawn="1"/>
        </p:nvSpPr>
        <p:spPr>
          <a:xfrm>
            <a:off x="553188" y="7142695"/>
            <a:ext cx="5905327" cy="138821"/>
          </a:xfrm>
          <a:prstGeom prst="rect">
            <a:avLst/>
          </a:prstGeom>
          <a:noFill/>
        </p:spPr>
        <p:txBody>
          <a:bodyPr wrap="square" lIns="0" tIns="0" rIns="0" bIns="0" rtlCol="0">
            <a:spAutoFit/>
          </a:bodyPr>
          <a:lstStyle/>
          <a:p>
            <a:pPr marL="0" indent="0">
              <a:spcBef>
                <a:spcPts val="833"/>
              </a:spcBef>
              <a:buSzPct val="100000"/>
              <a:buFont typeface="Arial"/>
              <a:buNone/>
            </a:pPr>
            <a:r>
              <a:rPr lang="fr-FR" sz="902" noProof="0" dirty="0">
                <a:solidFill>
                  <a:schemeClr val="bg1"/>
                </a:solidFill>
              </a:rPr>
              <a:t>© 2024 Deloitte Touche Tohmatsu India LLP</a:t>
            </a:r>
          </a:p>
        </p:txBody>
      </p:sp>
      <p:sp>
        <p:nvSpPr>
          <p:cNvPr id="12" name="TextBox 11"/>
          <p:cNvSpPr txBox="1"/>
          <p:nvPr userDrawn="1"/>
        </p:nvSpPr>
        <p:spPr>
          <a:xfrm>
            <a:off x="12551739" y="7142695"/>
            <a:ext cx="339614" cy="138821"/>
          </a:xfrm>
          <a:prstGeom prst="rect">
            <a:avLst/>
          </a:prstGeom>
          <a:noFill/>
        </p:spPr>
        <p:txBody>
          <a:bodyPr wrap="square" lIns="0" tIns="0" rIns="0" bIns="0" rtlCol="0">
            <a:spAutoFit/>
          </a:bodyPr>
          <a:lstStyle/>
          <a:p>
            <a:pPr marL="0" indent="0" algn="r">
              <a:spcBef>
                <a:spcPts val="833"/>
              </a:spcBef>
              <a:buSzPct val="100000"/>
              <a:buFont typeface="Arial"/>
              <a:buNone/>
            </a:pPr>
            <a:fld id="{C58DF478-B544-4ED8-9ED4-6A2648E2D233}" type="slidenum">
              <a:rPr lang="en-US" sz="902" noProof="0" smtClean="0">
                <a:solidFill>
                  <a:schemeClr val="bg1"/>
                </a:solidFill>
              </a:rPr>
              <a:pPr marL="0" indent="0" algn="r">
                <a:spcBef>
                  <a:spcPts val="833"/>
                </a:spcBef>
                <a:buSzPct val="100000"/>
                <a:buFont typeface="Arial"/>
                <a:buNone/>
              </a:pPr>
              <a:t>‹#›</a:t>
            </a:fld>
            <a:endParaRPr lang="en-US" sz="902" noProof="0" dirty="0">
              <a:solidFill>
                <a:schemeClr val="bg1"/>
              </a:solidFill>
            </a:endParaRPr>
          </a:p>
        </p:txBody>
      </p:sp>
    </p:spTree>
    <p:extLst>
      <p:ext uri="{BB962C8B-B14F-4D97-AF65-F5344CB8AC3E}">
        <p14:creationId xmlns:p14="http://schemas.microsoft.com/office/powerpoint/2010/main" val="2522486704"/>
      </p:ext>
    </p:extLst>
  </p:cSld>
  <p:clrMapOvr>
    <a:masterClrMapping/>
  </p:clrMapOvr>
  <p:transition>
    <p:fade/>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_Key statement white">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53188" y="1796179"/>
            <a:ext cx="10230453" cy="5241475"/>
          </a:xfrm>
          <a:prstGeom prst="rect">
            <a:avLst/>
          </a:prstGeom>
        </p:spPr>
        <p:txBody>
          <a:bodyPr>
            <a:noAutofit/>
          </a:bodyPr>
          <a:lstStyle>
            <a:lvl1pPr>
              <a:spcBef>
                <a:spcPts val="4993"/>
              </a:spcBef>
              <a:defRPr sz="3773">
                <a:solidFill>
                  <a:schemeClr val="tx1"/>
                </a:solidFill>
              </a:defRPr>
            </a:lvl1pPr>
            <a:lvl2pPr marL="634183" indent="-634183">
              <a:defRPr sz="4161">
                <a:solidFill>
                  <a:schemeClr val="bg2"/>
                </a:solidFill>
              </a:defRPr>
            </a:lvl2pPr>
            <a:lvl3pPr>
              <a:defRPr sz="4161">
                <a:solidFill>
                  <a:schemeClr val="bg2"/>
                </a:solidFill>
              </a:defRPr>
            </a:lvl3pPr>
            <a:lvl4pPr>
              <a:defRPr sz="4161">
                <a:solidFill>
                  <a:schemeClr val="bg2"/>
                </a:solidFill>
              </a:defRPr>
            </a:lvl4pPr>
            <a:lvl5pPr>
              <a:defRPr sz="4161">
                <a:solidFill>
                  <a:schemeClr val="bg2"/>
                </a:solidFill>
              </a:defRPr>
            </a:lvl5pPr>
          </a:lstStyle>
          <a:p>
            <a:pPr lvl="0"/>
            <a:r>
              <a:rPr lang="en-US" noProof="0"/>
              <a:t>Click to edit Master text styles</a:t>
            </a:r>
          </a:p>
        </p:txBody>
      </p:sp>
    </p:spTree>
    <p:extLst>
      <p:ext uri="{BB962C8B-B14F-4D97-AF65-F5344CB8AC3E}">
        <p14:creationId xmlns:p14="http://schemas.microsoft.com/office/powerpoint/2010/main" val="25102211"/>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_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553188" y="1836446"/>
            <a:ext cx="10230453" cy="5201211"/>
          </a:xfrm>
          <a:prstGeom prst="rect">
            <a:avLst/>
          </a:prstGeom>
        </p:spPr>
        <p:txBody>
          <a:bodyPr/>
          <a:lstStyle>
            <a:lvl1pPr>
              <a:tabLst>
                <a:tab pos="9334382" algn="r"/>
              </a:tabLst>
              <a:defRPr/>
            </a:lvl1pPr>
            <a:lvl2pPr>
              <a:tabLst>
                <a:tab pos="9334382" algn="r"/>
              </a:tabLst>
              <a:defRPr/>
            </a:lvl2pPr>
            <a:lvl3pPr>
              <a:tabLst>
                <a:tab pos="9334382" algn="r"/>
              </a:tabLst>
              <a:defRPr/>
            </a:lvl3pPr>
            <a:lvl4pPr>
              <a:tabLst>
                <a:tab pos="9334382" algn="r"/>
              </a:tabLst>
              <a:defRPr/>
            </a:lvl4pPr>
            <a:lvl5pPr>
              <a:tabLst>
                <a:tab pos="6976013" algn="r"/>
              </a:tabLst>
              <a:defRPr baseline="0"/>
            </a:lvl5pPr>
            <a:lvl6pPr>
              <a:tabLst>
                <a:tab pos="9334382" algn="r"/>
              </a:tabLst>
              <a:defRPr/>
            </a:lvl6pPr>
            <a:lvl7pPr>
              <a:tabLst>
                <a:tab pos="9334382" algn="r"/>
              </a:tabLst>
              <a:defRPr/>
            </a:lvl7pPr>
            <a:lvl8pPr>
              <a:tabLst>
                <a:tab pos="9334382" algn="r"/>
              </a:tabLst>
              <a:defRPr/>
            </a:lvl8pPr>
            <a:lvl9pPr>
              <a:tabLst>
                <a:tab pos="9334382" algn="r"/>
              </a:tabLs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Placeholder 1"/>
          <p:cNvSpPr>
            <a:spLocks noGrp="1"/>
          </p:cNvSpPr>
          <p:nvPr>
            <p:ph type="title" hasCustomPrompt="1"/>
          </p:nvPr>
        </p:nvSpPr>
        <p:spPr>
          <a:xfrm>
            <a:off x="553189" y="350135"/>
            <a:ext cx="12328826" cy="770291"/>
          </a:xfrm>
          <a:prstGeom prst="rect">
            <a:avLst/>
          </a:prstGeom>
        </p:spPr>
        <p:txBody>
          <a:bodyPr vert="horz" lIns="0" tIns="0" rIns="0" bIns="0" rtlCol="0" anchor="t" anchorCtr="0">
            <a:noAutofit/>
          </a:bodyPr>
          <a:lstStyle>
            <a:lvl1pPr>
              <a:defRPr/>
            </a:lvl1pPr>
          </a:lstStyle>
          <a:p>
            <a:r>
              <a:rPr lang="en-US" dirty="0"/>
              <a:t>Click to add title</a:t>
            </a:r>
          </a:p>
        </p:txBody>
      </p:sp>
    </p:spTree>
    <p:extLst>
      <p:ext uri="{BB962C8B-B14F-4D97-AF65-F5344CB8AC3E}">
        <p14:creationId xmlns:p14="http://schemas.microsoft.com/office/powerpoint/2010/main" val="236510875"/>
      </p:ext>
    </p:extLst>
  </p:cSld>
  <p:clrMapOvr>
    <a:masterClrMapping/>
  </p:clrMapOvr>
  <p:transition>
    <p:fade/>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_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53188" y="350133"/>
            <a:ext cx="12338164" cy="77029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5" name="Picture Placeholder 9"/>
          <p:cNvSpPr>
            <a:spLocks noGrp="1"/>
          </p:cNvSpPr>
          <p:nvPr>
            <p:ph type="pic" sz="quarter" idx="15"/>
          </p:nvPr>
        </p:nvSpPr>
        <p:spPr>
          <a:xfrm>
            <a:off x="6010291" y="1876711"/>
            <a:ext cx="6881063" cy="5160945"/>
          </a:xfrm>
        </p:spPr>
        <p:txBody>
          <a:bodyPr/>
          <a:lstStyle/>
          <a:p>
            <a:r>
              <a:rPr lang="en-US" noProof="0"/>
              <a:t>Click icon to add picture</a:t>
            </a:r>
            <a:endParaRPr lang="en-US" noProof="0" dirty="0"/>
          </a:p>
        </p:txBody>
      </p:sp>
      <p:sp>
        <p:nvSpPr>
          <p:cNvPr id="6" name="Content Placeholder 3"/>
          <p:cNvSpPr>
            <a:spLocks noGrp="1"/>
          </p:cNvSpPr>
          <p:nvPr>
            <p:ph sz="quarter" idx="10"/>
          </p:nvPr>
        </p:nvSpPr>
        <p:spPr>
          <a:xfrm>
            <a:off x="553190" y="1836446"/>
            <a:ext cx="4914258" cy="5201211"/>
          </a:xfrm>
          <a:prstGeom prst="rect">
            <a:avLst/>
          </a:prstGeom>
        </p:spPr>
        <p:txBody>
          <a:bodyPr/>
          <a:lstStyle>
            <a:lvl1pPr>
              <a:tabLst>
                <a:tab pos="6976013" algn="r"/>
              </a:tabLst>
              <a:defRPr/>
            </a:lvl1pPr>
            <a:lvl2pPr>
              <a:tabLst>
                <a:tab pos="6976013" algn="r"/>
              </a:tabLst>
              <a:defRPr/>
            </a:lvl2pPr>
            <a:lvl3pPr>
              <a:tabLst>
                <a:tab pos="6976013" algn="r"/>
              </a:tabLst>
              <a:defRPr/>
            </a:lvl3pPr>
            <a:lvl4pPr>
              <a:tabLst>
                <a:tab pos="6976013" algn="r"/>
              </a:tabLst>
              <a:defRPr/>
            </a:lvl4pPr>
            <a:lvl5pPr>
              <a:tabLst>
                <a:tab pos="6976013"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463979046"/>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_Title &amp; 1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553188" y="350133"/>
            <a:ext cx="12338164" cy="770290"/>
          </a:xfrm>
        </p:spPr>
        <p:txBody>
          <a:bodyPr/>
          <a:lstStyle/>
          <a:p>
            <a:r>
              <a:rPr lang="en-US" noProof="0"/>
              <a:t>Click to edit Master title style</a:t>
            </a:r>
            <a:endParaRPr lang="en-US" noProof="0" dirty="0"/>
          </a:p>
        </p:txBody>
      </p:sp>
      <p:sp>
        <p:nvSpPr>
          <p:cNvPr id="14" name="Text Placeholder 18"/>
          <p:cNvSpPr>
            <a:spLocks noGrp="1"/>
          </p:cNvSpPr>
          <p:nvPr>
            <p:ph idx="1"/>
          </p:nvPr>
        </p:nvSpPr>
        <p:spPr>
          <a:xfrm>
            <a:off x="553190" y="1836446"/>
            <a:ext cx="12312488" cy="520121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881091110"/>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_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53189" y="718571"/>
            <a:ext cx="12309107" cy="835084"/>
          </a:xfrm>
          <a:prstGeom prst="rect">
            <a:avLst/>
          </a:prstGeom>
        </p:spPr>
        <p:txBody>
          <a:bodyPr lIns="0" tIns="0" rIns="0" bIns="0">
            <a:noAutofit/>
          </a:bodyPr>
          <a:lstStyle>
            <a:lvl1pPr marL="0" indent="0">
              <a:buNone/>
              <a:defRPr sz="2516"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553189" y="350134"/>
            <a:ext cx="12309107" cy="368439"/>
          </a:xfrm>
          <a:prstGeom prst="rect">
            <a:avLst/>
          </a:prstGeom>
        </p:spPr>
        <p:txBody>
          <a:bodyPr vert="horz" lIns="0" tIns="0" rIns="0" bIns="0" rtlCol="0" anchor="t" anchorCtr="0">
            <a:noAutofit/>
          </a:bodyPr>
          <a:lstStyle>
            <a:lvl1pPr>
              <a:defRPr/>
            </a:lvl1pPr>
          </a:lstStyle>
          <a:p>
            <a:r>
              <a:rPr lang="en-US" noProof="0"/>
              <a:t>Click to edit Master title style</a:t>
            </a:r>
            <a:endParaRPr lang="en-US" noProof="0" dirty="0"/>
          </a:p>
        </p:txBody>
      </p:sp>
      <p:sp>
        <p:nvSpPr>
          <p:cNvPr id="8" name="Text Placeholder 18"/>
          <p:cNvSpPr>
            <a:spLocks noGrp="1"/>
          </p:cNvSpPr>
          <p:nvPr>
            <p:ph idx="1"/>
          </p:nvPr>
        </p:nvSpPr>
        <p:spPr>
          <a:xfrm>
            <a:off x="549806" y="1261256"/>
            <a:ext cx="12312488" cy="5198396"/>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272647120"/>
      </p:ext>
    </p:extLst>
  </p:cSld>
  <p:clrMapOvr>
    <a:masterClrMapping/>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_Title, subtitle &amp; 1 column - larg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53189" y="718571"/>
            <a:ext cx="12309107" cy="835084"/>
          </a:xfrm>
          <a:prstGeom prst="rect">
            <a:avLst/>
          </a:prstGeom>
        </p:spPr>
        <p:txBody>
          <a:bodyPr lIns="0" tIns="0" rIns="0" bIns="0">
            <a:noAutofit/>
          </a:bodyPr>
          <a:lstStyle>
            <a:lvl1pPr marL="0" indent="0">
              <a:buNone/>
              <a:defRPr sz="2516"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553189" y="350134"/>
            <a:ext cx="12309107" cy="368439"/>
          </a:xfrm>
          <a:prstGeom prst="rect">
            <a:avLst/>
          </a:prstGeom>
        </p:spPr>
        <p:txBody>
          <a:bodyPr vert="horz" lIns="0" tIns="0" rIns="0" bIns="0" rtlCol="0" anchor="t" anchorCtr="0">
            <a:noAutofit/>
          </a:bodyPr>
          <a:lstStyle>
            <a:lvl1pPr>
              <a:defRPr/>
            </a:lvl1pPr>
          </a:lstStyle>
          <a:p>
            <a:r>
              <a:rPr lang="en-US" noProof="0"/>
              <a:t>Click to edit Master title style</a:t>
            </a:r>
            <a:endParaRPr lang="en-US" noProof="0" dirty="0"/>
          </a:p>
        </p:txBody>
      </p:sp>
      <p:sp>
        <p:nvSpPr>
          <p:cNvPr id="8" name="Text Placeholder 18"/>
          <p:cNvSpPr>
            <a:spLocks noGrp="1"/>
          </p:cNvSpPr>
          <p:nvPr>
            <p:ph idx="1"/>
          </p:nvPr>
        </p:nvSpPr>
        <p:spPr>
          <a:xfrm>
            <a:off x="553190" y="1874957"/>
            <a:ext cx="12312488" cy="5159882"/>
          </a:xfrm>
          <a:prstGeom prst="rect">
            <a:avLst/>
          </a:prstGeom>
        </p:spPr>
        <p:txBody>
          <a:bodyPr vert="horz" lIns="0" tIns="0" rIns="0" bIns="0" rtlCol="0">
            <a:noAutofit/>
          </a:bodyPr>
          <a:lstStyle>
            <a:lvl1pPr>
              <a:defRPr sz="2219"/>
            </a:lvl1pPr>
            <a:lvl2pPr>
              <a:defRPr sz="2219"/>
            </a:lvl2pPr>
            <a:lvl3pPr>
              <a:defRPr sz="2219"/>
            </a:lvl3pPr>
            <a:lvl4pPr>
              <a:defRPr sz="2219"/>
            </a:lvl4pPr>
            <a:lvl5pPr>
              <a:defRPr sz="2219"/>
            </a:lvl5pPr>
            <a:lvl6pPr>
              <a:defRPr sz="2219"/>
            </a:lvl6pPr>
            <a:lvl7pPr>
              <a:defRPr sz="2219"/>
            </a:lvl7pPr>
            <a:lvl8pPr>
              <a:defRPr sz="2219"/>
            </a:lvl8pPr>
            <a:lvl9pPr>
              <a:defRPr sz="2219"/>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412778938"/>
      </p:ext>
    </p:extLst>
  </p:cSld>
  <p:clrMapOvr>
    <a:masterClrMapping/>
  </p:clrMapOvr>
  <p:transition>
    <p:fade/>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_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53187" y="718571"/>
            <a:ext cx="12338164" cy="835084"/>
          </a:xfrm>
          <a:prstGeom prst="rect">
            <a:avLst/>
          </a:prstGeom>
        </p:spPr>
        <p:txBody>
          <a:bodyPr lIns="0" tIns="0" rIns="0" bIns="0">
            <a:noAutofit/>
          </a:bodyPr>
          <a:lstStyle>
            <a:lvl1pPr marL="0" indent="0">
              <a:buNone/>
              <a:defRPr sz="2516" b="0">
                <a:solidFill>
                  <a:srgbClr val="575757"/>
                </a:solidFill>
              </a:defRPr>
            </a:lvl1pPr>
          </a:lstStyle>
          <a:p>
            <a:pPr lvl="0"/>
            <a:r>
              <a:rPr lang="en-US" noProof="0" dirty="0"/>
              <a:t>Click to add subtitle</a:t>
            </a:r>
          </a:p>
        </p:txBody>
      </p:sp>
      <p:sp>
        <p:nvSpPr>
          <p:cNvPr id="16" name="Title Placeholder 1"/>
          <p:cNvSpPr>
            <a:spLocks noGrp="1"/>
          </p:cNvSpPr>
          <p:nvPr>
            <p:ph type="title" hasCustomPrompt="1"/>
          </p:nvPr>
        </p:nvSpPr>
        <p:spPr>
          <a:xfrm>
            <a:off x="553187" y="350134"/>
            <a:ext cx="12338164" cy="368439"/>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7" name="Chart Placeholder 3"/>
          <p:cNvSpPr>
            <a:spLocks noGrp="1"/>
          </p:cNvSpPr>
          <p:nvPr>
            <p:ph type="chart" sz="quarter" idx="15"/>
          </p:nvPr>
        </p:nvSpPr>
        <p:spPr>
          <a:xfrm>
            <a:off x="553191" y="2262903"/>
            <a:ext cx="12338163" cy="4487217"/>
          </a:xfrm>
          <a:prstGeom prst="rect">
            <a:avLst/>
          </a:prstGeom>
        </p:spPr>
        <p:txBody>
          <a:bodyPr/>
          <a:lstStyle/>
          <a:p>
            <a:r>
              <a:rPr lang="en-US" noProof="0"/>
              <a:t>Click icon to add chart</a:t>
            </a:r>
            <a:endParaRPr lang="en-US" noProof="0" dirty="0"/>
          </a:p>
        </p:txBody>
      </p:sp>
      <p:sp>
        <p:nvSpPr>
          <p:cNvPr id="18" name="Text Placeholder 8"/>
          <p:cNvSpPr>
            <a:spLocks noGrp="1"/>
          </p:cNvSpPr>
          <p:nvPr>
            <p:ph type="body" sz="quarter" idx="18"/>
          </p:nvPr>
        </p:nvSpPr>
        <p:spPr>
          <a:xfrm>
            <a:off x="553191" y="1836444"/>
            <a:ext cx="12338163" cy="432412"/>
          </a:xfrm>
        </p:spPr>
        <p:txBody>
          <a:bodyPr/>
          <a:lstStyle/>
          <a:p>
            <a:pPr lvl="0"/>
            <a:r>
              <a:rPr lang="en-US" noProof="0"/>
              <a:t>Click to edit Master text styles</a:t>
            </a:r>
          </a:p>
        </p:txBody>
      </p:sp>
      <p:sp>
        <p:nvSpPr>
          <p:cNvPr id="19" name="Text Placeholder 7"/>
          <p:cNvSpPr>
            <a:spLocks noGrp="1"/>
          </p:cNvSpPr>
          <p:nvPr>
            <p:ph type="body" sz="quarter" idx="23"/>
          </p:nvPr>
        </p:nvSpPr>
        <p:spPr>
          <a:xfrm>
            <a:off x="553188" y="6750121"/>
            <a:ext cx="12338164" cy="287535"/>
          </a:xfrm>
        </p:spPr>
        <p:txBody>
          <a:bodyPr>
            <a:noAutofit/>
          </a:bodyPr>
          <a:lstStyle>
            <a:lvl1pPr>
              <a:spcAft>
                <a:spcPts val="0"/>
              </a:spcAft>
              <a:defRPr sz="1258"/>
            </a:lvl1pPr>
          </a:lstStyle>
          <a:p>
            <a:pPr lvl="0"/>
            <a:r>
              <a:rPr lang="en-US" noProof="0"/>
              <a:t>Click to edit Master text styles</a:t>
            </a:r>
          </a:p>
        </p:txBody>
      </p:sp>
    </p:spTree>
    <p:extLst>
      <p:ext uri="{BB962C8B-B14F-4D97-AF65-F5344CB8AC3E}">
        <p14:creationId xmlns:p14="http://schemas.microsoft.com/office/powerpoint/2010/main" val="1829702940"/>
      </p:ext>
    </p:extLst>
  </p:cSld>
  <p:clrMapOvr>
    <a:masterClrMapping/>
  </p:clrMapOvr>
  <p:transition>
    <p:fade/>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_3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53188" y="718571"/>
            <a:ext cx="12338164" cy="835084"/>
          </a:xfrm>
          <a:prstGeom prst="rect">
            <a:avLst/>
          </a:prstGeom>
        </p:spPr>
        <p:txBody>
          <a:bodyPr lIns="0" tIns="0" rIns="0" bIns="0">
            <a:noAutofit/>
          </a:bodyPr>
          <a:lstStyle>
            <a:lvl1pPr marL="0" indent="0">
              <a:buNone/>
              <a:defRPr sz="2516" b="0">
                <a:solidFill>
                  <a:srgbClr val="575757"/>
                </a:solidFill>
              </a:defRPr>
            </a:lvl1pPr>
          </a:lstStyle>
          <a:p>
            <a:pPr lvl="0"/>
            <a:r>
              <a:rPr lang="en-US" noProof="0" dirty="0"/>
              <a:t>Click to add subtitle</a:t>
            </a:r>
          </a:p>
        </p:txBody>
      </p:sp>
      <p:sp>
        <p:nvSpPr>
          <p:cNvPr id="16" name="Title Placeholder 1"/>
          <p:cNvSpPr>
            <a:spLocks noGrp="1"/>
          </p:cNvSpPr>
          <p:nvPr>
            <p:ph type="title" hasCustomPrompt="1"/>
          </p:nvPr>
        </p:nvSpPr>
        <p:spPr>
          <a:xfrm>
            <a:off x="553187" y="350134"/>
            <a:ext cx="12338164" cy="368439"/>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7" name="Chart Placeholder 3"/>
          <p:cNvSpPr>
            <a:spLocks noGrp="1"/>
          </p:cNvSpPr>
          <p:nvPr>
            <p:ph type="chart" sz="quarter" idx="15"/>
          </p:nvPr>
        </p:nvSpPr>
        <p:spPr>
          <a:xfrm>
            <a:off x="555778" y="2262899"/>
            <a:ext cx="3914210" cy="4487218"/>
          </a:xfrm>
          <a:prstGeom prst="rect">
            <a:avLst/>
          </a:prstGeom>
        </p:spPr>
        <p:txBody>
          <a:bodyPr/>
          <a:lstStyle/>
          <a:p>
            <a:r>
              <a:rPr lang="en-US" noProof="0"/>
              <a:t>Click icon to add chart</a:t>
            </a:r>
            <a:endParaRPr lang="en-US" noProof="0" dirty="0"/>
          </a:p>
        </p:txBody>
      </p:sp>
      <p:sp>
        <p:nvSpPr>
          <p:cNvPr id="18" name="Text Placeholder 8"/>
          <p:cNvSpPr>
            <a:spLocks noGrp="1"/>
          </p:cNvSpPr>
          <p:nvPr>
            <p:ph type="body" sz="quarter" idx="18"/>
          </p:nvPr>
        </p:nvSpPr>
        <p:spPr>
          <a:xfrm>
            <a:off x="553189" y="1836444"/>
            <a:ext cx="3928327" cy="432412"/>
          </a:xfrm>
        </p:spPr>
        <p:txBody>
          <a:bodyPr/>
          <a:lstStyle/>
          <a:p>
            <a:pPr lvl="0"/>
            <a:r>
              <a:rPr lang="en-US" noProof="0"/>
              <a:t>Click to edit Master text styles</a:t>
            </a:r>
          </a:p>
        </p:txBody>
      </p:sp>
      <p:sp>
        <p:nvSpPr>
          <p:cNvPr id="7" name="Chart Placeholder 3"/>
          <p:cNvSpPr>
            <a:spLocks noGrp="1"/>
          </p:cNvSpPr>
          <p:nvPr>
            <p:ph type="chart" sz="quarter" idx="19"/>
          </p:nvPr>
        </p:nvSpPr>
        <p:spPr>
          <a:xfrm>
            <a:off x="4745271" y="2262899"/>
            <a:ext cx="3927517" cy="4487218"/>
          </a:xfrm>
          <a:prstGeom prst="rect">
            <a:avLst/>
          </a:prstGeom>
        </p:spPr>
        <p:txBody>
          <a:bodyPr/>
          <a:lstStyle/>
          <a:p>
            <a:r>
              <a:rPr lang="en-US" noProof="0"/>
              <a:t>Click icon to add chart</a:t>
            </a:r>
            <a:endParaRPr lang="en-US" noProof="0" dirty="0"/>
          </a:p>
        </p:txBody>
      </p:sp>
      <p:sp>
        <p:nvSpPr>
          <p:cNvPr id="8" name="Text Placeholder 8"/>
          <p:cNvSpPr>
            <a:spLocks noGrp="1"/>
          </p:cNvSpPr>
          <p:nvPr>
            <p:ph type="body" sz="quarter" idx="20"/>
          </p:nvPr>
        </p:nvSpPr>
        <p:spPr>
          <a:xfrm>
            <a:off x="4745270" y="1836444"/>
            <a:ext cx="3927515" cy="432412"/>
          </a:xfrm>
        </p:spPr>
        <p:txBody>
          <a:bodyPr/>
          <a:lstStyle/>
          <a:p>
            <a:pPr lvl="0"/>
            <a:r>
              <a:rPr lang="en-US" noProof="0"/>
              <a:t>Click to edit Master text styles</a:t>
            </a:r>
          </a:p>
        </p:txBody>
      </p:sp>
      <p:sp>
        <p:nvSpPr>
          <p:cNvPr id="9" name="Chart Placeholder 3"/>
          <p:cNvSpPr>
            <a:spLocks noGrp="1"/>
          </p:cNvSpPr>
          <p:nvPr>
            <p:ph type="chart" sz="quarter" idx="21"/>
          </p:nvPr>
        </p:nvSpPr>
        <p:spPr>
          <a:xfrm>
            <a:off x="8961257" y="2262899"/>
            <a:ext cx="3930094" cy="4487218"/>
          </a:xfrm>
          <a:prstGeom prst="rect">
            <a:avLst/>
          </a:prstGeom>
        </p:spPr>
        <p:txBody>
          <a:bodyPr/>
          <a:lstStyle/>
          <a:p>
            <a:r>
              <a:rPr lang="en-US" noProof="0"/>
              <a:t>Click icon to add chart</a:t>
            </a:r>
            <a:endParaRPr lang="en-US" noProof="0" dirty="0"/>
          </a:p>
        </p:txBody>
      </p:sp>
      <p:sp>
        <p:nvSpPr>
          <p:cNvPr id="10" name="Text Placeholder 8"/>
          <p:cNvSpPr>
            <a:spLocks noGrp="1"/>
          </p:cNvSpPr>
          <p:nvPr>
            <p:ph type="body" sz="quarter" idx="22"/>
          </p:nvPr>
        </p:nvSpPr>
        <p:spPr>
          <a:xfrm>
            <a:off x="8961259" y="1829668"/>
            <a:ext cx="3930095" cy="439188"/>
          </a:xfrm>
        </p:spPr>
        <p:txBody>
          <a:bodyPr/>
          <a:lstStyle/>
          <a:p>
            <a:pPr lvl="0"/>
            <a:r>
              <a:rPr lang="en-US" noProof="0"/>
              <a:t>Click to edit Master text styles</a:t>
            </a:r>
          </a:p>
        </p:txBody>
      </p:sp>
      <p:sp>
        <p:nvSpPr>
          <p:cNvPr id="12" name="Text Placeholder 7"/>
          <p:cNvSpPr>
            <a:spLocks noGrp="1"/>
          </p:cNvSpPr>
          <p:nvPr>
            <p:ph type="body" sz="quarter" idx="23"/>
          </p:nvPr>
        </p:nvSpPr>
        <p:spPr>
          <a:xfrm>
            <a:off x="553186" y="6750121"/>
            <a:ext cx="12312492" cy="287535"/>
          </a:xfrm>
        </p:spPr>
        <p:txBody>
          <a:bodyPr>
            <a:noAutofit/>
          </a:bodyPr>
          <a:lstStyle>
            <a:lvl1pPr>
              <a:spcAft>
                <a:spcPts val="0"/>
              </a:spcAft>
              <a:defRPr sz="1258"/>
            </a:lvl1pPr>
          </a:lstStyle>
          <a:p>
            <a:pPr lvl="0"/>
            <a:r>
              <a:rPr lang="en-US" noProof="0"/>
              <a:t>Click to edit Master text styles</a:t>
            </a:r>
          </a:p>
        </p:txBody>
      </p:sp>
    </p:spTree>
    <p:extLst>
      <p:ext uri="{BB962C8B-B14F-4D97-AF65-F5344CB8AC3E}">
        <p14:creationId xmlns:p14="http://schemas.microsoft.com/office/powerpoint/2010/main" val="2215081642"/>
      </p:ext>
    </p:extLst>
  </p:cSld>
  <p:clrMapOvr>
    <a:masterClrMapping/>
  </p:clrMapOvr>
  <p:transition>
    <p:fade/>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1_2 columns of text">
    <p:spTree>
      <p:nvGrpSpPr>
        <p:cNvPr id="1" name=""/>
        <p:cNvGrpSpPr/>
        <p:nvPr/>
      </p:nvGrpSpPr>
      <p:grpSpPr>
        <a:xfrm>
          <a:off x="0" y="0"/>
          <a:ext cx="0" cy="0"/>
          <a:chOff x="0" y="0"/>
          <a:chExt cx="0" cy="0"/>
        </a:xfrm>
      </p:grpSpPr>
      <p:sp>
        <p:nvSpPr>
          <p:cNvPr id="14" name="Title Placeholder 1"/>
          <p:cNvSpPr>
            <a:spLocks noGrp="1"/>
          </p:cNvSpPr>
          <p:nvPr>
            <p:ph type="title" hasCustomPrompt="1"/>
          </p:nvPr>
        </p:nvSpPr>
        <p:spPr>
          <a:xfrm>
            <a:off x="553189" y="350134"/>
            <a:ext cx="12353569" cy="368439"/>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9" name="Text Placeholder 8"/>
          <p:cNvSpPr>
            <a:spLocks noGrp="1"/>
          </p:cNvSpPr>
          <p:nvPr>
            <p:ph type="body" sz="quarter" idx="13" hasCustomPrompt="1"/>
          </p:nvPr>
        </p:nvSpPr>
        <p:spPr>
          <a:xfrm>
            <a:off x="553189" y="718571"/>
            <a:ext cx="12353569" cy="835084"/>
          </a:xfrm>
          <a:prstGeom prst="rect">
            <a:avLst/>
          </a:prstGeom>
        </p:spPr>
        <p:txBody>
          <a:bodyPr lIns="0" tIns="0" rIns="0" bIns="0">
            <a:noAutofit/>
          </a:bodyPr>
          <a:lstStyle>
            <a:lvl1pPr marL="0" indent="0">
              <a:buNone/>
              <a:defRPr sz="2516" b="0">
                <a:solidFill>
                  <a:srgbClr val="575757"/>
                </a:solidFill>
              </a:defRPr>
            </a:lvl1pPr>
          </a:lstStyle>
          <a:p>
            <a:pPr lvl="0"/>
            <a:r>
              <a:rPr lang="en-US" noProof="0" dirty="0"/>
              <a:t>Click to add subtitle</a:t>
            </a:r>
          </a:p>
        </p:txBody>
      </p:sp>
      <p:sp>
        <p:nvSpPr>
          <p:cNvPr id="13" name="Content Placeholder 3"/>
          <p:cNvSpPr>
            <a:spLocks noGrp="1"/>
          </p:cNvSpPr>
          <p:nvPr>
            <p:ph sz="quarter" idx="10"/>
          </p:nvPr>
        </p:nvSpPr>
        <p:spPr>
          <a:xfrm>
            <a:off x="553188" y="1836443"/>
            <a:ext cx="5850644" cy="5201208"/>
          </a:xfrm>
          <a:prstGeom prst="rect">
            <a:avLst/>
          </a:prstGeom>
        </p:spPr>
        <p:txBody>
          <a:bodyPr/>
          <a:lstStyle>
            <a:lvl1pPr>
              <a:tabLst>
                <a:tab pos="6976013" algn="r"/>
              </a:tabLst>
              <a:defRPr/>
            </a:lvl1pPr>
            <a:lvl2pPr>
              <a:tabLst>
                <a:tab pos="6976013" algn="r"/>
              </a:tabLst>
              <a:defRPr/>
            </a:lvl2pPr>
            <a:lvl3pPr>
              <a:tabLst>
                <a:tab pos="6976013" algn="r"/>
              </a:tabLst>
              <a:defRPr/>
            </a:lvl3pPr>
            <a:lvl4pPr>
              <a:tabLst>
                <a:tab pos="6976013" algn="r"/>
              </a:tabLst>
              <a:defRPr/>
            </a:lvl4pPr>
            <a:lvl5pPr>
              <a:tabLst>
                <a:tab pos="6976013"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Content Placeholder 3"/>
          <p:cNvSpPr>
            <a:spLocks noGrp="1"/>
          </p:cNvSpPr>
          <p:nvPr>
            <p:ph sz="quarter" idx="20"/>
          </p:nvPr>
        </p:nvSpPr>
        <p:spPr>
          <a:xfrm>
            <a:off x="7037143" y="1836443"/>
            <a:ext cx="5869614" cy="5201208"/>
          </a:xfrm>
          <a:prstGeom prst="rect">
            <a:avLst/>
          </a:prstGeom>
        </p:spPr>
        <p:txBody>
          <a:bodyPr/>
          <a:lstStyle>
            <a:lvl1pPr>
              <a:tabLst>
                <a:tab pos="6976013" algn="r"/>
              </a:tabLst>
              <a:defRPr/>
            </a:lvl1pPr>
            <a:lvl2pPr>
              <a:tabLst>
                <a:tab pos="6976013" algn="r"/>
              </a:tabLst>
              <a:defRPr/>
            </a:lvl2pPr>
            <a:lvl3pPr>
              <a:tabLst>
                <a:tab pos="6976013" algn="r"/>
              </a:tabLst>
              <a:defRPr/>
            </a:lvl3pPr>
            <a:lvl4pPr>
              <a:tabLst>
                <a:tab pos="6976013" algn="r"/>
              </a:tabLst>
              <a:defRPr/>
            </a:lvl4pPr>
            <a:lvl5pPr>
              <a:tabLst>
                <a:tab pos="6976013"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842891208"/>
      </p:ext>
    </p:extLst>
  </p:cSld>
  <p:clrMapOvr>
    <a:masterClrMapping/>
  </p:clrMapOvr>
  <p:transition>
    <p:fade/>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1_2 columns - large">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553187" y="718571"/>
            <a:ext cx="12338164" cy="835084"/>
          </a:xfrm>
          <a:prstGeom prst="rect">
            <a:avLst/>
          </a:prstGeom>
        </p:spPr>
        <p:txBody>
          <a:bodyPr lIns="0" tIns="0" rIns="0" bIns="0">
            <a:noAutofit/>
          </a:bodyPr>
          <a:lstStyle>
            <a:lvl1pPr marL="0" indent="0">
              <a:buNone/>
              <a:defRPr sz="2516" b="0">
                <a:solidFill>
                  <a:srgbClr val="575757"/>
                </a:solidFill>
              </a:defRPr>
            </a:lvl1pPr>
          </a:lstStyle>
          <a:p>
            <a:pPr lvl="0"/>
            <a:r>
              <a:rPr lang="en-US" noProof="0" dirty="0"/>
              <a:t>Click to add subtitle</a:t>
            </a:r>
          </a:p>
        </p:txBody>
      </p:sp>
      <p:sp>
        <p:nvSpPr>
          <p:cNvPr id="8" name="Title Placeholder 1"/>
          <p:cNvSpPr>
            <a:spLocks noGrp="1"/>
          </p:cNvSpPr>
          <p:nvPr>
            <p:ph type="title" hasCustomPrompt="1"/>
          </p:nvPr>
        </p:nvSpPr>
        <p:spPr>
          <a:xfrm>
            <a:off x="553187" y="350132"/>
            <a:ext cx="12338164" cy="368438"/>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1" name="Content Placeholder 3"/>
          <p:cNvSpPr>
            <a:spLocks noGrp="1"/>
          </p:cNvSpPr>
          <p:nvPr>
            <p:ph sz="quarter" idx="10"/>
          </p:nvPr>
        </p:nvSpPr>
        <p:spPr>
          <a:xfrm>
            <a:off x="553187" y="1836443"/>
            <a:ext cx="5850646" cy="5201208"/>
          </a:xfrm>
          <a:prstGeom prst="rect">
            <a:avLst/>
          </a:prstGeom>
        </p:spPr>
        <p:txBody>
          <a:bodyPr>
            <a:noAutofit/>
          </a:bodyPr>
          <a:lstStyle>
            <a:lvl1pPr>
              <a:tabLst>
                <a:tab pos="6976013" algn="r"/>
              </a:tabLst>
              <a:defRPr sz="2219"/>
            </a:lvl1pPr>
            <a:lvl2pPr>
              <a:tabLst>
                <a:tab pos="6976013" algn="r"/>
              </a:tabLst>
              <a:defRPr sz="2219"/>
            </a:lvl2pPr>
            <a:lvl3pPr>
              <a:tabLst>
                <a:tab pos="6976013" algn="r"/>
              </a:tabLst>
              <a:defRPr sz="2219"/>
            </a:lvl3pPr>
            <a:lvl4pPr>
              <a:tabLst>
                <a:tab pos="6976013" algn="r"/>
              </a:tabLst>
              <a:defRPr sz="2219"/>
            </a:lvl4pPr>
            <a:lvl5pPr>
              <a:tabLst>
                <a:tab pos="6976013" algn="r"/>
              </a:tabLst>
              <a:defRPr baseline="0"/>
            </a:lvl5pPr>
            <a:lvl6pPr>
              <a:defRPr sz="2219"/>
            </a:lvl6pPr>
            <a:lvl7pPr>
              <a:defRPr sz="2219"/>
            </a:lvl7pPr>
            <a:lvl8pPr>
              <a:defRPr sz="2219"/>
            </a:lvl8pPr>
            <a:lvl9pPr>
              <a:defRPr sz="2219"/>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Content Placeholder 3"/>
          <p:cNvSpPr>
            <a:spLocks noGrp="1"/>
          </p:cNvSpPr>
          <p:nvPr>
            <p:ph sz="quarter" idx="20"/>
          </p:nvPr>
        </p:nvSpPr>
        <p:spPr>
          <a:xfrm>
            <a:off x="7039858" y="1836443"/>
            <a:ext cx="5851495" cy="5201208"/>
          </a:xfrm>
          <a:prstGeom prst="rect">
            <a:avLst/>
          </a:prstGeom>
        </p:spPr>
        <p:txBody>
          <a:bodyPr>
            <a:noAutofit/>
          </a:bodyPr>
          <a:lstStyle>
            <a:lvl1pPr>
              <a:tabLst>
                <a:tab pos="6976013" algn="r"/>
              </a:tabLst>
              <a:defRPr sz="2219"/>
            </a:lvl1pPr>
            <a:lvl2pPr>
              <a:tabLst>
                <a:tab pos="6976013" algn="r"/>
              </a:tabLst>
              <a:defRPr sz="2219"/>
            </a:lvl2pPr>
            <a:lvl3pPr>
              <a:tabLst>
                <a:tab pos="6976013" algn="r"/>
              </a:tabLst>
              <a:defRPr sz="2219"/>
            </a:lvl3pPr>
            <a:lvl4pPr>
              <a:tabLst>
                <a:tab pos="6976013" algn="r"/>
              </a:tabLst>
              <a:defRPr sz="2219"/>
            </a:lvl4pPr>
            <a:lvl5pPr>
              <a:tabLst>
                <a:tab pos="6976013" algn="r"/>
              </a:tabLst>
              <a:defRPr baseline="0"/>
            </a:lvl5pPr>
            <a:lvl6pPr>
              <a:defRPr sz="2219"/>
            </a:lvl6pPr>
            <a:lvl7pPr>
              <a:defRPr sz="2219"/>
            </a:lvl7pPr>
            <a:lvl8pPr>
              <a:defRPr sz="2219"/>
            </a:lvl8pPr>
            <a:lvl9pPr>
              <a:defRPr sz="2219"/>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031036312"/>
      </p:ext>
    </p:extLst>
  </p:cSld>
  <p:clrMapOvr>
    <a:masterClrMapping/>
  </p:clrMapOvr>
  <p:transition>
    <p:fade/>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1_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553190" y="1836446"/>
            <a:ext cx="5905326" cy="4913675"/>
          </a:xfrm>
          <a:prstGeom prst="rect">
            <a:avLst/>
          </a:prstGeom>
        </p:spPr>
        <p:txBody>
          <a:bodyPr/>
          <a:lstStyle>
            <a:lvl1pPr>
              <a:tabLst>
                <a:tab pos="6976013" algn="r"/>
              </a:tabLst>
              <a:defRPr/>
            </a:lvl1pPr>
            <a:lvl2pPr>
              <a:tabLst>
                <a:tab pos="6976013" algn="r"/>
              </a:tabLst>
              <a:defRPr/>
            </a:lvl2pPr>
            <a:lvl3pPr>
              <a:tabLst>
                <a:tab pos="6976013" algn="r"/>
              </a:tabLst>
              <a:defRPr/>
            </a:lvl3pPr>
            <a:lvl4pPr>
              <a:tabLst>
                <a:tab pos="6976013" algn="r"/>
              </a:tabLst>
              <a:defRPr/>
            </a:lvl4pPr>
            <a:lvl5pPr>
              <a:tabLst>
                <a:tab pos="6976013"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Chart Placeholder 2"/>
          <p:cNvSpPr>
            <a:spLocks noGrp="1"/>
          </p:cNvSpPr>
          <p:nvPr>
            <p:ph type="chart" sz="quarter" idx="21"/>
          </p:nvPr>
        </p:nvSpPr>
        <p:spPr>
          <a:xfrm>
            <a:off x="6992684" y="2343417"/>
            <a:ext cx="5898668" cy="4406700"/>
          </a:xfrm>
        </p:spPr>
        <p:txBody>
          <a:bodyPr/>
          <a:lstStyle/>
          <a:p>
            <a:r>
              <a:rPr lang="en-US" noProof="0"/>
              <a:t>Click icon to add chart</a:t>
            </a:r>
            <a:endParaRPr lang="en-US" noProof="0" dirty="0"/>
          </a:p>
        </p:txBody>
      </p:sp>
      <p:sp>
        <p:nvSpPr>
          <p:cNvPr id="6" name="Text Placeholder 5"/>
          <p:cNvSpPr>
            <a:spLocks noGrp="1"/>
          </p:cNvSpPr>
          <p:nvPr>
            <p:ph type="body" sz="quarter" idx="22"/>
          </p:nvPr>
        </p:nvSpPr>
        <p:spPr>
          <a:xfrm>
            <a:off x="6992684" y="1836443"/>
            <a:ext cx="5898668" cy="463924"/>
          </a:xfrm>
        </p:spPr>
        <p:txBody>
          <a:bodyPr/>
          <a:lstStyle/>
          <a:p>
            <a:pPr lvl="0"/>
            <a:r>
              <a:rPr lang="en-US" noProof="0"/>
              <a:t>Click to edit Master text styles</a:t>
            </a:r>
          </a:p>
        </p:txBody>
      </p:sp>
      <p:sp>
        <p:nvSpPr>
          <p:cNvPr id="11" name="Text Placeholder 8"/>
          <p:cNvSpPr>
            <a:spLocks noGrp="1"/>
          </p:cNvSpPr>
          <p:nvPr>
            <p:ph type="body" sz="quarter" idx="13" hasCustomPrompt="1"/>
          </p:nvPr>
        </p:nvSpPr>
        <p:spPr>
          <a:xfrm>
            <a:off x="553187" y="718571"/>
            <a:ext cx="12338164" cy="835084"/>
          </a:xfrm>
          <a:prstGeom prst="rect">
            <a:avLst/>
          </a:prstGeom>
        </p:spPr>
        <p:txBody>
          <a:bodyPr lIns="0" tIns="0" rIns="0" bIns="0">
            <a:noAutofit/>
          </a:bodyPr>
          <a:lstStyle>
            <a:lvl1pPr marL="0" indent="0">
              <a:buNone/>
              <a:defRPr sz="2516" b="0">
                <a:solidFill>
                  <a:srgbClr val="575757"/>
                </a:solidFill>
              </a:defRPr>
            </a:lvl1pPr>
          </a:lstStyle>
          <a:p>
            <a:pPr lvl="0"/>
            <a:r>
              <a:rPr lang="en-US" noProof="0" dirty="0"/>
              <a:t>Click to add subtitle</a:t>
            </a:r>
          </a:p>
        </p:txBody>
      </p:sp>
      <p:sp>
        <p:nvSpPr>
          <p:cNvPr id="13" name="Title Placeholder 1"/>
          <p:cNvSpPr>
            <a:spLocks noGrp="1"/>
          </p:cNvSpPr>
          <p:nvPr>
            <p:ph type="title" hasCustomPrompt="1"/>
          </p:nvPr>
        </p:nvSpPr>
        <p:spPr>
          <a:xfrm>
            <a:off x="553187" y="350134"/>
            <a:ext cx="12338164" cy="368439"/>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5" name="Text Placeholder 7"/>
          <p:cNvSpPr>
            <a:spLocks noGrp="1"/>
          </p:cNvSpPr>
          <p:nvPr>
            <p:ph type="body" sz="quarter" idx="23"/>
          </p:nvPr>
        </p:nvSpPr>
        <p:spPr>
          <a:xfrm>
            <a:off x="553187" y="6750121"/>
            <a:ext cx="12338164" cy="287535"/>
          </a:xfrm>
        </p:spPr>
        <p:txBody>
          <a:bodyPr>
            <a:normAutofit/>
          </a:bodyPr>
          <a:lstStyle>
            <a:lvl1pPr>
              <a:spcAft>
                <a:spcPts val="0"/>
              </a:spcAft>
              <a:defRPr sz="1258"/>
            </a:lvl1pPr>
          </a:lstStyle>
          <a:p>
            <a:pPr lvl="0"/>
            <a:r>
              <a:rPr lang="en-US" noProof="0"/>
              <a:t>Click to edit Master text styles</a:t>
            </a:r>
          </a:p>
        </p:txBody>
      </p:sp>
    </p:spTree>
    <p:extLst>
      <p:ext uri="{BB962C8B-B14F-4D97-AF65-F5344CB8AC3E}">
        <p14:creationId xmlns:p14="http://schemas.microsoft.com/office/powerpoint/2010/main" val="2179466235"/>
      </p:ext>
    </p:extLst>
  </p:cSld>
  <p:clrMapOvr>
    <a:masterClrMapping/>
  </p:clrMapOvr>
  <p:transition>
    <p:fade/>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1_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992684" y="2343417"/>
            <a:ext cx="5898669" cy="4406700"/>
          </a:xfrm>
        </p:spPr>
        <p:txBody>
          <a:bodyPr/>
          <a:lstStyle/>
          <a:p>
            <a:r>
              <a:rPr lang="en-US" noProof="0"/>
              <a:t>Click icon to add chart</a:t>
            </a:r>
            <a:endParaRPr lang="en-US" noProof="0" dirty="0"/>
          </a:p>
        </p:txBody>
      </p:sp>
      <p:sp>
        <p:nvSpPr>
          <p:cNvPr id="6" name="Text Placeholder 5"/>
          <p:cNvSpPr>
            <a:spLocks noGrp="1"/>
          </p:cNvSpPr>
          <p:nvPr>
            <p:ph type="body" sz="quarter" idx="22"/>
          </p:nvPr>
        </p:nvSpPr>
        <p:spPr>
          <a:xfrm>
            <a:off x="6992685" y="1836443"/>
            <a:ext cx="5898669" cy="463924"/>
          </a:xfrm>
        </p:spPr>
        <p:txBody>
          <a:bodyPr/>
          <a:lstStyle/>
          <a:p>
            <a:pPr lvl="0"/>
            <a:r>
              <a:rPr lang="en-US" noProof="0"/>
              <a:t>Click to edit Master text styles</a:t>
            </a:r>
          </a:p>
        </p:txBody>
      </p:sp>
      <p:sp>
        <p:nvSpPr>
          <p:cNvPr id="11" name="Text Placeholder 8"/>
          <p:cNvSpPr>
            <a:spLocks noGrp="1"/>
          </p:cNvSpPr>
          <p:nvPr>
            <p:ph type="body" sz="quarter" idx="13" hasCustomPrompt="1"/>
          </p:nvPr>
        </p:nvSpPr>
        <p:spPr>
          <a:xfrm>
            <a:off x="553187" y="718571"/>
            <a:ext cx="12338164" cy="835084"/>
          </a:xfrm>
          <a:prstGeom prst="rect">
            <a:avLst/>
          </a:prstGeom>
        </p:spPr>
        <p:txBody>
          <a:bodyPr lIns="0" tIns="0" rIns="0" bIns="0">
            <a:noAutofit/>
          </a:bodyPr>
          <a:lstStyle>
            <a:lvl1pPr marL="0" indent="0">
              <a:buNone/>
              <a:defRPr sz="2516" b="0">
                <a:solidFill>
                  <a:srgbClr val="575757"/>
                </a:solidFill>
              </a:defRPr>
            </a:lvl1pPr>
          </a:lstStyle>
          <a:p>
            <a:pPr lvl="0"/>
            <a:r>
              <a:rPr lang="en-US" noProof="0" dirty="0"/>
              <a:t>Click to add subtitle</a:t>
            </a:r>
          </a:p>
        </p:txBody>
      </p:sp>
      <p:sp>
        <p:nvSpPr>
          <p:cNvPr id="13" name="Title Placeholder 1"/>
          <p:cNvSpPr>
            <a:spLocks noGrp="1"/>
          </p:cNvSpPr>
          <p:nvPr>
            <p:ph type="title" hasCustomPrompt="1"/>
          </p:nvPr>
        </p:nvSpPr>
        <p:spPr>
          <a:xfrm>
            <a:off x="553187" y="350134"/>
            <a:ext cx="12338164" cy="368439"/>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5" name="Text Placeholder 7"/>
          <p:cNvSpPr>
            <a:spLocks noGrp="1"/>
          </p:cNvSpPr>
          <p:nvPr>
            <p:ph type="body" sz="quarter" idx="23"/>
          </p:nvPr>
        </p:nvSpPr>
        <p:spPr>
          <a:xfrm>
            <a:off x="553186" y="6750121"/>
            <a:ext cx="12312492" cy="287535"/>
          </a:xfrm>
        </p:spPr>
        <p:txBody>
          <a:bodyPr>
            <a:normAutofit/>
          </a:bodyPr>
          <a:lstStyle>
            <a:lvl1pPr>
              <a:spcAft>
                <a:spcPts val="0"/>
              </a:spcAft>
              <a:defRPr sz="1258"/>
            </a:lvl1pPr>
          </a:lstStyle>
          <a:p>
            <a:pPr lvl="0"/>
            <a:r>
              <a:rPr lang="en-US" noProof="0"/>
              <a:t>Click to edit Master text styles</a:t>
            </a:r>
          </a:p>
        </p:txBody>
      </p:sp>
      <p:sp>
        <p:nvSpPr>
          <p:cNvPr id="9" name="Chart Placeholder 2"/>
          <p:cNvSpPr>
            <a:spLocks noGrp="1"/>
          </p:cNvSpPr>
          <p:nvPr>
            <p:ph type="chart" sz="quarter" idx="24"/>
          </p:nvPr>
        </p:nvSpPr>
        <p:spPr>
          <a:xfrm>
            <a:off x="553188" y="2343417"/>
            <a:ext cx="5887569" cy="4406700"/>
          </a:xfrm>
        </p:spPr>
        <p:txBody>
          <a:bodyPr/>
          <a:lstStyle/>
          <a:p>
            <a:r>
              <a:rPr lang="en-US" noProof="0"/>
              <a:t>Click icon to add chart</a:t>
            </a:r>
            <a:endParaRPr lang="en-US" noProof="0" dirty="0"/>
          </a:p>
        </p:txBody>
      </p:sp>
      <p:sp>
        <p:nvSpPr>
          <p:cNvPr id="12" name="Text Placeholder 5"/>
          <p:cNvSpPr>
            <a:spLocks noGrp="1"/>
          </p:cNvSpPr>
          <p:nvPr>
            <p:ph type="body" sz="quarter" idx="25"/>
          </p:nvPr>
        </p:nvSpPr>
        <p:spPr>
          <a:xfrm>
            <a:off x="553186" y="1836443"/>
            <a:ext cx="5887570" cy="463924"/>
          </a:xfrm>
        </p:spPr>
        <p:txBody>
          <a:bodyPr/>
          <a:lstStyle/>
          <a:p>
            <a:pPr lvl="0"/>
            <a:r>
              <a:rPr lang="en-US" noProof="0"/>
              <a:t>Click to edit Master text styles</a:t>
            </a:r>
          </a:p>
        </p:txBody>
      </p:sp>
    </p:spTree>
    <p:extLst>
      <p:ext uri="{BB962C8B-B14F-4D97-AF65-F5344CB8AC3E}">
        <p14:creationId xmlns:p14="http://schemas.microsoft.com/office/powerpoint/2010/main" val="1200285679"/>
      </p:ext>
    </p:extLst>
  </p:cSld>
  <p:clrMapOvr>
    <a:masterClrMapping/>
  </p:clrMapOvr>
  <p:transition>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1_2 column content">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53191" y="350134"/>
            <a:ext cx="12338163" cy="368439"/>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6" name="Content Placeholder 3"/>
          <p:cNvSpPr>
            <a:spLocks noGrp="1"/>
          </p:cNvSpPr>
          <p:nvPr>
            <p:ph sz="quarter" idx="10"/>
          </p:nvPr>
        </p:nvSpPr>
        <p:spPr>
          <a:xfrm>
            <a:off x="553189" y="1836446"/>
            <a:ext cx="4887161" cy="5201211"/>
          </a:xfrm>
          <a:prstGeom prst="rect">
            <a:avLst/>
          </a:prstGeom>
        </p:spPr>
        <p:txBody>
          <a:bodyPr/>
          <a:lstStyle>
            <a:lvl1pPr>
              <a:tabLst>
                <a:tab pos="6976013" algn="r"/>
              </a:tabLst>
              <a:defRPr/>
            </a:lvl1pPr>
            <a:lvl2pPr>
              <a:tabLst>
                <a:tab pos="6976013" algn="r"/>
              </a:tabLst>
              <a:defRPr/>
            </a:lvl2pPr>
            <a:lvl3pPr>
              <a:tabLst>
                <a:tab pos="6976013" algn="r"/>
              </a:tabLst>
              <a:defRPr/>
            </a:lvl3pPr>
            <a:lvl4pPr>
              <a:tabLst>
                <a:tab pos="6976013" algn="r"/>
              </a:tabLst>
              <a:defRPr/>
            </a:lvl4pPr>
            <a:lvl5pPr>
              <a:tabLst>
                <a:tab pos="6976013"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Content Placeholder 3"/>
          <p:cNvSpPr>
            <a:spLocks noGrp="1"/>
          </p:cNvSpPr>
          <p:nvPr>
            <p:ph sz="quarter" idx="16"/>
          </p:nvPr>
        </p:nvSpPr>
        <p:spPr>
          <a:xfrm>
            <a:off x="6010290" y="1874961"/>
            <a:ext cx="6881063" cy="5162695"/>
          </a:xfrm>
          <a:prstGeom prst="rect">
            <a:avLst/>
          </a:prstGeom>
        </p:spPr>
        <p:txBody>
          <a:bodyPr/>
          <a:lstStyle>
            <a:lvl1pPr>
              <a:tabLst>
                <a:tab pos="6976013" algn="r"/>
              </a:tabLst>
              <a:defRPr/>
            </a:lvl1pPr>
            <a:lvl2pPr>
              <a:tabLst>
                <a:tab pos="6976013" algn="r"/>
              </a:tabLst>
              <a:defRPr/>
            </a:lvl2pPr>
            <a:lvl3pPr>
              <a:tabLst>
                <a:tab pos="6976013" algn="r"/>
              </a:tabLst>
              <a:defRPr/>
            </a:lvl3pPr>
            <a:lvl4pPr>
              <a:tabLst>
                <a:tab pos="6976013" algn="r"/>
              </a:tabLst>
              <a:defRPr/>
            </a:lvl4pPr>
            <a:lvl5pPr>
              <a:tabLst>
                <a:tab pos="6976013"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553187" y="718571"/>
            <a:ext cx="12338164" cy="835084"/>
          </a:xfrm>
          <a:prstGeom prst="rect">
            <a:avLst/>
          </a:prstGeom>
        </p:spPr>
        <p:txBody>
          <a:bodyPr lIns="0" tIns="0" rIns="0" bIns="0">
            <a:noAutofit/>
          </a:bodyPr>
          <a:lstStyle>
            <a:lvl1pPr marL="0" indent="0">
              <a:buNone/>
              <a:defRPr sz="2516"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1890274777"/>
      </p:ext>
    </p:extLst>
  </p:cSld>
  <p:clrMapOvr>
    <a:masterClrMapping/>
  </p:clrMapOvr>
  <p:transition>
    <p:fade/>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_2 content with quote ">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53188" y="350132"/>
            <a:ext cx="12338164" cy="368438"/>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6" name="Content Placeholder 3"/>
          <p:cNvSpPr>
            <a:spLocks noGrp="1"/>
          </p:cNvSpPr>
          <p:nvPr>
            <p:ph sz="quarter" idx="10"/>
          </p:nvPr>
        </p:nvSpPr>
        <p:spPr>
          <a:xfrm>
            <a:off x="8356393" y="1829158"/>
            <a:ext cx="4534960" cy="5208499"/>
          </a:xfrm>
          <a:prstGeom prst="rect">
            <a:avLst/>
          </a:prstGeom>
        </p:spPr>
        <p:txBody>
          <a:bodyPr>
            <a:noAutofit/>
          </a:bodyPr>
          <a:lstStyle>
            <a:lvl1pPr>
              <a:tabLst>
                <a:tab pos="6976013" algn="r"/>
              </a:tabLst>
              <a:defRPr sz="3329">
                <a:solidFill>
                  <a:schemeClr val="accent3"/>
                </a:solidFill>
              </a:defRPr>
            </a:lvl1pPr>
            <a:lvl2pPr>
              <a:tabLst>
                <a:tab pos="6976013" algn="r"/>
              </a:tabLst>
              <a:defRPr/>
            </a:lvl2pPr>
            <a:lvl3pPr>
              <a:tabLst>
                <a:tab pos="6976013" algn="r"/>
              </a:tabLst>
              <a:defRPr/>
            </a:lvl3pPr>
            <a:lvl4pPr>
              <a:tabLst>
                <a:tab pos="6976013" algn="r"/>
              </a:tabLst>
              <a:defRPr/>
            </a:lvl4pPr>
            <a:lvl5pPr>
              <a:tabLst>
                <a:tab pos="6976013" algn="r"/>
              </a:tabLst>
              <a:defRPr baseline="0"/>
            </a:lvl5pPr>
          </a:lstStyle>
          <a:p>
            <a:pPr lvl="0"/>
            <a:r>
              <a:rPr lang="en-US" noProof="0"/>
              <a:t>Click to edit Master text styles</a:t>
            </a:r>
          </a:p>
        </p:txBody>
      </p:sp>
      <p:sp>
        <p:nvSpPr>
          <p:cNvPr id="8" name="Content Placeholder 3"/>
          <p:cNvSpPr>
            <a:spLocks noGrp="1"/>
          </p:cNvSpPr>
          <p:nvPr>
            <p:ph sz="quarter" idx="16"/>
          </p:nvPr>
        </p:nvSpPr>
        <p:spPr>
          <a:xfrm>
            <a:off x="553188" y="1836446"/>
            <a:ext cx="7174774" cy="5201209"/>
          </a:xfrm>
          <a:prstGeom prst="rect">
            <a:avLst/>
          </a:prstGeom>
        </p:spPr>
        <p:txBody>
          <a:bodyPr/>
          <a:lstStyle>
            <a:lvl1pPr>
              <a:tabLst>
                <a:tab pos="6976013" algn="r"/>
              </a:tabLst>
              <a:defRPr/>
            </a:lvl1pPr>
            <a:lvl2pPr>
              <a:tabLst>
                <a:tab pos="6976013" algn="r"/>
              </a:tabLst>
              <a:defRPr/>
            </a:lvl2pPr>
            <a:lvl3pPr>
              <a:tabLst>
                <a:tab pos="6976013" algn="r"/>
              </a:tabLst>
              <a:defRPr/>
            </a:lvl3pPr>
            <a:lvl4pPr>
              <a:tabLst>
                <a:tab pos="6976013" algn="r"/>
              </a:tabLst>
              <a:defRPr/>
            </a:lvl4pPr>
            <a:lvl5pPr>
              <a:tabLst>
                <a:tab pos="6976013"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553191" y="718571"/>
            <a:ext cx="12338163" cy="835084"/>
          </a:xfrm>
          <a:prstGeom prst="rect">
            <a:avLst/>
          </a:prstGeom>
        </p:spPr>
        <p:txBody>
          <a:bodyPr lIns="0" tIns="0" rIns="0" bIns="0">
            <a:noAutofit/>
          </a:bodyPr>
          <a:lstStyle>
            <a:lvl1pPr marL="0" indent="0">
              <a:buNone/>
              <a:defRPr sz="2516"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980198571"/>
      </p:ext>
    </p:extLst>
  </p:cSld>
  <p:clrMapOvr>
    <a:masterClrMapping/>
  </p:clrMapOvr>
  <p:transition>
    <p:fade/>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_Team profile">
    <p:spTree>
      <p:nvGrpSpPr>
        <p:cNvPr id="1" name=""/>
        <p:cNvGrpSpPr/>
        <p:nvPr/>
      </p:nvGrpSpPr>
      <p:grpSpPr>
        <a:xfrm>
          <a:off x="0" y="0"/>
          <a:ext cx="0" cy="0"/>
          <a:chOff x="0" y="0"/>
          <a:chExt cx="0" cy="0"/>
        </a:xfrm>
      </p:grpSpPr>
      <p:sp>
        <p:nvSpPr>
          <p:cNvPr id="2" name="Title 1"/>
          <p:cNvSpPr>
            <a:spLocks noGrp="1"/>
          </p:cNvSpPr>
          <p:nvPr>
            <p:ph type="title"/>
          </p:nvPr>
        </p:nvSpPr>
        <p:spPr>
          <a:xfrm>
            <a:off x="553188" y="350132"/>
            <a:ext cx="12338164" cy="368438"/>
          </a:xfrm>
        </p:spPr>
        <p:txBody>
          <a:bodyPr/>
          <a:lstStyle/>
          <a:p>
            <a:r>
              <a:rPr lang="en-US" noProof="0"/>
              <a:t>Click to edit Master title style</a:t>
            </a:r>
            <a:endParaRPr lang="en-US" noProof="0" dirty="0"/>
          </a:p>
        </p:txBody>
      </p:sp>
      <p:sp>
        <p:nvSpPr>
          <p:cNvPr id="4" name="Picture Placeholder 6"/>
          <p:cNvSpPr>
            <a:spLocks noGrp="1"/>
          </p:cNvSpPr>
          <p:nvPr>
            <p:ph type="pic" sz="quarter" idx="13"/>
          </p:nvPr>
        </p:nvSpPr>
        <p:spPr>
          <a:xfrm>
            <a:off x="553186" y="1874957"/>
            <a:ext cx="2990616" cy="1389500"/>
          </a:xfrm>
        </p:spPr>
        <p:txBody>
          <a:bodyPr lIns="0" tIns="0" rIns="0" bIns="0">
            <a:noAutofit/>
          </a:bodyPr>
          <a:lstStyle/>
          <a:p>
            <a:r>
              <a:rPr lang="en-US" noProof="0"/>
              <a:t>Click icon to add picture</a:t>
            </a:r>
            <a:endParaRPr lang="en-US" noProof="0" dirty="0"/>
          </a:p>
        </p:txBody>
      </p:sp>
      <p:sp>
        <p:nvSpPr>
          <p:cNvPr id="5" name="Picture Placeholder 6"/>
          <p:cNvSpPr>
            <a:spLocks noGrp="1"/>
          </p:cNvSpPr>
          <p:nvPr>
            <p:ph type="pic" sz="quarter" idx="14"/>
          </p:nvPr>
        </p:nvSpPr>
        <p:spPr>
          <a:xfrm>
            <a:off x="3669036" y="1874957"/>
            <a:ext cx="2990616" cy="1389500"/>
          </a:xfrm>
        </p:spPr>
        <p:txBody>
          <a:bodyPr lIns="0" tIns="0" rIns="0" bIns="0">
            <a:noAutofit/>
          </a:bodyPr>
          <a:lstStyle/>
          <a:p>
            <a:r>
              <a:rPr lang="en-US" noProof="0"/>
              <a:t>Click icon to add picture</a:t>
            </a:r>
            <a:endParaRPr lang="en-US" noProof="0" dirty="0"/>
          </a:p>
        </p:txBody>
      </p:sp>
      <p:sp>
        <p:nvSpPr>
          <p:cNvPr id="6" name="Picture Placeholder 6"/>
          <p:cNvSpPr>
            <a:spLocks noGrp="1"/>
          </p:cNvSpPr>
          <p:nvPr>
            <p:ph type="pic" sz="quarter" idx="15"/>
          </p:nvPr>
        </p:nvSpPr>
        <p:spPr>
          <a:xfrm>
            <a:off x="6784887" y="1874957"/>
            <a:ext cx="2990616" cy="1389500"/>
          </a:xfrm>
        </p:spPr>
        <p:txBody>
          <a:bodyPr lIns="0" tIns="0" rIns="0" bIns="0">
            <a:noAutofit/>
          </a:bodyPr>
          <a:lstStyle/>
          <a:p>
            <a:r>
              <a:rPr lang="en-US" noProof="0"/>
              <a:t>Click icon to add picture</a:t>
            </a:r>
            <a:endParaRPr lang="en-US" noProof="0" dirty="0"/>
          </a:p>
        </p:txBody>
      </p:sp>
      <p:sp>
        <p:nvSpPr>
          <p:cNvPr id="7" name="Picture Placeholder 6"/>
          <p:cNvSpPr>
            <a:spLocks noGrp="1"/>
          </p:cNvSpPr>
          <p:nvPr>
            <p:ph type="pic" sz="quarter" idx="16"/>
          </p:nvPr>
        </p:nvSpPr>
        <p:spPr>
          <a:xfrm>
            <a:off x="9900737" y="1874957"/>
            <a:ext cx="2990616" cy="1389500"/>
          </a:xfrm>
        </p:spPr>
        <p:txBody>
          <a:bodyPr lIns="0" tIns="0" rIns="0" bIns="0">
            <a:noAutofit/>
          </a:bodyPr>
          <a:lstStyle/>
          <a:p>
            <a:r>
              <a:rPr lang="en-US" noProof="0"/>
              <a:t>Click icon to add picture</a:t>
            </a:r>
            <a:endParaRPr lang="en-US" noProof="0" dirty="0"/>
          </a:p>
        </p:txBody>
      </p:sp>
      <p:sp>
        <p:nvSpPr>
          <p:cNvPr id="9" name="Text Placeholder 8"/>
          <p:cNvSpPr>
            <a:spLocks noGrp="1"/>
          </p:cNvSpPr>
          <p:nvPr>
            <p:ph type="body" sz="quarter" idx="17"/>
          </p:nvPr>
        </p:nvSpPr>
        <p:spPr>
          <a:xfrm>
            <a:off x="553189" y="3445298"/>
            <a:ext cx="2999954" cy="3592352"/>
          </a:xfrm>
        </p:spPr>
        <p:txBody>
          <a:bodyPr/>
          <a:lstStyle>
            <a:lvl1pPr>
              <a:defRPr b="1">
                <a:solidFill>
                  <a:schemeClr val="accent1"/>
                </a:solidFill>
              </a:defRPr>
            </a:lvl1pPr>
            <a:lvl2pPr>
              <a:spcAft>
                <a:spcPts val="0"/>
              </a:spcAft>
              <a:defRPr/>
            </a:lvl2pPr>
            <a:lvl3pPr marL="0" indent="0">
              <a:spcAft>
                <a:spcPts val="0"/>
              </a:spcAft>
              <a:buNone/>
              <a:defRPr/>
            </a:lvl3pPr>
            <a:lvl4pPr marL="244685" indent="-244685">
              <a:spcAft>
                <a:spcPts val="0"/>
              </a:spcAft>
              <a:buFont typeface="Arial" panose="020B0604020202020204" pitchFamily="34" charset="0"/>
              <a:buChar char="•"/>
              <a:defRPr/>
            </a:lvl4pPr>
            <a:lvl5pPr marL="494363" indent="-244685">
              <a:spcAft>
                <a:spcPts val="0"/>
              </a:spcAft>
              <a:defRPr baseline="0"/>
            </a:lvl5pPr>
            <a:lvl6pPr marL="494363" indent="-244685">
              <a:spcAft>
                <a:spcPts val="0"/>
              </a:spcAft>
              <a:buFont typeface="Verdana" panose="020B0604030504040204" pitchFamily="34" charset="0"/>
              <a:buChar char="−"/>
              <a:defRPr/>
            </a:lvl6pPr>
            <a:lvl7pPr marL="494363" indent="-244685">
              <a:spcAft>
                <a:spcPts val="0"/>
              </a:spcAft>
              <a:defRPr/>
            </a:lvl7pPr>
            <a:lvl8pPr marL="494363" indent="-244685">
              <a:spcAft>
                <a:spcPts val="0"/>
              </a:spcAft>
              <a:defRPr/>
            </a:lvl8pPr>
            <a:lvl9pPr marL="494363" indent="-244685">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8"/>
          </p:nvPr>
        </p:nvSpPr>
        <p:spPr>
          <a:xfrm>
            <a:off x="6781778" y="3441274"/>
            <a:ext cx="2990616" cy="3596378"/>
          </a:xfrm>
        </p:spPr>
        <p:txBody>
          <a:bodyPr/>
          <a:lstStyle>
            <a:lvl1pPr>
              <a:defRPr b="1">
                <a:solidFill>
                  <a:schemeClr val="accent1"/>
                </a:solidFill>
              </a:defRPr>
            </a:lvl1pPr>
            <a:lvl2pPr>
              <a:spcAft>
                <a:spcPts val="0"/>
              </a:spcAft>
              <a:defRPr/>
            </a:lvl2pPr>
            <a:lvl3pPr marL="0" indent="0">
              <a:spcAft>
                <a:spcPts val="0"/>
              </a:spcAft>
              <a:buNone/>
              <a:defRPr/>
            </a:lvl3pPr>
            <a:lvl4pPr marL="244685" indent="-244685">
              <a:spcAft>
                <a:spcPts val="0"/>
              </a:spcAft>
              <a:buFont typeface="Arial" panose="020B0604020202020204" pitchFamily="34" charset="0"/>
              <a:buChar char="•"/>
              <a:defRPr/>
            </a:lvl4pPr>
            <a:lvl5pPr marL="494363" indent="-244685">
              <a:spcAft>
                <a:spcPts val="0"/>
              </a:spcAft>
              <a:defRPr baseline="0"/>
            </a:lvl5pPr>
            <a:lvl6pPr marL="494363" indent="-244685">
              <a:spcAft>
                <a:spcPts val="0"/>
              </a:spcAft>
              <a:buFont typeface="Verdana" panose="020B0604030504040204" pitchFamily="34" charset="0"/>
              <a:buChar char="−"/>
              <a:defRPr/>
            </a:lvl6pPr>
            <a:lvl7pPr marL="494363" indent="-244685">
              <a:spcAft>
                <a:spcPts val="0"/>
              </a:spcAft>
              <a:defRPr/>
            </a:lvl7pPr>
            <a:lvl8pPr marL="494363" indent="-244685">
              <a:spcAft>
                <a:spcPts val="0"/>
              </a:spcAft>
              <a:defRPr/>
            </a:lvl8pPr>
            <a:lvl9pPr marL="494363" indent="-244685">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19"/>
          </p:nvPr>
        </p:nvSpPr>
        <p:spPr>
          <a:xfrm>
            <a:off x="3672150" y="3445301"/>
            <a:ext cx="2990616" cy="3592353"/>
          </a:xfrm>
        </p:spPr>
        <p:txBody>
          <a:bodyPr/>
          <a:lstStyle>
            <a:lvl1pPr>
              <a:defRPr b="1">
                <a:solidFill>
                  <a:schemeClr val="accent1"/>
                </a:solidFill>
              </a:defRPr>
            </a:lvl1pPr>
            <a:lvl2pPr>
              <a:spcAft>
                <a:spcPts val="0"/>
              </a:spcAft>
              <a:defRPr/>
            </a:lvl2pPr>
            <a:lvl3pPr marL="0" indent="0">
              <a:spcAft>
                <a:spcPts val="0"/>
              </a:spcAft>
              <a:buNone/>
              <a:defRPr/>
            </a:lvl3pPr>
            <a:lvl4pPr marL="244685" indent="-244685">
              <a:spcAft>
                <a:spcPts val="0"/>
              </a:spcAft>
              <a:buFont typeface="Arial" panose="020B0604020202020204" pitchFamily="34" charset="0"/>
              <a:buChar char="•"/>
              <a:defRPr/>
            </a:lvl4pPr>
            <a:lvl5pPr marL="494363" indent="-244685">
              <a:spcAft>
                <a:spcPts val="0"/>
              </a:spcAft>
              <a:defRPr baseline="0"/>
            </a:lvl5pPr>
            <a:lvl6pPr marL="494363" indent="-244685">
              <a:spcAft>
                <a:spcPts val="0"/>
              </a:spcAft>
              <a:buFont typeface="Verdana" panose="020B0604030504040204" pitchFamily="34" charset="0"/>
              <a:buChar char="−"/>
              <a:defRPr/>
            </a:lvl6pPr>
            <a:lvl7pPr marL="494363" indent="-244685">
              <a:spcAft>
                <a:spcPts val="0"/>
              </a:spcAft>
              <a:defRPr/>
            </a:lvl7pPr>
            <a:lvl8pPr marL="494363" indent="-244685">
              <a:spcAft>
                <a:spcPts val="0"/>
              </a:spcAft>
              <a:defRPr/>
            </a:lvl8pPr>
            <a:lvl9pPr marL="494363" indent="-244685">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Text Placeholder 8"/>
          <p:cNvSpPr>
            <a:spLocks noGrp="1"/>
          </p:cNvSpPr>
          <p:nvPr>
            <p:ph type="body" sz="quarter" idx="20"/>
          </p:nvPr>
        </p:nvSpPr>
        <p:spPr>
          <a:xfrm>
            <a:off x="9917077" y="3427994"/>
            <a:ext cx="2974276" cy="3609656"/>
          </a:xfrm>
        </p:spPr>
        <p:txBody>
          <a:bodyPr/>
          <a:lstStyle>
            <a:lvl1pPr>
              <a:defRPr b="1">
                <a:solidFill>
                  <a:schemeClr val="accent1"/>
                </a:solidFill>
              </a:defRPr>
            </a:lvl1pPr>
            <a:lvl2pPr>
              <a:spcAft>
                <a:spcPts val="0"/>
              </a:spcAft>
              <a:defRPr/>
            </a:lvl2pPr>
            <a:lvl3pPr marL="0" indent="0">
              <a:spcAft>
                <a:spcPts val="0"/>
              </a:spcAft>
              <a:buNone/>
              <a:defRPr/>
            </a:lvl3pPr>
            <a:lvl4pPr marL="244685" indent="-244685">
              <a:spcAft>
                <a:spcPts val="0"/>
              </a:spcAft>
              <a:buFont typeface="Arial" panose="020B0604020202020204" pitchFamily="34" charset="0"/>
              <a:buChar char="•"/>
              <a:defRPr/>
            </a:lvl4pPr>
            <a:lvl5pPr marL="494363" indent="-244685">
              <a:spcAft>
                <a:spcPts val="0"/>
              </a:spcAft>
              <a:defRPr baseline="0"/>
            </a:lvl5pPr>
            <a:lvl6pPr marL="494363" indent="-244685">
              <a:spcAft>
                <a:spcPts val="0"/>
              </a:spcAft>
              <a:buFont typeface="Verdana" panose="020B0604030504040204" pitchFamily="34" charset="0"/>
              <a:buChar char="−"/>
              <a:defRPr/>
            </a:lvl6pPr>
            <a:lvl7pPr marL="494363" indent="-244685">
              <a:spcAft>
                <a:spcPts val="0"/>
              </a:spcAft>
              <a:defRPr/>
            </a:lvl7pPr>
            <a:lvl8pPr marL="494363" indent="-244685">
              <a:spcAft>
                <a:spcPts val="0"/>
              </a:spcAft>
              <a:defRPr/>
            </a:lvl8pPr>
            <a:lvl9pPr marL="494363" indent="-244685">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Text Placeholder 8"/>
          <p:cNvSpPr>
            <a:spLocks noGrp="1"/>
          </p:cNvSpPr>
          <p:nvPr>
            <p:ph type="body" sz="quarter" idx="21" hasCustomPrompt="1"/>
          </p:nvPr>
        </p:nvSpPr>
        <p:spPr>
          <a:xfrm>
            <a:off x="553187" y="718571"/>
            <a:ext cx="12338166" cy="835084"/>
          </a:xfrm>
          <a:prstGeom prst="rect">
            <a:avLst/>
          </a:prstGeom>
        </p:spPr>
        <p:txBody>
          <a:bodyPr lIns="0" tIns="0" rIns="0" bIns="0">
            <a:noAutofit/>
          </a:bodyPr>
          <a:lstStyle>
            <a:lvl1pPr marL="0" indent="0">
              <a:buNone/>
              <a:defRPr sz="2516"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3930325268"/>
      </p:ext>
    </p:extLst>
  </p:cSld>
  <p:clrMapOvr>
    <a:masterClrMapping/>
  </p:clrMapOvr>
  <p:transition>
    <p:fade/>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1_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553188" y="350132"/>
            <a:ext cx="12338164" cy="368438"/>
          </a:xfrm>
        </p:spPr>
        <p:txBody>
          <a:bodyPr/>
          <a:lstStyle/>
          <a:p>
            <a:r>
              <a:rPr lang="en-US" noProof="0"/>
              <a:t>Click to edit Master title style</a:t>
            </a:r>
            <a:endParaRPr lang="en-US" noProof="0" dirty="0"/>
          </a:p>
        </p:txBody>
      </p:sp>
      <p:sp>
        <p:nvSpPr>
          <p:cNvPr id="4" name="Rectangle 3"/>
          <p:cNvSpPr/>
          <p:nvPr userDrawn="1"/>
        </p:nvSpPr>
        <p:spPr>
          <a:xfrm>
            <a:off x="555780" y="1882632"/>
            <a:ext cx="6060628"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526" noProof="0" dirty="0">
              <a:solidFill>
                <a:schemeClr val="bg1"/>
              </a:solidFill>
            </a:endParaRPr>
          </a:p>
        </p:txBody>
      </p:sp>
      <p:sp>
        <p:nvSpPr>
          <p:cNvPr id="5" name="Rectangle 4"/>
          <p:cNvSpPr/>
          <p:nvPr userDrawn="1"/>
        </p:nvSpPr>
        <p:spPr>
          <a:xfrm>
            <a:off x="6863514" y="1874960"/>
            <a:ext cx="6037544" cy="672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526" noProof="0" dirty="0">
              <a:solidFill>
                <a:schemeClr val="bg1"/>
              </a:solidFill>
            </a:endParaRPr>
          </a:p>
        </p:txBody>
      </p:sp>
      <p:sp>
        <p:nvSpPr>
          <p:cNvPr id="6" name="Rectangle 5"/>
          <p:cNvSpPr/>
          <p:nvPr userDrawn="1"/>
        </p:nvSpPr>
        <p:spPr>
          <a:xfrm>
            <a:off x="555780" y="4482982"/>
            <a:ext cx="6060628"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526" noProof="0" dirty="0">
              <a:solidFill>
                <a:schemeClr val="bg1"/>
              </a:solidFill>
            </a:endParaRPr>
          </a:p>
        </p:txBody>
      </p:sp>
      <p:sp>
        <p:nvSpPr>
          <p:cNvPr id="7" name="Rectangle 6"/>
          <p:cNvSpPr/>
          <p:nvPr userDrawn="1"/>
        </p:nvSpPr>
        <p:spPr>
          <a:xfrm>
            <a:off x="6863514" y="4482982"/>
            <a:ext cx="6037544"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526" noProof="0" dirty="0">
              <a:solidFill>
                <a:schemeClr val="bg1"/>
              </a:solidFill>
            </a:endParaRPr>
          </a:p>
        </p:txBody>
      </p:sp>
      <p:sp>
        <p:nvSpPr>
          <p:cNvPr id="8" name="Picture Placeholder 11"/>
          <p:cNvSpPr>
            <a:spLocks noGrp="1"/>
          </p:cNvSpPr>
          <p:nvPr>
            <p:ph type="pic" sz="quarter" idx="25"/>
          </p:nvPr>
        </p:nvSpPr>
        <p:spPr>
          <a:xfrm>
            <a:off x="555780" y="2073457"/>
            <a:ext cx="2170181" cy="1627700"/>
          </a:xfrm>
        </p:spPr>
        <p:txBody>
          <a:bodyPr/>
          <a:lstStyle>
            <a:lvl1pPr algn="ctr">
              <a:defRPr/>
            </a:lvl1pPr>
          </a:lstStyle>
          <a:p>
            <a:r>
              <a:rPr lang="en-US" noProof="0"/>
              <a:t>Click icon to add picture</a:t>
            </a:r>
            <a:endParaRPr lang="en-US" noProof="0" dirty="0"/>
          </a:p>
        </p:txBody>
      </p:sp>
      <p:sp>
        <p:nvSpPr>
          <p:cNvPr id="9" name="Picture Placeholder 11"/>
          <p:cNvSpPr>
            <a:spLocks noGrp="1"/>
          </p:cNvSpPr>
          <p:nvPr>
            <p:ph type="pic" sz="quarter" idx="27"/>
          </p:nvPr>
        </p:nvSpPr>
        <p:spPr>
          <a:xfrm>
            <a:off x="6863516" y="2073457"/>
            <a:ext cx="2170181" cy="1627700"/>
          </a:xfrm>
        </p:spPr>
        <p:txBody>
          <a:bodyPr/>
          <a:lstStyle>
            <a:lvl1pPr algn="ctr">
              <a:defRPr/>
            </a:lvl1pPr>
          </a:lstStyle>
          <a:p>
            <a:r>
              <a:rPr lang="en-US" noProof="0"/>
              <a:t>Click icon to add picture</a:t>
            </a:r>
            <a:endParaRPr lang="en-US" noProof="0" dirty="0"/>
          </a:p>
        </p:txBody>
      </p:sp>
      <p:sp>
        <p:nvSpPr>
          <p:cNvPr id="10" name="Picture Placeholder 11"/>
          <p:cNvSpPr>
            <a:spLocks noGrp="1"/>
          </p:cNvSpPr>
          <p:nvPr>
            <p:ph type="pic" sz="quarter" idx="29"/>
          </p:nvPr>
        </p:nvSpPr>
        <p:spPr>
          <a:xfrm>
            <a:off x="555780" y="4693657"/>
            <a:ext cx="2170181" cy="1627700"/>
          </a:xfrm>
        </p:spPr>
        <p:txBody>
          <a:bodyPr/>
          <a:lstStyle>
            <a:lvl1pPr algn="ctr">
              <a:defRPr/>
            </a:lvl1pPr>
          </a:lstStyle>
          <a:p>
            <a:r>
              <a:rPr lang="en-US" noProof="0"/>
              <a:t>Click icon to add picture</a:t>
            </a:r>
            <a:endParaRPr lang="en-US" noProof="0" dirty="0"/>
          </a:p>
        </p:txBody>
      </p:sp>
      <p:sp>
        <p:nvSpPr>
          <p:cNvPr id="11" name="Picture Placeholder 11"/>
          <p:cNvSpPr>
            <a:spLocks noGrp="1"/>
          </p:cNvSpPr>
          <p:nvPr>
            <p:ph type="pic" sz="quarter" idx="31"/>
          </p:nvPr>
        </p:nvSpPr>
        <p:spPr>
          <a:xfrm>
            <a:off x="6863516" y="4693657"/>
            <a:ext cx="2170181" cy="1627700"/>
          </a:xfrm>
        </p:spPr>
        <p:txBody>
          <a:bodyPr/>
          <a:lstStyle>
            <a:lvl1pPr algn="ctr">
              <a:defRPr/>
            </a:lvl1pPr>
          </a:lstStyle>
          <a:p>
            <a:r>
              <a:rPr lang="en-US" noProof="0"/>
              <a:t>Click icon to add picture</a:t>
            </a:r>
            <a:endParaRPr lang="en-US" noProof="0" dirty="0"/>
          </a:p>
        </p:txBody>
      </p:sp>
      <p:sp>
        <p:nvSpPr>
          <p:cNvPr id="13" name="Text Placeholder 12"/>
          <p:cNvSpPr>
            <a:spLocks noGrp="1"/>
          </p:cNvSpPr>
          <p:nvPr>
            <p:ph type="body" sz="quarter" idx="32"/>
          </p:nvPr>
        </p:nvSpPr>
        <p:spPr>
          <a:xfrm>
            <a:off x="2959169" y="2073457"/>
            <a:ext cx="3625791" cy="21438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4" name="Text Placeholder 12"/>
          <p:cNvSpPr>
            <a:spLocks noGrp="1"/>
          </p:cNvSpPr>
          <p:nvPr>
            <p:ph type="body" sz="quarter" idx="33"/>
          </p:nvPr>
        </p:nvSpPr>
        <p:spPr>
          <a:xfrm>
            <a:off x="9259178" y="2073457"/>
            <a:ext cx="3641881" cy="21438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5" name="Text Placeholder 12"/>
          <p:cNvSpPr>
            <a:spLocks noGrp="1"/>
          </p:cNvSpPr>
          <p:nvPr>
            <p:ph type="body" sz="quarter" idx="34"/>
          </p:nvPr>
        </p:nvSpPr>
        <p:spPr>
          <a:xfrm>
            <a:off x="2959169" y="4693657"/>
            <a:ext cx="3625791" cy="21438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6" name="Text Placeholder 12"/>
          <p:cNvSpPr>
            <a:spLocks noGrp="1"/>
          </p:cNvSpPr>
          <p:nvPr>
            <p:ph type="body" sz="quarter" idx="35"/>
          </p:nvPr>
        </p:nvSpPr>
        <p:spPr>
          <a:xfrm>
            <a:off x="9259178" y="4693657"/>
            <a:ext cx="3641881" cy="21438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7" name="Text Placeholder 8"/>
          <p:cNvSpPr>
            <a:spLocks noGrp="1"/>
          </p:cNvSpPr>
          <p:nvPr>
            <p:ph type="body" sz="quarter" idx="13" hasCustomPrompt="1"/>
          </p:nvPr>
        </p:nvSpPr>
        <p:spPr>
          <a:xfrm>
            <a:off x="553189" y="718571"/>
            <a:ext cx="12309107" cy="835084"/>
          </a:xfrm>
          <a:prstGeom prst="rect">
            <a:avLst/>
          </a:prstGeom>
        </p:spPr>
        <p:txBody>
          <a:bodyPr lIns="0" tIns="0" rIns="0" bIns="0">
            <a:noAutofit/>
          </a:bodyPr>
          <a:lstStyle>
            <a:lvl1pPr marL="0" indent="0">
              <a:buNone/>
              <a:defRPr sz="2516"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3705043249"/>
      </p:ext>
    </p:extLst>
  </p:cSld>
  <p:clrMapOvr>
    <a:masterClrMapping/>
  </p:clrMapOvr>
  <p:transition>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1_3 picture and text">
    <p:spTree>
      <p:nvGrpSpPr>
        <p:cNvPr id="1" name=""/>
        <p:cNvGrpSpPr/>
        <p:nvPr/>
      </p:nvGrpSpPr>
      <p:grpSpPr>
        <a:xfrm>
          <a:off x="0" y="0"/>
          <a:ext cx="0" cy="0"/>
          <a:chOff x="0" y="0"/>
          <a:chExt cx="0" cy="0"/>
        </a:xfrm>
      </p:grpSpPr>
      <p:sp>
        <p:nvSpPr>
          <p:cNvPr id="2" name="Title 1"/>
          <p:cNvSpPr>
            <a:spLocks noGrp="1"/>
          </p:cNvSpPr>
          <p:nvPr>
            <p:ph type="title"/>
          </p:nvPr>
        </p:nvSpPr>
        <p:spPr>
          <a:xfrm>
            <a:off x="553188" y="350137"/>
            <a:ext cx="12338164" cy="368437"/>
          </a:xfrm>
        </p:spPr>
        <p:txBody>
          <a:bodyPr/>
          <a:lstStyle/>
          <a:p>
            <a:r>
              <a:rPr lang="en-US" noProof="0"/>
              <a:t>Click to edit Master title style</a:t>
            </a:r>
            <a:endParaRPr lang="en-US" noProof="0" dirty="0"/>
          </a:p>
        </p:txBody>
      </p:sp>
      <p:sp>
        <p:nvSpPr>
          <p:cNvPr id="4" name="Picture Placeholder 7"/>
          <p:cNvSpPr>
            <a:spLocks noGrp="1"/>
          </p:cNvSpPr>
          <p:nvPr>
            <p:ph type="pic" sz="quarter" idx="13"/>
          </p:nvPr>
        </p:nvSpPr>
        <p:spPr>
          <a:xfrm>
            <a:off x="553190" y="1874961"/>
            <a:ext cx="4075375" cy="2174319"/>
          </a:xfrm>
        </p:spPr>
        <p:txBody>
          <a:bodyPr/>
          <a:lstStyle/>
          <a:p>
            <a:r>
              <a:rPr lang="en-US" noProof="0"/>
              <a:t>Click icon to add picture</a:t>
            </a:r>
            <a:endParaRPr lang="en-US" noProof="0" dirty="0"/>
          </a:p>
        </p:txBody>
      </p:sp>
      <p:sp>
        <p:nvSpPr>
          <p:cNvPr id="5" name="Picture Placeholder 7"/>
          <p:cNvSpPr>
            <a:spLocks noGrp="1"/>
          </p:cNvSpPr>
          <p:nvPr>
            <p:ph type="pic" sz="quarter" idx="14"/>
          </p:nvPr>
        </p:nvSpPr>
        <p:spPr>
          <a:xfrm>
            <a:off x="8828931" y="1874961"/>
            <a:ext cx="4062422" cy="2174319"/>
          </a:xfrm>
        </p:spPr>
        <p:txBody>
          <a:bodyPr/>
          <a:lstStyle/>
          <a:p>
            <a:r>
              <a:rPr lang="en-US" noProof="0"/>
              <a:t>Click icon to add picture</a:t>
            </a:r>
            <a:endParaRPr lang="en-US" noProof="0" dirty="0"/>
          </a:p>
        </p:txBody>
      </p:sp>
      <p:sp>
        <p:nvSpPr>
          <p:cNvPr id="6" name="Picture Placeholder 7"/>
          <p:cNvSpPr>
            <a:spLocks noGrp="1"/>
          </p:cNvSpPr>
          <p:nvPr>
            <p:ph type="pic" sz="quarter" idx="15"/>
          </p:nvPr>
        </p:nvSpPr>
        <p:spPr>
          <a:xfrm>
            <a:off x="4712069" y="1874961"/>
            <a:ext cx="4033361" cy="2174319"/>
          </a:xfrm>
        </p:spPr>
        <p:txBody>
          <a:bodyPr/>
          <a:lstStyle/>
          <a:p>
            <a:r>
              <a:rPr lang="en-US" noProof="0"/>
              <a:t>Click icon to add picture</a:t>
            </a:r>
            <a:endParaRPr lang="en-US" noProof="0" dirty="0"/>
          </a:p>
        </p:txBody>
      </p:sp>
      <p:sp>
        <p:nvSpPr>
          <p:cNvPr id="9" name="Text Placeholder 18"/>
          <p:cNvSpPr>
            <a:spLocks noGrp="1"/>
          </p:cNvSpPr>
          <p:nvPr>
            <p:ph idx="1" hasCustomPrompt="1"/>
          </p:nvPr>
        </p:nvSpPr>
        <p:spPr>
          <a:xfrm>
            <a:off x="553187" y="4226093"/>
            <a:ext cx="4062418" cy="231054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Text Placeholder 18"/>
          <p:cNvSpPr>
            <a:spLocks noGrp="1"/>
          </p:cNvSpPr>
          <p:nvPr>
            <p:ph idx="16" hasCustomPrompt="1"/>
          </p:nvPr>
        </p:nvSpPr>
        <p:spPr>
          <a:xfrm>
            <a:off x="4705591" y="4226093"/>
            <a:ext cx="4033361" cy="231054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4" name="Text Placeholder 18"/>
          <p:cNvSpPr>
            <a:spLocks noGrp="1"/>
          </p:cNvSpPr>
          <p:nvPr>
            <p:ph idx="17" hasCustomPrompt="1"/>
          </p:nvPr>
        </p:nvSpPr>
        <p:spPr>
          <a:xfrm>
            <a:off x="8828931" y="4226093"/>
            <a:ext cx="4062422" cy="2310540"/>
          </a:xfrm>
          <a:prstGeom prst="rect">
            <a:avLst/>
          </a:prstGeom>
        </p:spPr>
        <p:txBody>
          <a:bodyPr vert="horz" lIns="0" tIns="0" rIns="0" bIns="0" rtlCol="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0" name="Text Placeholder 8"/>
          <p:cNvSpPr>
            <a:spLocks noGrp="1"/>
          </p:cNvSpPr>
          <p:nvPr>
            <p:ph type="body" sz="quarter" idx="18" hasCustomPrompt="1"/>
          </p:nvPr>
        </p:nvSpPr>
        <p:spPr>
          <a:xfrm>
            <a:off x="553189" y="718571"/>
            <a:ext cx="12309107" cy="835084"/>
          </a:xfrm>
          <a:prstGeom prst="rect">
            <a:avLst/>
          </a:prstGeom>
        </p:spPr>
        <p:txBody>
          <a:bodyPr lIns="0" tIns="0" rIns="0" bIns="0">
            <a:noAutofit/>
          </a:bodyPr>
          <a:lstStyle>
            <a:lvl1pPr marL="0" indent="0">
              <a:buNone/>
              <a:defRPr sz="2516"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3395560946"/>
      </p:ext>
    </p:extLst>
  </p:cSld>
  <p:clrMapOvr>
    <a:masterClrMapping/>
  </p:clrMapOvr>
  <p:transition>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1_Title &amp; subtitle">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553187" y="718571"/>
            <a:ext cx="12338164" cy="835084"/>
          </a:xfrm>
          <a:prstGeom prst="rect">
            <a:avLst/>
          </a:prstGeom>
        </p:spPr>
        <p:txBody>
          <a:bodyPr lIns="0" tIns="0" rIns="0" bIns="0">
            <a:noAutofit/>
          </a:bodyPr>
          <a:lstStyle>
            <a:lvl1pPr marL="0" indent="0">
              <a:buNone/>
              <a:defRPr sz="2516" b="0">
                <a:solidFill>
                  <a:srgbClr val="575757"/>
                </a:solidFill>
              </a:defRPr>
            </a:lvl1pPr>
          </a:lstStyle>
          <a:p>
            <a:pPr lvl="0"/>
            <a:r>
              <a:rPr lang="en-US" noProof="0" dirty="0"/>
              <a:t>Click to add subtitle</a:t>
            </a:r>
          </a:p>
        </p:txBody>
      </p:sp>
      <p:sp>
        <p:nvSpPr>
          <p:cNvPr id="11" name="Title Placeholder 1"/>
          <p:cNvSpPr>
            <a:spLocks noGrp="1"/>
          </p:cNvSpPr>
          <p:nvPr>
            <p:ph type="title" hasCustomPrompt="1"/>
          </p:nvPr>
        </p:nvSpPr>
        <p:spPr>
          <a:xfrm>
            <a:off x="553187" y="350134"/>
            <a:ext cx="12338164" cy="368439"/>
          </a:xfrm>
          <a:prstGeom prst="rect">
            <a:avLst/>
          </a:prstGeom>
        </p:spPr>
        <p:txBody>
          <a:bodyPr vert="horz" lIns="0" tIns="0" rIns="0" bIns="0" rtlCol="0" anchor="t" anchorCtr="0">
            <a:noAutofit/>
          </a:bodyPr>
          <a:lstStyle>
            <a:lvl1pPr>
              <a:defRPr/>
            </a:lvl1pPr>
          </a:lstStyle>
          <a:p>
            <a:r>
              <a:rPr lang="en-US" noProof="0" dirty="0"/>
              <a:t>Click to add title</a:t>
            </a:r>
          </a:p>
        </p:txBody>
      </p:sp>
    </p:spTree>
    <p:extLst>
      <p:ext uri="{BB962C8B-B14F-4D97-AF65-F5344CB8AC3E}">
        <p14:creationId xmlns:p14="http://schemas.microsoft.com/office/powerpoint/2010/main" val="428195933"/>
      </p:ext>
    </p:extLst>
  </p:cSld>
  <p:clrMapOvr>
    <a:masterClrMapping/>
  </p:clrMapOvr>
  <p:transition>
    <p:fade/>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1_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55780" y="2048845"/>
            <a:ext cx="6028455" cy="1869705"/>
          </a:xfrm>
        </p:spPr>
        <p:txBody>
          <a:bodyPr/>
          <a:lstStyle>
            <a:lvl1pPr>
              <a:spcAft>
                <a:spcPts val="1387"/>
              </a:spcAft>
              <a:defRPr b="1">
                <a:solidFill>
                  <a:schemeClr val="accent1"/>
                </a:solidFill>
              </a:defRPr>
            </a:lvl1pPr>
            <a:lvl2pPr>
              <a:spcAft>
                <a:spcPts val="1387"/>
              </a:spcAft>
              <a:defRPr/>
            </a:lvl2pPr>
            <a:lvl3pPr marL="0" indent="0">
              <a:spcAft>
                <a:spcPts val="1387"/>
              </a:spcAft>
              <a:buNone/>
              <a:defRPr/>
            </a:lvl3pPr>
            <a:lvl4pPr marL="244685" indent="-244685">
              <a:spcAft>
                <a:spcPts val="1387"/>
              </a:spcAft>
              <a:buFont typeface="Arial" panose="020B0604020202020204" pitchFamily="34" charset="0"/>
              <a:buChar char="•"/>
              <a:defRPr/>
            </a:lvl4pPr>
            <a:lvl5pPr marL="494363" indent="-244685">
              <a:spcAft>
                <a:spcPts val="1387"/>
              </a:spcAft>
              <a:defRPr baseline="0"/>
            </a:lvl5pPr>
            <a:lvl6pPr marL="494363" indent="-244685">
              <a:spcAft>
                <a:spcPts val="1387"/>
              </a:spcAft>
              <a:buFont typeface="Verdana" panose="020B0604030504040204" pitchFamily="34" charset="0"/>
              <a:buChar char="−"/>
              <a:defRPr/>
            </a:lvl6pPr>
            <a:lvl7pPr marL="494363" indent="-244685">
              <a:spcAft>
                <a:spcPts val="1387"/>
              </a:spcAft>
              <a:defRPr/>
            </a:lvl7pPr>
            <a:lvl8pPr marL="494363" indent="-244685">
              <a:spcAft>
                <a:spcPts val="1387"/>
              </a:spcAft>
              <a:defRPr/>
            </a:lvl8pPr>
            <a:lvl9pPr marL="494363" indent="-244685">
              <a:spcAft>
                <a:spcPts val="1387"/>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21"/>
          </p:nvPr>
        </p:nvSpPr>
        <p:spPr>
          <a:xfrm>
            <a:off x="6887894" y="2048845"/>
            <a:ext cx="6003458" cy="1869705"/>
          </a:xfrm>
        </p:spPr>
        <p:txBody>
          <a:bodyPr/>
          <a:lstStyle>
            <a:lvl1pPr>
              <a:spcAft>
                <a:spcPts val="1387"/>
              </a:spcAft>
              <a:defRPr b="1">
                <a:solidFill>
                  <a:schemeClr val="accent1"/>
                </a:solidFill>
              </a:defRPr>
            </a:lvl1pPr>
            <a:lvl2pPr>
              <a:spcAft>
                <a:spcPts val="1387"/>
              </a:spcAft>
              <a:defRPr/>
            </a:lvl2pPr>
            <a:lvl3pPr marL="0" indent="0">
              <a:spcAft>
                <a:spcPts val="1387"/>
              </a:spcAft>
              <a:buNone/>
              <a:defRPr/>
            </a:lvl3pPr>
            <a:lvl4pPr marL="244685" indent="-244685">
              <a:spcAft>
                <a:spcPts val="1387"/>
              </a:spcAft>
              <a:buFont typeface="Arial" panose="020B0604020202020204" pitchFamily="34" charset="0"/>
              <a:buChar char="•"/>
              <a:defRPr/>
            </a:lvl4pPr>
            <a:lvl5pPr marL="494363" indent="-244685">
              <a:spcAft>
                <a:spcPts val="1387"/>
              </a:spcAft>
              <a:defRPr baseline="0"/>
            </a:lvl5pPr>
            <a:lvl6pPr marL="494363" indent="-244685">
              <a:spcAft>
                <a:spcPts val="1387"/>
              </a:spcAft>
              <a:buFont typeface="Verdana" panose="020B0604030504040204" pitchFamily="34" charset="0"/>
              <a:buChar char="−"/>
              <a:defRPr/>
            </a:lvl6pPr>
            <a:lvl7pPr marL="494363" indent="-244685">
              <a:spcAft>
                <a:spcPts val="1387"/>
              </a:spcAft>
              <a:defRPr/>
            </a:lvl7pPr>
            <a:lvl8pPr marL="494363" indent="-244685">
              <a:spcAft>
                <a:spcPts val="1387"/>
              </a:spcAft>
              <a:defRPr/>
            </a:lvl8pPr>
            <a:lvl9pPr marL="494363" indent="-244685">
              <a:spcAft>
                <a:spcPts val="1387"/>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 name="Title 1"/>
          <p:cNvSpPr>
            <a:spLocks noGrp="1"/>
          </p:cNvSpPr>
          <p:nvPr>
            <p:ph type="title"/>
          </p:nvPr>
        </p:nvSpPr>
        <p:spPr>
          <a:xfrm>
            <a:off x="553188" y="350137"/>
            <a:ext cx="12338164" cy="368437"/>
          </a:xfrm>
        </p:spPr>
        <p:txBody>
          <a:bodyPr/>
          <a:lstStyle/>
          <a:p>
            <a:r>
              <a:rPr lang="en-US" noProof="0"/>
              <a:t>Click to edit Master title style</a:t>
            </a:r>
            <a:endParaRPr lang="en-US" noProof="0" dirty="0"/>
          </a:p>
        </p:txBody>
      </p:sp>
      <p:sp>
        <p:nvSpPr>
          <p:cNvPr id="4" name="Rectangle 3"/>
          <p:cNvSpPr/>
          <p:nvPr userDrawn="1"/>
        </p:nvSpPr>
        <p:spPr>
          <a:xfrm>
            <a:off x="555780" y="1880653"/>
            <a:ext cx="6028455" cy="584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87"/>
              </a:spcAft>
            </a:pPr>
            <a:endParaRPr lang="en-US" sz="1526" noProof="0" dirty="0">
              <a:solidFill>
                <a:schemeClr val="bg1"/>
              </a:solidFill>
            </a:endParaRPr>
          </a:p>
        </p:txBody>
      </p:sp>
      <p:sp>
        <p:nvSpPr>
          <p:cNvPr id="5" name="Rectangle 4"/>
          <p:cNvSpPr/>
          <p:nvPr userDrawn="1"/>
        </p:nvSpPr>
        <p:spPr>
          <a:xfrm>
            <a:off x="6887894" y="1880653"/>
            <a:ext cx="6013164" cy="584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87"/>
              </a:spcAft>
            </a:pPr>
            <a:endParaRPr lang="en-US" sz="1526" noProof="0" dirty="0">
              <a:solidFill>
                <a:schemeClr val="bg1"/>
              </a:solidFill>
            </a:endParaRPr>
          </a:p>
        </p:txBody>
      </p:sp>
      <p:sp>
        <p:nvSpPr>
          <p:cNvPr id="6" name="Picture Placeholder 29"/>
          <p:cNvSpPr>
            <a:spLocks noGrp="1"/>
          </p:cNvSpPr>
          <p:nvPr>
            <p:ph type="pic" sz="quarter" idx="19" hasCustomPrompt="1"/>
          </p:nvPr>
        </p:nvSpPr>
        <p:spPr>
          <a:xfrm>
            <a:off x="5259485" y="2055486"/>
            <a:ext cx="1334536" cy="605728"/>
          </a:xfrm>
        </p:spPr>
        <p:txBody>
          <a:bodyPr/>
          <a:lstStyle>
            <a:lvl1pPr marL="0" marR="0" indent="0" algn="l" defTabSz="1268366" rtl="0" eaLnBrk="1" fontAlgn="auto" latinLnBrk="0" hangingPunct="1">
              <a:lnSpc>
                <a:spcPct val="100000"/>
              </a:lnSpc>
              <a:spcBef>
                <a:spcPts val="0"/>
              </a:spcBef>
              <a:spcAft>
                <a:spcPts val="1387"/>
              </a:spcAft>
              <a:buClrTx/>
              <a:buSzTx/>
              <a:buFont typeface="Arial" panose="020B0604020202020204" pitchFamily="34" charset="0"/>
              <a:buNone/>
              <a:tabLst/>
              <a:defRPr sz="1249"/>
            </a:lvl1pPr>
          </a:lstStyle>
          <a:p>
            <a:pPr>
              <a:spcBef>
                <a:spcPct val="0"/>
              </a:spcBef>
            </a:pPr>
            <a:r>
              <a:rPr lang="en-US" sz="1664" noProof="0" dirty="0">
                <a:solidFill>
                  <a:schemeClr val="bg1"/>
                </a:solidFill>
              </a:rPr>
              <a:t>Co-brand</a:t>
            </a:r>
            <a:br>
              <a:rPr lang="en-US" sz="1664" noProof="0" dirty="0">
                <a:solidFill>
                  <a:schemeClr val="bg1"/>
                </a:solidFill>
              </a:rPr>
            </a:br>
            <a:r>
              <a:rPr lang="en-US" sz="1664" noProof="0" dirty="0">
                <a:solidFill>
                  <a:schemeClr val="bg1"/>
                </a:solidFill>
              </a:rPr>
              <a:t>Logo</a:t>
            </a:r>
          </a:p>
          <a:p>
            <a:endParaRPr lang="en-US" noProof="0" dirty="0"/>
          </a:p>
        </p:txBody>
      </p:sp>
      <p:sp>
        <p:nvSpPr>
          <p:cNvPr id="7" name="Picture Placeholder 29"/>
          <p:cNvSpPr>
            <a:spLocks noGrp="1"/>
          </p:cNvSpPr>
          <p:nvPr>
            <p:ph type="pic" sz="quarter" idx="20" hasCustomPrompt="1"/>
          </p:nvPr>
        </p:nvSpPr>
        <p:spPr>
          <a:xfrm>
            <a:off x="11495586" y="2048843"/>
            <a:ext cx="1371979" cy="605728"/>
          </a:xfrm>
        </p:spPr>
        <p:txBody>
          <a:bodyPr/>
          <a:lstStyle>
            <a:lvl1pPr marL="0" marR="0" indent="0" algn="l" defTabSz="1268366" rtl="0" eaLnBrk="1" fontAlgn="auto" latinLnBrk="0" hangingPunct="1">
              <a:lnSpc>
                <a:spcPct val="100000"/>
              </a:lnSpc>
              <a:spcBef>
                <a:spcPts val="0"/>
              </a:spcBef>
              <a:spcAft>
                <a:spcPts val="1387"/>
              </a:spcAft>
              <a:buClrTx/>
              <a:buSzTx/>
              <a:buFont typeface="Arial" panose="020B0604020202020204" pitchFamily="34" charset="0"/>
              <a:buNone/>
              <a:tabLst/>
              <a:defRPr sz="1249"/>
            </a:lvl1pPr>
          </a:lstStyle>
          <a:p>
            <a:pPr>
              <a:spcBef>
                <a:spcPct val="0"/>
              </a:spcBef>
            </a:pPr>
            <a:r>
              <a:rPr lang="en-US" sz="1664" noProof="0" dirty="0">
                <a:solidFill>
                  <a:schemeClr val="bg1"/>
                </a:solidFill>
              </a:rPr>
              <a:t>Co-brand</a:t>
            </a:r>
            <a:br>
              <a:rPr lang="en-US" sz="1664" noProof="0" dirty="0">
                <a:solidFill>
                  <a:schemeClr val="bg1"/>
                </a:solidFill>
              </a:rPr>
            </a:br>
            <a:r>
              <a:rPr lang="en-US" sz="1664" noProof="0" dirty="0">
                <a:solidFill>
                  <a:schemeClr val="bg1"/>
                </a:solidFill>
              </a:rPr>
              <a:t>Logo</a:t>
            </a:r>
          </a:p>
          <a:p>
            <a:endParaRPr lang="en-US" noProof="0" dirty="0"/>
          </a:p>
        </p:txBody>
      </p:sp>
      <p:sp>
        <p:nvSpPr>
          <p:cNvPr id="16" name="Text Placeholder 8"/>
          <p:cNvSpPr>
            <a:spLocks noGrp="1"/>
          </p:cNvSpPr>
          <p:nvPr>
            <p:ph type="body" sz="quarter" idx="13" hasCustomPrompt="1"/>
          </p:nvPr>
        </p:nvSpPr>
        <p:spPr>
          <a:xfrm>
            <a:off x="553187" y="718571"/>
            <a:ext cx="12338164" cy="835084"/>
          </a:xfrm>
          <a:prstGeom prst="rect">
            <a:avLst/>
          </a:prstGeom>
        </p:spPr>
        <p:txBody>
          <a:bodyPr lIns="0" tIns="0" rIns="0" bIns="0">
            <a:noAutofit/>
          </a:bodyPr>
          <a:lstStyle>
            <a:lvl1pPr marL="0" indent="0">
              <a:buNone/>
              <a:defRPr sz="2516"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4239408974"/>
      </p:ext>
    </p:extLst>
  </p:cSld>
  <p:clrMapOvr>
    <a:masterClrMapping/>
  </p:clrMapOvr>
  <p:transition>
    <p:fade/>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1_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55778" y="2048845"/>
            <a:ext cx="6030790" cy="1869705"/>
          </a:xfrm>
        </p:spPr>
        <p:txBody>
          <a:bodyPr/>
          <a:lstStyle>
            <a:lvl1pPr>
              <a:spcAft>
                <a:spcPts val="1387"/>
              </a:spcAft>
              <a:defRPr b="1">
                <a:solidFill>
                  <a:schemeClr val="accent1"/>
                </a:solidFill>
              </a:defRPr>
            </a:lvl1pPr>
            <a:lvl2pPr>
              <a:spcAft>
                <a:spcPts val="1387"/>
              </a:spcAft>
              <a:defRPr/>
            </a:lvl2pPr>
            <a:lvl3pPr marL="0" indent="0">
              <a:spcAft>
                <a:spcPts val="1387"/>
              </a:spcAft>
              <a:buNone/>
              <a:defRPr/>
            </a:lvl3pPr>
            <a:lvl4pPr marL="244685" indent="-244685">
              <a:spcAft>
                <a:spcPts val="1387"/>
              </a:spcAft>
              <a:buFont typeface="Arial" panose="020B0604020202020204" pitchFamily="34" charset="0"/>
              <a:buChar char="•"/>
              <a:defRPr/>
            </a:lvl4pPr>
            <a:lvl5pPr marL="494363" indent="-244685">
              <a:spcAft>
                <a:spcPts val="1387"/>
              </a:spcAft>
              <a:defRPr baseline="0"/>
            </a:lvl5pPr>
            <a:lvl6pPr marL="494363" indent="-244685">
              <a:spcAft>
                <a:spcPts val="1387"/>
              </a:spcAft>
              <a:buFont typeface="Verdana" panose="020B0604030504040204" pitchFamily="34" charset="0"/>
              <a:buChar char="−"/>
              <a:defRPr/>
            </a:lvl6pPr>
            <a:lvl7pPr marL="494363" indent="-244685">
              <a:spcAft>
                <a:spcPts val="1387"/>
              </a:spcAft>
              <a:defRPr/>
            </a:lvl7pPr>
            <a:lvl8pPr marL="494363" indent="-244685">
              <a:spcAft>
                <a:spcPts val="1387"/>
              </a:spcAft>
              <a:defRPr/>
            </a:lvl8pPr>
            <a:lvl9pPr marL="494363" indent="-244685">
              <a:spcAft>
                <a:spcPts val="1387"/>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21"/>
          </p:nvPr>
        </p:nvSpPr>
        <p:spPr>
          <a:xfrm>
            <a:off x="6887894" y="2048845"/>
            <a:ext cx="6015050" cy="1869705"/>
          </a:xfrm>
        </p:spPr>
        <p:txBody>
          <a:bodyPr/>
          <a:lstStyle>
            <a:lvl1pPr>
              <a:spcAft>
                <a:spcPts val="1387"/>
              </a:spcAft>
              <a:defRPr b="1">
                <a:solidFill>
                  <a:schemeClr val="accent1"/>
                </a:solidFill>
              </a:defRPr>
            </a:lvl1pPr>
            <a:lvl2pPr>
              <a:spcAft>
                <a:spcPts val="1387"/>
              </a:spcAft>
              <a:defRPr/>
            </a:lvl2pPr>
            <a:lvl3pPr marL="0" indent="0">
              <a:spcAft>
                <a:spcPts val="1387"/>
              </a:spcAft>
              <a:buNone/>
              <a:defRPr/>
            </a:lvl3pPr>
            <a:lvl4pPr marL="244685" indent="-244685">
              <a:spcAft>
                <a:spcPts val="1387"/>
              </a:spcAft>
              <a:buFont typeface="Arial" panose="020B0604020202020204" pitchFamily="34" charset="0"/>
              <a:buChar char="•"/>
              <a:defRPr/>
            </a:lvl4pPr>
            <a:lvl5pPr marL="494363" indent="-244685">
              <a:spcAft>
                <a:spcPts val="1387"/>
              </a:spcAft>
              <a:defRPr baseline="0"/>
            </a:lvl5pPr>
            <a:lvl6pPr marL="494363" indent="-244685">
              <a:spcAft>
                <a:spcPts val="1387"/>
              </a:spcAft>
              <a:buFont typeface="Verdana" panose="020B0604030504040204" pitchFamily="34" charset="0"/>
              <a:buChar char="−"/>
              <a:defRPr/>
            </a:lvl6pPr>
            <a:lvl7pPr marL="494363" indent="-244685">
              <a:spcAft>
                <a:spcPts val="1387"/>
              </a:spcAft>
              <a:defRPr/>
            </a:lvl7pPr>
            <a:lvl8pPr marL="494363" indent="-244685">
              <a:spcAft>
                <a:spcPts val="1387"/>
              </a:spcAft>
              <a:defRPr/>
            </a:lvl8pPr>
            <a:lvl9pPr marL="494363" indent="-244685">
              <a:spcAft>
                <a:spcPts val="1387"/>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 name="Title 1"/>
          <p:cNvSpPr>
            <a:spLocks noGrp="1"/>
          </p:cNvSpPr>
          <p:nvPr>
            <p:ph type="title"/>
          </p:nvPr>
        </p:nvSpPr>
        <p:spPr>
          <a:xfrm>
            <a:off x="553188" y="350137"/>
            <a:ext cx="12338164" cy="368437"/>
          </a:xfrm>
        </p:spPr>
        <p:txBody>
          <a:bodyPr/>
          <a:lstStyle/>
          <a:p>
            <a:r>
              <a:rPr lang="en-US" noProof="0"/>
              <a:t>Click to edit Master title style</a:t>
            </a:r>
            <a:endParaRPr lang="en-US" noProof="0" dirty="0"/>
          </a:p>
        </p:txBody>
      </p:sp>
      <p:sp>
        <p:nvSpPr>
          <p:cNvPr id="4" name="Rectangle 3"/>
          <p:cNvSpPr/>
          <p:nvPr userDrawn="1"/>
        </p:nvSpPr>
        <p:spPr>
          <a:xfrm>
            <a:off x="555780" y="1880653"/>
            <a:ext cx="6028455" cy="584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87"/>
              </a:spcAft>
            </a:pPr>
            <a:endParaRPr lang="en-US" sz="1526" noProof="0" dirty="0">
              <a:solidFill>
                <a:schemeClr val="bg1"/>
              </a:solidFill>
            </a:endParaRPr>
          </a:p>
        </p:txBody>
      </p:sp>
      <p:sp>
        <p:nvSpPr>
          <p:cNvPr id="5" name="Rectangle 4"/>
          <p:cNvSpPr/>
          <p:nvPr userDrawn="1"/>
        </p:nvSpPr>
        <p:spPr>
          <a:xfrm>
            <a:off x="6887894" y="1880653"/>
            <a:ext cx="6013164" cy="584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87"/>
              </a:spcAft>
            </a:pPr>
            <a:endParaRPr lang="en-US" sz="1526" noProof="0" dirty="0">
              <a:solidFill>
                <a:schemeClr val="bg1"/>
              </a:solidFill>
            </a:endParaRPr>
          </a:p>
        </p:txBody>
      </p:sp>
      <p:sp>
        <p:nvSpPr>
          <p:cNvPr id="7" name="Picture Placeholder 29"/>
          <p:cNvSpPr>
            <a:spLocks noGrp="1"/>
          </p:cNvSpPr>
          <p:nvPr>
            <p:ph type="pic" sz="quarter" idx="20" hasCustomPrompt="1"/>
          </p:nvPr>
        </p:nvSpPr>
        <p:spPr>
          <a:xfrm>
            <a:off x="11495586" y="2048843"/>
            <a:ext cx="1371979" cy="605728"/>
          </a:xfrm>
        </p:spPr>
        <p:txBody>
          <a:bodyPr/>
          <a:lstStyle>
            <a:lvl1pPr marL="0" marR="0" indent="0" algn="l" defTabSz="1268366" rtl="0" eaLnBrk="1" fontAlgn="auto" latinLnBrk="0" hangingPunct="1">
              <a:lnSpc>
                <a:spcPct val="100000"/>
              </a:lnSpc>
              <a:spcBef>
                <a:spcPts val="0"/>
              </a:spcBef>
              <a:spcAft>
                <a:spcPts val="1387"/>
              </a:spcAft>
              <a:buClrTx/>
              <a:buSzTx/>
              <a:buFont typeface="Arial" panose="020B0604020202020204" pitchFamily="34" charset="0"/>
              <a:buNone/>
              <a:tabLst/>
              <a:defRPr sz="1249"/>
            </a:lvl1pPr>
          </a:lstStyle>
          <a:p>
            <a:pPr>
              <a:spcBef>
                <a:spcPct val="0"/>
              </a:spcBef>
            </a:pPr>
            <a:r>
              <a:rPr lang="en-US" sz="1664" noProof="0" dirty="0">
                <a:solidFill>
                  <a:schemeClr val="bg1"/>
                </a:solidFill>
              </a:rPr>
              <a:t>Co-brand</a:t>
            </a:r>
            <a:br>
              <a:rPr lang="en-US" sz="1664" noProof="0" dirty="0">
                <a:solidFill>
                  <a:schemeClr val="bg1"/>
                </a:solidFill>
              </a:rPr>
            </a:br>
            <a:r>
              <a:rPr lang="en-US" sz="1664" noProof="0" dirty="0">
                <a:solidFill>
                  <a:schemeClr val="bg1"/>
                </a:solidFill>
              </a:rPr>
              <a:t>Logo</a:t>
            </a:r>
          </a:p>
          <a:p>
            <a:endParaRPr lang="en-US" noProof="0" dirty="0"/>
          </a:p>
        </p:txBody>
      </p:sp>
      <p:sp>
        <p:nvSpPr>
          <p:cNvPr id="10" name="Text Placeholder 8"/>
          <p:cNvSpPr>
            <a:spLocks noGrp="1"/>
          </p:cNvSpPr>
          <p:nvPr>
            <p:ph type="body" sz="quarter" idx="22"/>
          </p:nvPr>
        </p:nvSpPr>
        <p:spPr>
          <a:xfrm>
            <a:off x="555780" y="4686458"/>
            <a:ext cx="6028455" cy="1869705"/>
          </a:xfrm>
        </p:spPr>
        <p:txBody>
          <a:bodyPr/>
          <a:lstStyle>
            <a:lvl1pPr>
              <a:spcAft>
                <a:spcPts val="1387"/>
              </a:spcAft>
              <a:defRPr b="1">
                <a:solidFill>
                  <a:schemeClr val="accent1"/>
                </a:solidFill>
              </a:defRPr>
            </a:lvl1pPr>
            <a:lvl2pPr>
              <a:spcAft>
                <a:spcPts val="1387"/>
              </a:spcAft>
              <a:defRPr/>
            </a:lvl2pPr>
            <a:lvl3pPr marL="0" indent="0">
              <a:spcAft>
                <a:spcPts val="1387"/>
              </a:spcAft>
              <a:buNone/>
              <a:defRPr/>
            </a:lvl3pPr>
            <a:lvl4pPr marL="244685" indent="-244685">
              <a:spcAft>
                <a:spcPts val="1387"/>
              </a:spcAft>
              <a:buFont typeface="Arial" panose="020B0604020202020204" pitchFamily="34" charset="0"/>
              <a:buChar char="•"/>
              <a:defRPr/>
            </a:lvl4pPr>
            <a:lvl5pPr marL="494363" indent="-244685">
              <a:spcAft>
                <a:spcPts val="1387"/>
              </a:spcAft>
              <a:defRPr baseline="0"/>
            </a:lvl5pPr>
            <a:lvl6pPr marL="494363" indent="-244685">
              <a:spcAft>
                <a:spcPts val="1387"/>
              </a:spcAft>
              <a:buFont typeface="Verdana" panose="020B0604030504040204" pitchFamily="34" charset="0"/>
              <a:buChar char="−"/>
              <a:defRPr/>
            </a:lvl6pPr>
            <a:lvl7pPr marL="494363" indent="-244685">
              <a:spcAft>
                <a:spcPts val="1387"/>
              </a:spcAft>
              <a:defRPr/>
            </a:lvl7pPr>
            <a:lvl8pPr marL="494363" indent="-244685">
              <a:spcAft>
                <a:spcPts val="1387"/>
              </a:spcAft>
              <a:defRPr/>
            </a:lvl8pPr>
            <a:lvl9pPr marL="494363" indent="-244685">
              <a:spcAft>
                <a:spcPts val="1387"/>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23"/>
          </p:nvPr>
        </p:nvSpPr>
        <p:spPr>
          <a:xfrm>
            <a:off x="6887895" y="4686458"/>
            <a:ext cx="6013165" cy="1869705"/>
          </a:xfrm>
        </p:spPr>
        <p:txBody>
          <a:bodyPr/>
          <a:lstStyle>
            <a:lvl1pPr>
              <a:spcAft>
                <a:spcPts val="1387"/>
              </a:spcAft>
              <a:defRPr b="1">
                <a:solidFill>
                  <a:schemeClr val="accent1"/>
                </a:solidFill>
              </a:defRPr>
            </a:lvl1pPr>
            <a:lvl2pPr>
              <a:spcAft>
                <a:spcPts val="1387"/>
              </a:spcAft>
              <a:defRPr/>
            </a:lvl2pPr>
            <a:lvl3pPr marL="0" indent="0">
              <a:spcAft>
                <a:spcPts val="1387"/>
              </a:spcAft>
              <a:buNone/>
              <a:defRPr/>
            </a:lvl3pPr>
            <a:lvl4pPr marL="244685" indent="-244685">
              <a:spcAft>
                <a:spcPts val="1387"/>
              </a:spcAft>
              <a:buFont typeface="Arial" panose="020B0604020202020204" pitchFamily="34" charset="0"/>
              <a:buChar char="•"/>
              <a:defRPr/>
            </a:lvl4pPr>
            <a:lvl5pPr marL="494363" indent="-244685">
              <a:spcAft>
                <a:spcPts val="1387"/>
              </a:spcAft>
              <a:defRPr baseline="0"/>
            </a:lvl5pPr>
            <a:lvl6pPr marL="494363" indent="-244685">
              <a:spcAft>
                <a:spcPts val="1387"/>
              </a:spcAft>
              <a:buFont typeface="Verdana" panose="020B0604030504040204" pitchFamily="34" charset="0"/>
              <a:buChar char="−"/>
              <a:defRPr/>
            </a:lvl6pPr>
            <a:lvl7pPr marL="494363" indent="-244685">
              <a:spcAft>
                <a:spcPts val="1387"/>
              </a:spcAft>
              <a:defRPr/>
            </a:lvl7pPr>
            <a:lvl8pPr marL="494363" indent="-244685">
              <a:spcAft>
                <a:spcPts val="1387"/>
              </a:spcAft>
              <a:defRPr/>
            </a:lvl8pPr>
            <a:lvl9pPr marL="494363" indent="-244685">
              <a:spcAft>
                <a:spcPts val="1387"/>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Rectangle 11"/>
          <p:cNvSpPr/>
          <p:nvPr userDrawn="1"/>
        </p:nvSpPr>
        <p:spPr>
          <a:xfrm>
            <a:off x="555779" y="4525268"/>
            <a:ext cx="6030791"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87"/>
              </a:spcAft>
            </a:pPr>
            <a:endParaRPr lang="en-US" sz="1526" noProof="0" dirty="0">
              <a:solidFill>
                <a:schemeClr val="bg1"/>
              </a:solidFill>
            </a:endParaRPr>
          </a:p>
        </p:txBody>
      </p:sp>
      <p:sp>
        <p:nvSpPr>
          <p:cNvPr id="13" name="Rectangle 12"/>
          <p:cNvSpPr/>
          <p:nvPr userDrawn="1"/>
        </p:nvSpPr>
        <p:spPr>
          <a:xfrm>
            <a:off x="6887895" y="4525268"/>
            <a:ext cx="6004076"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87"/>
              </a:spcAft>
            </a:pPr>
            <a:endParaRPr lang="en-US" sz="1526" noProof="0" dirty="0">
              <a:solidFill>
                <a:schemeClr val="bg1"/>
              </a:solidFill>
            </a:endParaRPr>
          </a:p>
        </p:txBody>
      </p:sp>
      <p:sp>
        <p:nvSpPr>
          <p:cNvPr id="14" name="Picture Placeholder 29"/>
          <p:cNvSpPr>
            <a:spLocks noGrp="1"/>
          </p:cNvSpPr>
          <p:nvPr>
            <p:ph type="pic" sz="quarter" idx="24" hasCustomPrompt="1"/>
          </p:nvPr>
        </p:nvSpPr>
        <p:spPr>
          <a:xfrm>
            <a:off x="5242945" y="4693099"/>
            <a:ext cx="1366709" cy="605728"/>
          </a:xfrm>
        </p:spPr>
        <p:txBody>
          <a:bodyPr/>
          <a:lstStyle>
            <a:lvl1pPr marL="0" marR="0" indent="0" algn="l" defTabSz="1268366" rtl="0" eaLnBrk="1" fontAlgn="auto" latinLnBrk="0" hangingPunct="1">
              <a:lnSpc>
                <a:spcPct val="100000"/>
              </a:lnSpc>
              <a:spcBef>
                <a:spcPts val="0"/>
              </a:spcBef>
              <a:spcAft>
                <a:spcPts val="1387"/>
              </a:spcAft>
              <a:buClrTx/>
              <a:buSzTx/>
              <a:buFont typeface="Arial" panose="020B0604020202020204" pitchFamily="34" charset="0"/>
              <a:buNone/>
              <a:tabLst/>
              <a:defRPr sz="1249"/>
            </a:lvl1pPr>
          </a:lstStyle>
          <a:p>
            <a:pPr>
              <a:spcBef>
                <a:spcPct val="0"/>
              </a:spcBef>
            </a:pPr>
            <a:r>
              <a:rPr lang="en-US" sz="1664" noProof="0" dirty="0">
                <a:solidFill>
                  <a:schemeClr val="bg1"/>
                </a:solidFill>
              </a:rPr>
              <a:t>Co-brand</a:t>
            </a:r>
            <a:br>
              <a:rPr lang="en-US" sz="1664" noProof="0" dirty="0">
                <a:solidFill>
                  <a:schemeClr val="bg1"/>
                </a:solidFill>
              </a:rPr>
            </a:br>
            <a:r>
              <a:rPr lang="en-US" sz="1664" noProof="0" dirty="0">
                <a:solidFill>
                  <a:schemeClr val="bg1"/>
                </a:solidFill>
              </a:rPr>
              <a:t>Logo</a:t>
            </a:r>
          </a:p>
          <a:p>
            <a:endParaRPr lang="en-US" noProof="0" dirty="0"/>
          </a:p>
        </p:txBody>
      </p:sp>
      <p:sp>
        <p:nvSpPr>
          <p:cNvPr id="15" name="Picture Placeholder 29"/>
          <p:cNvSpPr>
            <a:spLocks noGrp="1"/>
          </p:cNvSpPr>
          <p:nvPr>
            <p:ph type="pic" sz="quarter" idx="25" hasCustomPrompt="1"/>
          </p:nvPr>
        </p:nvSpPr>
        <p:spPr>
          <a:xfrm>
            <a:off x="11495584" y="4686456"/>
            <a:ext cx="1371978" cy="605728"/>
          </a:xfrm>
        </p:spPr>
        <p:txBody>
          <a:bodyPr/>
          <a:lstStyle>
            <a:lvl1pPr marL="0" marR="0" indent="0" algn="l" defTabSz="1268366" rtl="0" eaLnBrk="1" fontAlgn="auto" latinLnBrk="0" hangingPunct="1">
              <a:lnSpc>
                <a:spcPct val="100000"/>
              </a:lnSpc>
              <a:spcBef>
                <a:spcPts val="0"/>
              </a:spcBef>
              <a:spcAft>
                <a:spcPts val="1387"/>
              </a:spcAft>
              <a:buClrTx/>
              <a:buSzTx/>
              <a:buFont typeface="Arial" panose="020B0604020202020204" pitchFamily="34" charset="0"/>
              <a:buNone/>
              <a:tabLst/>
              <a:defRPr sz="1249"/>
            </a:lvl1pPr>
          </a:lstStyle>
          <a:p>
            <a:pPr>
              <a:spcBef>
                <a:spcPct val="0"/>
              </a:spcBef>
            </a:pPr>
            <a:r>
              <a:rPr lang="en-US" sz="1664" noProof="0" dirty="0">
                <a:solidFill>
                  <a:schemeClr val="bg1"/>
                </a:solidFill>
              </a:rPr>
              <a:t>Co-brand</a:t>
            </a:r>
            <a:br>
              <a:rPr lang="en-US" sz="1664" noProof="0" dirty="0">
                <a:solidFill>
                  <a:schemeClr val="bg1"/>
                </a:solidFill>
              </a:rPr>
            </a:br>
            <a:r>
              <a:rPr lang="en-US" sz="1664" noProof="0" dirty="0">
                <a:solidFill>
                  <a:schemeClr val="bg1"/>
                </a:solidFill>
              </a:rPr>
              <a:t>Logo</a:t>
            </a:r>
          </a:p>
          <a:p>
            <a:endParaRPr lang="en-US" noProof="0" dirty="0"/>
          </a:p>
        </p:txBody>
      </p:sp>
      <p:sp>
        <p:nvSpPr>
          <p:cNvPr id="16" name="Text Placeholder 8"/>
          <p:cNvSpPr>
            <a:spLocks noGrp="1"/>
          </p:cNvSpPr>
          <p:nvPr>
            <p:ph type="body" sz="quarter" idx="13" hasCustomPrompt="1"/>
          </p:nvPr>
        </p:nvSpPr>
        <p:spPr>
          <a:xfrm>
            <a:off x="553188" y="718571"/>
            <a:ext cx="12347870" cy="835084"/>
          </a:xfrm>
          <a:prstGeom prst="rect">
            <a:avLst/>
          </a:prstGeom>
        </p:spPr>
        <p:txBody>
          <a:bodyPr lIns="0" tIns="0" rIns="0" bIns="0">
            <a:noAutofit/>
          </a:bodyPr>
          <a:lstStyle>
            <a:lvl1pPr marL="0" indent="0">
              <a:buNone/>
              <a:defRPr sz="2516" b="0">
                <a:solidFill>
                  <a:srgbClr val="575757"/>
                </a:solidFill>
              </a:defRPr>
            </a:lvl1pPr>
          </a:lstStyle>
          <a:p>
            <a:pPr lvl="0"/>
            <a:r>
              <a:rPr lang="en-US" noProof="0" dirty="0"/>
              <a:t>Click to add subtitle</a:t>
            </a:r>
          </a:p>
        </p:txBody>
      </p:sp>
      <p:sp>
        <p:nvSpPr>
          <p:cNvPr id="17" name="Picture Placeholder 29"/>
          <p:cNvSpPr>
            <a:spLocks noGrp="1"/>
          </p:cNvSpPr>
          <p:nvPr>
            <p:ph type="pic" sz="quarter" idx="19" hasCustomPrompt="1"/>
          </p:nvPr>
        </p:nvSpPr>
        <p:spPr>
          <a:xfrm>
            <a:off x="5259485" y="2055486"/>
            <a:ext cx="1334536" cy="605728"/>
          </a:xfrm>
        </p:spPr>
        <p:txBody>
          <a:bodyPr/>
          <a:lstStyle>
            <a:lvl1pPr marL="0" marR="0" indent="0" algn="l" defTabSz="1268366" rtl="0" eaLnBrk="1" fontAlgn="auto" latinLnBrk="0" hangingPunct="1">
              <a:lnSpc>
                <a:spcPct val="100000"/>
              </a:lnSpc>
              <a:spcBef>
                <a:spcPts val="0"/>
              </a:spcBef>
              <a:spcAft>
                <a:spcPts val="1387"/>
              </a:spcAft>
              <a:buClrTx/>
              <a:buSzTx/>
              <a:buFont typeface="Arial" panose="020B0604020202020204" pitchFamily="34" charset="0"/>
              <a:buNone/>
              <a:tabLst/>
              <a:defRPr sz="1249"/>
            </a:lvl1pPr>
          </a:lstStyle>
          <a:p>
            <a:pPr>
              <a:spcBef>
                <a:spcPct val="0"/>
              </a:spcBef>
            </a:pPr>
            <a:r>
              <a:rPr lang="en-US" sz="1664" noProof="0" dirty="0">
                <a:solidFill>
                  <a:schemeClr val="bg1"/>
                </a:solidFill>
              </a:rPr>
              <a:t>Co-brand</a:t>
            </a:r>
            <a:br>
              <a:rPr lang="en-US" sz="1664" noProof="0" dirty="0">
                <a:solidFill>
                  <a:schemeClr val="bg1"/>
                </a:solidFill>
              </a:rPr>
            </a:br>
            <a:r>
              <a:rPr lang="en-US" sz="1664" noProof="0" dirty="0">
                <a:solidFill>
                  <a:schemeClr val="bg1"/>
                </a:solidFill>
              </a:rPr>
              <a:t>Logo</a:t>
            </a:r>
          </a:p>
          <a:p>
            <a:endParaRPr lang="en-US" noProof="0" dirty="0"/>
          </a:p>
        </p:txBody>
      </p:sp>
    </p:spTree>
    <p:extLst>
      <p:ext uri="{BB962C8B-B14F-4D97-AF65-F5344CB8AC3E}">
        <p14:creationId xmlns:p14="http://schemas.microsoft.com/office/powerpoint/2010/main" val="3897561385"/>
      </p:ext>
    </p:extLst>
  </p:cSld>
  <p:clrMapOvr>
    <a:masterClrMapping/>
  </p:clrMapOvr>
  <p:transition>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1_3 column green line">
    <p:spTree>
      <p:nvGrpSpPr>
        <p:cNvPr id="1" name=""/>
        <p:cNvGrpSpPr/>
        <p:nvPr/>
      </p:nvGrpSpPr>
      <p:grpSpPr>
        <a:xfrm>
          <a:off x="0" y="0"/>
          <a:ext cx="0" cy="0"/>
          <a:chOff x="0" y="0"/>
          <a:chExt cx="0" cy="0"/>
        </a:xfrm>
      </p:grpSpPr>
      <p:sp>
        <p:nvSpPr>
          <p:cNvPr id="2" name="Title 1"/>
          <p:cNvSpPr>
            <a:spLocks noGrp="1"/>
          </p:cNvSpPr>
          <p:nvPr>
            <p:ph type="title"/>
          </p:nvPr>
        </p:nvSpPr>
        <p:spPr>
          <a:xfrm>
            <a:off x="553188" y="350137"/>
            <a:ext cx="12338164" cy="368437"/>
          </a:xfrm>
        </p:spPr>
        <p:txBody>
          <a:bodyPr/>
          <a:lstStyle/>
          <a:p>
            <a:r>
              <a:rPr lang="en-US" noProof="0"/>
              <a:t>Click to edit Master title style</a:t>
            </a:r>
            <a:endParaRPr lang="en-US" noProof="0" dirty="0"/>
          </a:p>
        </p:txBody>
      </p:sp>
      <p:sp>
        <p:nvSpPr>
          <p:cNvPr id="4" name="Rectangle 3"/>
          <p:cNvSpPr/>
          <p:nvPr userDrawn="1"/>
        </p:nvSpPr>
        <p:spPr>
          <a:xfrm>
            <a:off x="4763813" y="1881304"/>
            <a:ext cx="3921453"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526" noProof="0" dirty="0">
              <a:solidFill>
                <a:schemeClr val="bg1"/>
              </a:solidFill>
            </a:endParaRPr>
          </a:p>
        </p:txBody>
      </p:sp>
      <p:sp>
        <p:nvSpPr>
          <p:cNvPr id="5" name="Rectangle 4"/>
          <p:cNvSpPr/>
          <p:nvPr userDrawn="1"/>
        </p:nvSpPr>
        <p:spPr>
          <a:xfrm>
            <a:off x="555778" y="1874958"/>
            <a:ext cx="3925734" cy="6589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526" noProof="0" dirty="0">
              <a:solidFill>
                <a:schemeClr val="bg1"/>
              </a:solidFill>
            </a:endParaRPr>
          </a:p>
        </p:txBody>
      </p:sp>
      <p:sp>
        <p:nvSpPr>
          <p:cNvPr id="6" name="Rectangle 5"/>
          <p:cNvSpPr/>
          <p:nvPr userDrawn="1"/>
        </p:nvSpPr>
        <p:spPr>
          <a:xfrm>
            <a:off x="8949021" y="1881304"/>
            <a:ext cx="3952038" cy="59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526" noProof="0" dirty="0">
              <a:solidFill>
                <a:schemeClr val="bg1"/>
              </a:solidFill>
            </a:endParaRPr>
          </a:p>
        </p:txBody>
      </p:sp>
      <p:sp>
        <p:nvSpPr>
          <p:cNvPr id="7" name="Text Placeholder 8"/>
          <p:cNvSpPr>
            <a:spLocks noGrp="1"/>
          </p:cNvSpPr>
          <p:nvPr>
            <p:ph type="body" sz="quarter" idx="17"/>
          </p:nvPr>
        </p:nvSpPr>
        <p:spPr>
          <a:xfrm>
            <a:off x="4770111" y="2041728"/>
            <a:ext cx="3904316" cy="4241012"/>
          </a:xfrm>
        </p:spPr>
        <p:txBody>
          <a:bodyPr/>
          <a:lstStyle>
            <a:lvl1pPr>
              <a:defRPr b="1">
                <a:solidFill>
                  <a:schemeClr val="accent1"/>
                </a:solidFill>
              </a:defRPr>
            </a:lvl1pPr>
            <a:lvl2pPr>
              <a:spcAft>
                <a:spcPts val="1387"/>
              </a:spcAft>
              <a:defRPr/>
            </a:lvl2pPr>
            <a:lvl3pPr marL="0" indent="0">
              <a:spcAft>
                <a:spcPts val="1387"/>
              </a:spcAft>
              <a:buNone/>
              <a:defRPr/>
            </a:lvl3pPr>
            <a:lvl4pPr marL="244685" indent="-244685">
              <a:spcAft>
                <a:spcPts val="1387"/>
              </a:spcAft>
              <a:buFont typeface="Arial" panose="020B0604020202020204" pitchFamily="34" charset="0"/>
              <a:buChar char="•"/>
              <a:defRPr/>
            </a:lvl4pPr>
            <a:lvl5pPr marL="494363" indent="-244685">
              <a:spcAft>
                <a:spcPts val="1387"/>
              </a:spcAft>
              <a:defRPr baseline="0"/>
            </a:lvl5pPr>
            <a:lvl6pPr marL="494363" indent="-244685">
              <a:spcAft>
                <a:spcPts val="1387"/>
              </a:spcAft>
              <a:buFont typeface="Verdana" panose="020B0604030504040204" pitchFamily="34" charset="0"/>
              <a:buChar char="−"/>
              <a:defRPr/>
            </a:lvl6pPr>
            <a:lvl7pPr marL="494363" indent="-244685">
              <a:spcAft>
                <a:spcPts val="1387"/>
              </a:spcAft>
              <a:defRPr/>
            </a:lvl7pPr>
            <a:lvl8pPr marL="494363" indent="-244685">
              <a:spcAft>
                <a:spcPts val="1387"/>
              </a:spcAft>
              <a:defRPr/>
            </a:lvl8pPr>
            <a:lvl9pPr marL="494363" indent="-244685">
              <a:spcAft>
                <a:spcPts val="1387"/>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8"/>
          </p:nvPr>
        </p:nvSpPr>
        <p:spPr>
          <a:xfrm>
            <a:off x="555778" y="2041728"/>
            <a:ext cx="3925734" cy="4241012"/>
          </a:xfrm>
        </p:spPr>
        <p:txBody>
          <a:bodyPr/>
          <a:lstStyle>
            <a:lvl1pPr>
              <a:defRPr b="1">
                <a:solidFill>
                  <a:schemeClr val="accent1"/>
                </a:solidFill>
              </a:defRPr>
            </a:lvl1pPr>
            <a:lvl2pPr>
              <a:spcAft>
                <a:spcPts val="1387"/>
              </a:spcAft>
              <a:defRPr/>
            </a:lvl2pPr>
            <a:lvl3pPr marL="0" indent="0">
              <a:spcAft>
                <a:spcPts val="1387"/>
              </a:spcAft>
              <a:buNone/>
              <a:defRPr/>
            </a:lvl3pPr>
            <a:lvl4pPr marL="244685" indent="-244685">
              <a:spcAft>
                <a:spcPts val="1387"/>
              </a:spcAft>
              <a:buFont typeface="Arial" panose="020B0604020202020204" pitchFamily="34" charset="0"/>
              <a:buChar char="•"/>
              <a:defRPr/>
            </a:lvl4pPr>
            <a:lvl5pPr marL="494363" indent="-244685">
              <a:spcAft>
                <a:spcPts val="1387"/>
              </a:spcAft>
              <a:defRPr baseline="0"/>
            </a:lvl5pPr>
            <a:lvl6pPr marL="494363" indent="-244685">
              <a:spcAft>
                <a:spcPts val="1387"/>
              </a:spcAft>
              <a:buFont typeface="Verdana" panose="020B0604030504040204" pitchFamily="34" charset="0"/>
              <a:buChar char="−"/>
              <a:defRPr/>
            </a:lvl6pPr>
            <a:lvl7pPr marL="494363" indent="-244685">
              <a:spcAft>
                <a:spcPts val="1387"/>
              </a:spcAft>
              <a:defRPr/>
            </a:lvl7pPr>
            <a:lvl8pPr marL="494363" indent="-244685">
              <a:spcAft>
                <a:spcPts val="1387"/>
              </a:spcAft>
              <a:defRPr/>
            </a:lvl8pPr>
            <a:lvl9pPr marL="494363" indent="-244685">
              <a:spcAft>
                <a:spcPts val="1387"/>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9"/>
          </p:nvPr>
        </p:nvSpPr>
        <p:spPr>
          <a:xfrm>
            <a:off x="8963026" y="2041728"/>
            <a:ext cx="3938033" cy="4241012"/>
          </a:xfrm>
        </p:spPr>
        <p:txBody>
          <a:bodyPr/>
          <a:lstStyle>
            <a:lvl1pPr>
              <a:defRPr b="1">
                <a:solidFill>
                  <a:schemeClr val="accent1"/>
                </a:solidFill>
              </a:defRPr>
            </a:lvl1pPr>
            <a:lvl2pPr>
              <a:spcAft>
                <a:spcPts val="1387"/>
              </a:spcAft>
              <a:defRPr/>
            </a:lvl2pPr>
            <a:lvl3pPr marL="0" indent="0">
              <a:spcAft>
                <a:spcPts val="1387"/>
              </a:spcAft>
              <a:buNone/>
              <a:defRPr/>
            </a:lvl3pPr>
            <a:lvl4pPr marL="244685" indent="-244685">
              <a:spcAft>
                <a:spcPts val="1387"/>
              </a:spcAft>
              <a:buFont typeface="Arial" panose="020B0604020202020204" pitchFamily="34" charset="0"/>
              <a:buChar char="•"/>
              <a:defRPr/>
            </a:lvl4pPr>
            <a:lvl5pPr marL="494363" indent="-244685">
              <a:spcAft>
                <a:spcPts val="1387"/>
              </a:spcAft>
              <a:defRPr baseline="0"/>
            </a:lvl5pPr>
            <a:lvl6pPr marL="494363" indent="-244685">
              <a:spcAft>
                <a:spcPts val="1387"/>
              </a:spcAft>
              <a:buFont typeface="Verdana" panose="020B0604030504040204" pitchFamily="34" charset="0"/>
              <a:buChar char="−"/>
              <a:defRPr/>
            </a:lvl6pPr>
            <a:lvl7pPr marL="494363" indent="-244685">
              <a:spcAft>
                <a:spcPts val="1387"/>
              </a:spcAft>
              <a:defRPr/>
            </a:lvl7pPr>
            <a:lvl8pPr marL="494363" indent="-244685">
              <a:spcAft>
                <a:spcPts val="1387"/>
              </a:spcAft>
              <a:defRPr/>
            </a:lvl8pPr>
            <a:lvl9pPr marL="494363" indent="-244685">
              <a:spcAft>
                <a:spcPts val="1387"/>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3" hasCustomPrompt="1"/>
          </p:nvPr>
        </p:nvSpPr>
        <p:spPr>
          <a:xfrm>
            <a:off x="553189" y="718571"/>
            <a:ext cx="12309107" cy="835084"/>
          </a:xfrm>
          <a:prstGeom prst="rect">
            <a:avLst/>
          </a:prstGeom>
        </p:spPr>
        <p:txBody>
          <a:bodyPr lIns="0" tIns="0" rIns="0" bIns="0">
            <a:noAutofit/>
          </a:bodyPr>
          <a:lstStyle>
            <a:lvl1pPr marL="0" indent="0">
              <a:buNone/>
              <a:defRPr sz="2516"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1735867472"/>
      </p:ext>
    </p:extLst>
  </p:cSld>
  <p:clrMapOvr>
    <a:masterClrMapping/>
  </p:clrMapOvr>
  <p:transition>
    <p:fade/>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_4 column icon">
    <p:spTree>
      <p:nvGrpSpPr>
        <p:cNvPr id="1" name=""/>
        <p:cNvGrpSpPr/>
        <p:nvPr/>
      </p:nvGrpSpPr>
      <p:grpSpPr>
        <a:xfrm>
          <a:off x="0" y="0"/>
          <a:ext cx="0" cy="0"/>
          <a:chOff x="0" y="0"/>
          <a:chExt cx="0" cy="0"/>
        </a:xfrm>
      </p:grpSpPr>
      <p:sp>
        <p:nvSpPr>
          <p:cNvPr id="2" name="Title 1"/>
          <p:cNvSpPr>
            <a:spLocks noGrp="1"/>
          </p:cNvSpPr>
          <p:nvPr>
            <p:ph type="title"/>
          </p:nvPr>
        </p:nvSpPr>
        <p:spPr>
          <a:xfrm>
            <a:off x="553188" y="350137"/>
            <a:ext cx="12338164" cy="368437"/>
          </a:xfrm>
        </p:spPr>
        <p:txBody>
          <a:bodyPr/>
          <a:lstStyle/>
          <a:p>
            <a:r>
              <a:rPr lang="en-US" noProof="0"/>
              <a:t>Click to edit Master title style</a:t>
            </a:r>
            <a:endParaRPr lang="en-US" noProof="0" dirty="0"/>
          </a:p>
        </p:txBody>
      </p:sp>
      <p:sp>
        <p:nvSpPr>
          <p:cNvPr id="4" name="Text Placeholder 8"/>
          <p:cNvSpPr>
            <a:spLocks noGrp="1"/>
          </p:cNvSpPr>
          <p:nvPr>
            <p:ph type="body" sz="quarter" idx="17"/>
          </p:nvPr>
        </p:nvSpPr>
        <p:spPr>
          <a:xfrm>
            <a:off x="555778" y="2818700"/>
            <a:ext cx="2858288" cy="3743710"/>
          </a:xfrm>
        </p:spPr>
        <p:txBody>
          <a:bodyPr/>
          <a:lstStyle>
            <a:lvl1pPr>
              <a:defRPr b="1">
                <a:solidFill>
                  <a:schemeClr val="accent1"/>
                </a:solidFill>
              </a:defRPr>
            </a:lvl1pPr>
            <a:lvl2pPr>
              <a:spcAft>
                <a:spcPts val="1387"/>
              </a:spcAft>
              <a:defRPr/>
            </a:lvl2pPr>
            <a:lvl3pPr marL="0" indent="0">
              <a:spcAft>
                <a:spcPts val="1387"/>
              </a:spcAft>
              <a:buNone/>
              <a:defRPr/>
            </a:lvl3pPr>
            <a:lvl4pPr marL="244685" indent="-244685">
              <a:spcAft>
                <a:spcPts val="1387"/>
              </a:spcAft>
              <a:buFont typeface="Arial" panose="020B0604020202020204" pitchFamily="34" charset="0"/>
              <a:buChar char="•"/>
              <a:defRPr/>
            </a:lvl4pPr>
            <a:lvl5pPr marL="494363" indent="-244685">
              <a:spcAft>
                <a:spcPts val="1387"/>
              </a:spcAft>
              <a:defRPr baseline="0"/>
            </a:lvl5pPr>
            <a:lvl6pPr marL="494363" indent="-244685">
              <a:spcAft>
                <a:spcPts val="1387"/>
              </a:spcAft>
              <a:buFont typeface="Verdana" panose="020B0604030504040204" pitchFamily="34" charset="0"/>
              <a:buChar char="−"/>
              <a:defRPr/>
            </a:lvl6pPr>
            <a:lvl7pPr marL="494363" indent="-244685">
              <a:spcAft>
                <a:spcPts val="1387"/>
              </a:spcAft>
              <a:defRPr/>
            </a:lvl7pPr>
            <a:lvl8pPr marL="494363" indent="-244685">
              <a:spcAft>
                <a:spcPts val="1387"/>
              </a:spcAft>
              <a:defRPr/>
            </a:lvl8pPr>
            <a:lvl9pPr marL="494363" indent="-244685">
              <a:spcAft>
                <a:spcPts val="1387"/>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10031394" y="2818700"/>
            <a:ext cx="2858288" cy="3743710"/>
          </a:xfrm>
        </p:spPr>
        <p:txBody>
          <a:bodyPr/>
          <a:lstStyle>
            <a:lvl1pPr>
              <a:defRPr b="1">
                <a:solidFill>
                  <a:schemeClr val="accent1"/>
                </a:solidFill>
              </a:defRPr>
            </a:lvl1pPr>
            <a:lvl2pPr>
              <a:spcAft>
                <a:spcPts val="1387"/>
              </a:spcAft>
              <a:defRPr/>
            </a:lvl2pPr>
            <a:lvl3pPr marL="0" indent="0">
              <a:spcAft>
                <a:spcPts val="1387"/>
              </a:spcAft>
              <a:buNone/>
              <a:defRPr/>
            </a:lvl3pPr>
            <a:lvl4pPr marL="244685" indent="-244685">
              <a:spcAft>
                <a:spcPts val="1387"/>
              </a:spcAft>
              <a:buFont typeface="Arial" panose="020B0604020202020204" pitchFamily="34" charset="0"/>
              <a:buChar char="•"/>
              <a:defRPr/>
            </a:lvl4pPr>
            <a:lvl5pPr marL="494363" indent="-244685">
              <a:spcAft>
                <a:spcPts val="1387"/>
              </a:spcAft>
              <a:defRPr baseline="0"/>
            </a:lvl5pPr>
            <a:lvl6pPr marL="494363" indent="-244685">
              <a:spcAft>
                <a:spcPts val="1387"/>
              </a:spcAft>
              <a:buFont typeface="Verdana" panose="020B0604030504040204" pitchFamily="34" charset="0"/>
              <a:buChar char="−"/>
              <a:defRPr/>
            </a:lvl6pPr>
            <a:lvl7pPr marL="494363" indent="-244685">
              <a:spcAft>
                <a:spcPts val="1387"/>
              </a:spcAft>
              <a:defRPr/>
            </a:lvl7pPr>
            <a:lvl8pPr marL="494363" indent="-244685">
              <a:spcAft>
                <a:spcPts val="1387"/>
              </a:spcAft>
              <a:defRPr/>
            </a:lvl8pPr>
            <a:lvl9pPr marL="494363" indent="-244685">
              <a:spcAft>
                <a:spcPts val="1387"/>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714316" y="2818700"/>
            <a:ext cx="2858288" cy="3743710"/>
          </a:xfrm>
        </p:spPr>
        <p:txBody>
          <a:bodyPr/>
          <a:lstStyle>
            <a:lvl1pPr>
              <a:defRPr b="1">
                <a:solidFill>
                  <a:schemeClr val="accent1"/>
                </a:solidFill>
              </a:defRPr>
            </a:lvl1pPr>
            <a:lvl2pPr>
              <a:spcAft>
                <a:spcPts val="1387"/>
              </a:spcAft>
              <a:defRPr/>
            </a:lvl2pPr>
            <a:lvl3pPr marL="0" indent="0">
              <a:spcAft>
                <a:spcPts val="1387"/>
              </a:spcAft>
              <a:buNone/>
              <a:defRPr/>
            </a:lvl3pPr>
            <a:lvl4pPr marL="244685" indent="-244685">
              <a:spcAft>
                <a:spcPts val="1387"/>
              </a:spcAft>
              <a:buFont typeface="Arial" panose="020B0604020202020204" pitchFamily="34" charset="0"/>
              <a:buChar char="•"/>
              <a:defRPr/>
            </a:lvl4pPr>
            <a:lvl5pPr marL="494363" indent="-244685">
              <a:spcAft>
                <a:spcPts val="1387"/>
              </a:spcAft>
              <a:defRPr baseline="0"/>
            </a:lvl5pPr>
            <a:lvl6pPr marL="494363" indent="-244685">
              <a:spcAft>
                <a:spcPts val="1387"/>
              </a:spcAft>
              <a:buFont typeface="Verdana" panose="020B0604030504040204" pitchFamily="34" charset="0"/>
              <a:buChar char="−"/>
              <a:defRPr/>
            </a:lvl6pPr>
            <a:lvl7pPr marL="494363" indent="-244685">
              <a:spcAft>
                <a:spcPts val="1387"/>
              </a:spcAft>
              <a:defRPr/>
            </a:lvl7pPr>
            <a:lvl8pPr marL="494363" indent="-244685">
              <a:spcAft>
                <a:spcPts val="1387"/>
              </a:spcAft>
              <a:defRPr/>
            </a:lvl8pPr>
            <a:lvl9pPr marL="494363" indent="-244685">
              <a:spcAft>
                <a:spcPts val="1387"/>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872856" y="2818700"/>
            <a:ext cx="2858288" cy="3743710"/>
          </a:xfrm>
        </p:spPr>
        <p:txBody>
          <a:bodyPr/>
          <a:lstStyle>
            <a:lvl1pPr>
              <a:defRPr b="1">
                <a:solidFill>
                  <a:schemeClr val="accent1"/>
                </a:solidFill>
              </a:defRPr>
            </a:lvl1pPr>
            <a:lvl2pPr>
              <a:spcAft>
                <a:spcPts val="1387"/>
              </a:spcAft>
              <a:defRPr/>
            </a:lvl2pPr>
            <a:lvl3pPr marL="0" indent="0">
              <a:spcAft>
                <a:spcPts val="1387"/>
              </a:spcAft>
              <a:buNone/>
              <a:defRPr/>
            </a:lvl3pPr>
            <a:lvl4pPr marL="244685" indent="-244685">
              <a:spcAft>
                <a:spcPts val="1387"/>
              </a:spcAft>
              <a:buFont typeface="Arial" panose="020B0604020202020204" pitchFamily="34" charset="0"/>
              <a:buChar char="•"/>
              <a:defRPr/>
            </a:lvl4pPr>
            <a:lvl5pPr marL="494363" indent="-244685">
              <a:spcAft>
                <a:spcPts val="1387"/>
              </a:spcAft>
              <a:defRPr baseline="0"/>
            </a:lvl5pPr>
            <a:lvl6pPr marL="494363" indent="-244685">
              <a:spcAft>
                <a:spcPts val="1387"/>
              </a:spcAft>
              <a:buFont typeface="Verdana" panose="020B0604030504040204" pitchFamily="34" charset="0"/>
              <a:buChar char="−"/>
              <a:defRPr/>
            </a:lvl6pPr>
            <a:lvl7pPr marL="494363" indent="-244685">
              <a:spcAft>
                <a:spcPts val="1387"/>
              </a:spcAft>
              <a:defRPr/>
            </a:lvl7pPr>
            <a:lvl8pPr marL="494363" indent="-244685">
              <a:spcAft>
                <a:spcPts val="1387"/>
              </a:spcAft>
              <a:defRPr/>
            </a:lvl8pPr>
            <a:lvl9pPr marL="494363" indent="-244685">
              <a:spcAft>
                <a:spcPts val="1387"/>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3" hasCustomPrompt="1"/>
          </p:nvPr>
        </p:nvSpPr>
        <p:spPr>
          <a:xfrm>
            <a:off x="553187" y="718571"/>
            <a:ext cx="12338164" cy="835084"/>
          </a:xfrm>
          <a:prstGeom prst="rect">
            <a:avLst/>
          </a:prstGeom>
        </p:spPr>
        <p:txBody>
          <a:bodyPr lIns="0" tIns="0" rIns="0" bIns="0">
            <a:noAutofit/>
          </a:bodyPr>
          <a:lstStyle>
            <a:lvl1pPr marL="0" indent="0">
              <a:buNone/>
              <a:defRPr sz="2516" b="0">
                <a:solidFill>
                  <a:srgbClr val="575757"/>
                </a:solidFill>
              </a:defRPr>
            </a:lvl1pPr>
          </a:lstStyle>
          <a:p>
            <a:pPr lvl="0"/>
            <a:r>
              <a:rPr lang="en-US" noProof="0" dirty="0"/>
              <a:t>Click to add subtitle</a:t>
            </a:r>
          </a:p>
        </p:txBody>
      </p:sp>
    </p:spTree>
    <p:extLst>
      <p:ext uri="{BB962C8B-B14F-4D97-AF65-F5344CB8AC3E}">
        <p14:creationId xmlns:p14="http://schemas.microsoft.com/office/powerpoint/2010/main" val="2912430734"/>
      </p:ext>
    </p:extLst>
  </p:cSld>
  <p:clrMapOvr>
    <a:masterClrMapping/>
  </p:clrMapOvr>
  <p:transition>
    <p:fad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1_4 column icon green">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53187" y="350135"/>
            <a:ext cx="12338166" cy="408241"/>
          </a:xfrm>
        </p:spPr>
        <p:txBody>
          <a:bodyPr/>
          <a:lstStyle>
            <a:lvl1pPr>
              <a:defRPr>
                <a:solidFill>
                  <a:schemeClr val="bg1"/>
                </a:solidFill>
              </a:defRPr>
            </a:lvl1pPr>
          </a:lstStyle>
          <a:p>
            <a:r>
              <a:rPr lang="en-US" noProof="0"/>
              <a:t>Click to edit Master title style</a:t>
            </a:r>
            <a:endParaRPr lang="en-US" noProof="0" dirty="0"/>
          </a:p>
        </p:txBody>
      </p:sp>
      <p:sp>
        <p:nvSpPr>
          <p:cNvPr id="4" name="Text Placeholder 8"/>
          <p:cNvSpPr>
            <a:spLocks noGrp="1"/>
          </p:cNvSpPr>
          <p:nvPr>
            <p:ph type="body" sz="quarter" idx="17"/>
          </p:nvPr>
        </p:nvSpPr>
        <p:spPr>
          <a:xfrm>
            <a:off x="555778" y="2818700"/>
            <a:ext cx="2858288" cy="3743710"/>
          </a:xfrm>
        </p:spPr>
        <p:txBody>
          <a:bodyPr/>
          <a:lstStyle>
            <a:lvl1pPr>
              <a:defRPr b="1">
                <a:solidFill>
                  <a:schemeClr val="bg1"/>
                </a:solidFill>
              </a:defRPr>
            </a:lvl1pPr>
            <a:lvl2pPr>
              <a:spcAft>
                <a:spcPts val="1387"/>
              </a:spcAft>
              <a:defRPr>
                <a:solidFill>
                  <a:schemeClr val="bg1"/>
                </a:solidFill>
              </a:defRPr>
            </a:lvl2pPr>
            <a:lvl3pPr marL="0" indent="0">
              <a:spcAft>
                <a:spcPts val="1387"/>
              </a:spcAft>
              <a:buNone/>
              <a:defRPr>
                <a:solidFill>
                  <a:schemeClr val="bg1"/>
                </a:solidFill>
              </a:defRPr>
            </a:lvl3pPr>
            <a:lvl4pPr marL="244685" indent="-244685">
              <a:spcAft>
                <a:spcPts val="1387"/>
              </a:spcAft>
              <a:buFont typeface="Arial" panose="020B0604020202020204" pitchFamily="34" charset="0"/>
              <a:buChar char="•"/>
              <a:defRPr>
                <a:solidFill>
                  <a:schemeClr val="bg1"/>
                </a:solidFill>
              </a:defRPr>
            </a:lvl4pPr>
            <a:lvl5pPr marL="494363" indent="-244685">
              <a:spcAft>
                <a:spcPts val="1387"/>
              </a:spcAft>
              <a:defRPr baseline="0">
                <a:solidFill>
                  <a:schemeClr val="bg1"/>
                </a:solidFill>
              </a:defRPr>
            </a:lvl5pPr>
            <a:lvl6pPr marL="494363" indent="-244685">
              <a:spcAft>
                <a:spcPts val="1387"/>
              </a:spcAft>
              <a:buFont typeface="Verdana" panose="020B0604030504040204" pitchFamily="34" charset="0"/>
              <a:buChar char="−"/>
              <a:defRPr>
                <a:solidFill>
                  <a:schemeClr val="bg1"/>
                </a:solidFill>
              </a:defRPr>
            </a:lvl6pPr>
            <a:lvl7pPr marL="494363" indent="-244685">
              <a:spcAft>
                <a:spcPts val="1387"/>
              </a:spcAft>
              <a:defRPr>
                <a:solidFill>
                  <a:schemeClr val="bg1"/>
                </a:solidFill>
              </a:defRPr>
            </a:lvl7pPr>
            <a:lvl8pPr marL="494363" indent="-244685">
              <a:spcAft>
                <a:spcPts val="1387"/>
              </a:spcAft>
              <a:defRPr>
                <a:solidFill>
                  <a:schemeClr val="bg1"/>
                </a:solidFill>
              </a:defRPr>
            </a:lvl8pPr>
            <a:lvl9pPr marL="494363" indent="-244685">
              <a:spcAft>
                <a:spcPts val="1387"/>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10035712" y="2818700"/>
            <a:ext cx="2858288" cy="3743710"/>
          </a:xfrm>
        </p:spPr>
        <p:txBody>
          <a:bodyPr/>
          <a:lstStyle>
            <a:lvl1pPr>
              <a:defRPr b="1">
                <a:solidFill>
                  <a:schemeClr val="bg1"/>
                </a:solidFill>
              </a:defRPr>
            </a:lvl1pPr>
            <a:lvl2pPr>
              <a:spcAft>
                <a:spcPts val="1387"/>
              </a:spcAft>
              <a:defRPr>
                <a:solidFill>
                  <a:schemeClr val="bg1"/>
                </a:solidFill>
              </a:defRPr>
            </a:lvl2pPr>
            <a:lvl3pPr marL="0" indent="0">
              <a:spcAft>
                <a:spcPts val="1387"/>
              </a:spcAft>
              <a:buNone/>
              <a:defRPr>
                <a:solidFill>
                  <a:schemeClr val="bg1"/>
                </a:solidFill>
              </a:defRPr>
            </a:lvl3pPr>
            <a:lvl4pPr marL="244685" indent="-244685">
              <a:spcAft>
                <a:spcPts val="1387"/>
              </a:spcAft>
              <a:buFont typeface="Arial" panose="020B0604020202020204" pitchFamily="34" charset="0"/>
              <a:buChar char="•"/>
              <a:defRPr>
                <a:solidFill>
                  <a:schemeClr val="bg1"/>
                </a:solidFill>
              </a:defRPr>
            </a:lvl4pPr>
            <a:lvl5pPr marL="494363" indent="-244685">
              <a:spcAft>
                <a:spcPts val="1387"/>
              </a:spcAft>
              <a:defRPr baseline="0">
                <a:solidFill>
                  <a:schemeClr val="bg1"/>
                </a:solidFill>
              </a:defRPr>
            </a:lvl5pPr>
            <a:lvl6pPr marL="494363" indent="-244685">
              <a:spcAft>
                <a:spcPts val="1387"/>
              </a:spcAft>
              <a:buFont typeface="Verdana" panose="020B0604030504040204" pitchFamily="34" charset="0"/>
              <a:buChar char="−"/>
              <a:defRPr>
                <a:solidFill>
                  <a:schemeClr val="bg1"/>
                </a:solidFill>
              </a:defRPr>
            </a:lvl6pPr>
            <a:lvl7pPr marL="494363" indent="-244685">
              <a:spcAft>
                <a:spcPts val="1387"/>
              </a:spcAft>
              <a:defRPr>
                <a:solidFill>
                  <a:schemeClr val="bg1"/>
                </a:solidFill>
              </a:defRPr>
            </a:lvl7pPr>
            <a:lvl8pPr marL="494363" indent="-244685">
              <a:spcAft>
                <a:spcPts val="1387"/>
              </a:spcAft>
              <a:defRPr>
                <a:solidFill>
                  <a:schemeClr val="bg1"/>
                </a:solidFill>
              </a:defRPr>
            </a:lvl8pPr>
            <a:lvl9pPr marL="494363" indent="-244685">
              <a:spcAft>
                <a:spcPts val="1387"/>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715756" y="2818700"/>
            <a:ext cx="2858288" cy="3743710"/>
          </a:xfrm>
        </p:spPr>
        <p:txBody>
          <a:bodyPr/>
          <a:lstStyle>
            <a:lvl1pPr>
              <a:defRPr b="1">
                <a:solidFill>
                  <a:schemeClr val="bg1"/>
                </a:solidFill>
              </a:defRPr>
            </a:lvl1pPr>
            <a:lvl2pPr>
              <a:spcAft>
                <a:spcPts val="1387"/>
              </a:spcAft>
              <a:defRPr>
                <a:solidFill>
                  <a:schemeClr val="bg1"/>
                </a:solidFill>
              </a:defRPr>
            </a:lvl2pPr>
            <a:lvl3pPr marL="0" indent="0">
              <a:spcAft>
                <a:spcPts val="1387"/>
              </a:spcAft>
              <a:buNone/>
              <a:defRPr>
                <a:solidFill>
                  <a:schemeClr val="bg1"/>
                </a:solidFill>
              </a:defRPr>
            </a:lvl3pPr>
            <a:lvl4pPr marL="244685" indent="-244685">
              <a:spcAft>
                <a:spcPts val="1387"/>
              </a:spcAft>
              <a:buFont typeface="Arial" panose="020B0604020202020204" pitchFamily="34" charset="0"/>
              <a:buChar char="•"/>
              <a:defRPr>
                <a:solidFill>
                  <a:schemeClr val="bg1"/>
                </a:solidFill>
              </a:defRPr>
            </a:lvl4pPr>
            <a:lvl5pPr marL="494363" indent="-244685">
              <a:spcAft>
                <a:spcPts val="1387"/>
              </a:spcAft>
              <a:defRPr baseline="0">
                <a:solidFill>
                  <a:schemeClr val="bg1"/>
                </a:solidFill>
              </a:defRPr>
            </a:lvl5pPr>
            <a:lvl6pPr marL="494363" indent="-244685">
              <a:spcAft>
                <a:spcPts val="1387"/>
              </a:spcAft>
              <a:buFont typeface="Verdana" panose="020B0604030504040204" pitchFamily="34" charset="0"/>
              <a:buChar char="−"/>
              <a:defRPr>
                <a:solidFill>
                  <a:schemeClr val="bg1"/>
                </a:solidFill>
              </a:defRPr>
            </a:lvl6pPr>
            <a:lvl7pPr marL="494363" indent="-244685">
              <a:spcAft>
                <a:spcPts val="1387"/>
              </a:spcAft>
              <a:defRPr>
                <a:solidFill>
                  <a:schemeClr val="bg1"/>
                </a:solidFill>
              </a:defRPr>
            </a:lvl7pPr>
            <a:lvl8pPr marL="494363" indent="-244685">
              <a:spcAft>
                <a:spcPts val="1387"/>
              </a:spcAft>
              <a:defRPr>
                <a:solidFill>
                  <a:schemeClr val="bg1"/>
                </a:solidFill>
              </a:defRPr>
            </a:lvl8pPr>
            <a:lvl9pPr marL="494363" indent="-244685">
              <a:spcAft>
                <a:spcPts val="1387"/>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875734" y="2818700"/>
            <a:ext cx="2858288" cy="3743710"/>
          </a:xfrm>
        </p:spPr>
        <p:txBody>
          <a:bodyPr/>
          <a:lstStyle>
            <a:lvl1pPr>
              <a:defRPr b="1">
                <a:solidFill>
                  <a:schemeClr val="bg1"/>
                </a:solidFill>
              </a:defRPr>
            </a:lvl1pPr>
            <a:lvl2pPr>
              <a:spcAft>
                <a:spcPts val="1387"/>
              </a:spcAft>
              <a:defRPr>
                <a:solidFill>
                  <a:schemeClr val="bg1"/>
                </a:solidFill>
              </a:defRPr>
            </a:lvl2pPr>
            <a:lvl3pPr marL="0" indent="0">
              <a:spcAft>
                <a:spcPts val="1387"/>
              </a:spcAft>
              <a:buNone/>
              <a:defRPr>
                <a:solidFill>
                  <a:schemeClr val="bg1"/>
                </a:solidFill>
              </a:defRPr>
            </a:lvl3pPr>
            <a:lvl4pPr marL="244685" indent="-244685">
              <a:spcAft>
                <a:spcPts val="1387"/>
              </a:spcAft>
              <a:buFont typeface="Arial" panose="020B0604020202020204" pitchFamily="34" charset="0"/>
              <a:buChar char="•"/>
              <a:defRPr>
                <a:solidFill>
                  <a:schemeClr val="bg1"/>
                </a:solidFill>
              </a:defRPr>
            </a:lvl4pPr>
            <a:lvl5pPr marL="494363" indent="-244685">
              <a:spcAft>
                <a:spcPts val="1387"/>
              </a:spcAft>
              <a:defRPr baseline="0">
                <a:solidFill>
                  <a:schemeClr val="bg1"/>
                </a:solidFill>
              </a:defRPr>
            </a:lvl5pPr>
            <a:lvl6pPr marL="494363" indent="-244685">
              <a:spcAft>
                <a:spcPts val="1387"/>
              </a:spcAft>
              <a:buFont typeface="Verdana" panose="020B0604030504040204" pitchFamily="34" charset="0"/>
              <a:buChar char="−"/>
              <a:defRPr>
                <a:solidFill>
                  <a:schemeClr val="bg1"/>
                </a:solidFill>
              </a:defRPr>
            </a:lvl6pPr>
            <a:lvl7pPr marL="494363" indent="-244685">
              <a:spcAft>
                <a:spcPts val="1387"/>
              </a:spcAft>
              <a:defRPr>
                <a:solidFill>
                  <a:schemeClr val="bg1"/>
                </a:solidFill>
              </a:defRPr>
            </a:lvl7pPr>
            <a:lvl8pPr marL="494363" indent="-244685">
              <a:spcAft>
                <a:spcPts val="1387"/>
              </a:spcAft>
              <a:defRPr>
                <a:solidFill>
                  <a:schemeClr val="bg1"/>
                </a:solidFill>
              </a:defRPr>
            </a:lvl8pPr>
            <a:lvl9pPr marL="494363" indent="-244685">
              <a:spcAft>
                <a:spcPts val="1387"/>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3" hasCustomPrompt="1"/>
          </p:nvPr>
        </p:nvSpPr>
        <p:spPr>
          <a:xfrm>
            <a:off x="553187" y="758374"/>
            <a:ext cx="12338166" cy="835084"/>
          </a:xfrm>
          <a:prstGeom prst="rect">
            <a:avLst/>
          </a:prstGeom>
        </p:spPr>
        <p:txBody>
          <a:bodyPr lIns="0" tIns="0" rIns="0" bIns="0">
            <a:noAutofit/>
          </a:bodyPr>
          <a:lstStyle>
            <a:lvl1pPr marL="0" indent="0">
              <a:buNone/>
              <a:defRPr sz="2516" b="0">
                <a:solidFill>
                  <a:schemeClr val="bg1"/>
                </a:solidFill>
              </a:defRPr>
            </a:lvl1pPr>
          </a:lstStyle>
          <a:p>
            <a:pPr lvl="0"/>
            <a:r>
              <a:rPr lang="en-US" noProof="0" dirty="0"/>
              <a:t>Click to add subtitle</a:t>
            </a:r>
          </a:p>
        </p:txBody>
      </p:sp>
      <p:sp>
        <p:nvSpPr>
          <p:cNvPr id="13" name="TextBox 12"/>
          <p:cNvSpPr txBox="1"/>
          <p:nvPr userDrawn="1"/>
        </p:nvSpPr>
        <p:spPr>
          <a:xfrm>
            <a:off x="6986026" y="7142694"/>
            <a:ext cx="5399606" cy="277640"/>
          </a:xfrm>
          <a:prstGeom prst="rect">
            <a:avLst/>
          </a:prstGeom>
          <a:noFill/>
        </p:spPr>
        <p:txBody>
          <a:bodyPr wrap="square" lIns="0" tIns="0" rIns="0" bIns="0" rtlCol="0">
            <a:spAutoFit/>
          </a:bodyPr>
          <a:lstStyle/>
          <a:p>
            <a:pPr marL="0" indent="0" algn="r">
              <a:spcBef>
                <a:spcPts val="0"/>
              </a:spcBef>
              <a:buSzPct val="100000"/>
              <a:buFont typeface="Arial"/>
              <a:buNone/>
            </a:pPr>
            <a:r>
              <a:rPr lang="en-US" sz="902" noProof="0" dirty="0">
                <a:solidFill>
                  <a:schemeClr val="bg1"/>
                </a:solidFill>
              </a:rPr>
              <a:t>Presentation title</a:t>
            </a:r>
            <a:br>
              <a:rPr lang="en-US" sz="902" noProof="0" dirty="0">
                <a:solidFill>
                  <a:schemeClr val="bg1"/>
                </a:solidFill>
              </a:rPr>
            </a:br>
            <a:r>
              <a:rPr lang="en-US" sz="902" noProof="0" dirty="0">
                <a:solidFill>
                  <a:schemeClr val="bg1"/>
                </a:solidFill>
              </a:rPr>
              <a:t>[To edit, click View &gt; Slide Master &gt; Slide Master]</a:t>
            </a:r>
          </a:p>
        </p:txBody>
      </p:sp>
      <p:sp>
        <p:nvSpPr>
          <p:cNvPr id="14" name="TextBox 13"/>
          <p:cNvSpPr txBox="1"/>
          <p:nvPr userDrawn="1"/>
        </p:nvSpPr>
        <p:spPr>
          <a:xfrm>
            <a:off x="553188" y="7142695"/>
            <a:ext cx="5905327" cy="138821"/>
          </a:xfrm>
          <a:prstGeom prst="rect">
            <a:avLst/>
          </a:prstGeom>
          <a:noFill/>
        </p:spPr>
        <p:txBody>
          <a:bodyPr wrap="square" lIns="0" tIns="0" rIns="0" bIns="0" rtlCol="0">
            <a:spAutoFit/>
          </a:bodyPr>
          <a:lstStyle/>
          <a:p>
            <a:pPr marL="0" indent="0">
              <a:spcBef>
                <a:spcPts val="833"/>
              </a:spcBef>
              <a:buSzPct val="100000"/>
              <a:buFont typeface="Arial"/>
              <a:buNone/>
            </a:pPr>
            <a:r>
              <a:rPr lang="fr-FR" sz="902" noProof="0" dirty="0">
                <a:solidFill>
                  <a:schemeClr val="bg1"/>
                </a:solidFill>
              </a:rPr>
              <a:t>© 2024 Deloitte Touche Tohmatsu India LLP</a:t>
            </a:r>
          </a:p>
        </p:txBody>
      </p:sp>
      <p:sp>
        <p:nvSpPr>
          <p:cNvPr id="15" name="TextBox 14"/>
          <p:cNvSpPr txBox="1"/>
          <p:nvPr userDrawn="1"/>
        </p:nvSpPr>
        <p:spPr>
          <a:xfrm>
            <a:off x="12551739" y="7142695"/>
            <a:ext cx="339614" cy="138821"/>
          </a:xfrm>
          <a:prstGeom prst="rect">
            <a:avLst/>
          </a:prstGeom>
          <a:noFill/>
        </p:spPr>
        <p:txBody>
          <a:bodyPr wrap="square" lIns="0" tIns="0" rIns="0" bIns="0" rtlCol="0">
            <a:spAutoFit/>
          </a:bodyPr>
          <a:lstStyle/>
          <a:p>
            <a:pPr marL="0" indent="0" algn="r">
              <a:spcBef>
                <a:spcPts val="833"/>
              </a:spcBef>
              <a:buSzPct val="100000"/>
              <a:buFont typeface="Arial"/>
              <a:buNone/>
            </a:pPr>
            <a:fld id="{C58DF478-B544-4ED8-9ED4-6A2648E2D233}" type="slidenum">
              <a:rPr lang="en-US" sz="902" noProof="0" smtClean="0">
                <a:solidFill>
                  <a:schemeClr val="bg1"/>
                </a:solidFill>
              </a:rPr>
              <a:pPr marL="0" indent="0" algn="r">
                <a:spcBef>
                  <a:spcPts val="833"/>
                </a:spcBef>
                <a:buSzPct val="100000"/>
                <a:buFont typeface="Arial"/>
                <a:buNone/>
              </a:pPr>
              <a:t>‹#›</a:t>
            </a:fld>
            <a:endParaRPr lang="en-US" sz="902" noProof="0" dirty="0">
              <a:solidFill>
                <a:schemeClr val="bg1"/>
              </a:solidFill>
            </a:endParaRPr>
          </a:p>
        </p:txBody>
      </p:sp>
    </p:spTree>
    <p:extLst>
      <p:ext uri="{BB962C8B-B14F-4D97-AF65-F5344CB8AC3E}">
        <p14:creationId xmlns:p14="http://schemas.microsoft.com/office/powerpoint/2010/main" val="4044370876"/>
      </p:ext>
    </p:extLst>
  </p:cSld>
  <p:clrMapOvr>
    <a:masterClrMapping/>
  </p:clrMapOvr>
  <p:transition>
    <p:fade/>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_Title, subtitle, 1 column text with charts">
    <p:spTree>
      <p:nvGrpSpPr>
        <p:cNvPr id="1" name=""/>
        <p:cNvGrpSpPr/>
        <p:nvPr/>
      </p:nvGrpSpPr>
      <p:grpSpPr>
        <a:xfrm>
          <a:off x="0" y="0"/>
          <a:ext cx="0" cy="0"/>
          <a:chOff x="0" y="0"/>
          <a:chExt cx="0" cy="0"/>
        </a:xfrm>
      </p:grpSpPr>
      <p:sp>
        <p:nvSpPr>
          <p:cNvPr id="8" name="Text Placeholder 8"/>
          <p:cNvSpPr>
            <a:spLocks noGrp="1"/>
          </p:cNvSpPr>
          <p:nvPr>
            <p:ph type="body" sz="quarter" idx="13" hasCustomPrompt="1"/>
          </p:nvPr>
        </p:nvSpPr>
        <p:spPr>
          <a:xfrm>
            <a:off x="553187" y="718571"/>
            <a:ext cx="12338164" cy="835084"/>
          </a:xfrm>
          <a:prstGeom prst="rect">
            <a:avLst/>
          </a:prstGeom>
        </p:spPr>
        <p:txBody>
          <a:bodyPr lIns="0" tIns="0" rIns="0" bIns="0">
            <a:noAutofit/>
          </a:bodyPr>
          <a:lstStyle>
            <a:lvl1pPr marL="0" indent="0">
              <a:buNone/>
              <a:defRPr sz="2516" b="0">
                <a:solidFill>
                  <a:srgbClr val="575757"/>
                </a:solidFill>
              </a:defRPr>
            </a:lvl1pPr>
          </a:lstStyle>
          <a:p>
            <a:pPr lvl="0"/>
            <a:r>
              <a:rPr lang="en-US" noProof="0" dirty="0"/>
              <a:t>Click to add subtitle</a:t>
            </a:r>
          </a:p>
        </p:txBody>
      </p:sp>
      <p:sp>
        <p:nvSpPr>
          <p:cNvPr id="9" name="Title Placeholder 1"/>
          <p:cNvSpPr>
            <a:spLocks noGrp="1"/>
          </p:cNvSpPr>
          <p:nvPr>
            <p:ph type="title" hasCustomPrompt="1"/>
          </p:nvPr>
        </p:nvSpPr>
        <p:spPr>
          <a:xfrm>
            <a:off x="553187" y="350134"/>
            <a:ext cx="12338164" cy="368439"/>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10" name="Text Placeholder 18"/>
          <p:cNvSpPr>
            <a:spLocks noGrp="1"/>
          </p:cNvSpPr>
          <p:nvPr>
            <p:ph idx="1"/>
          </p:nvPr>
        </p:nvSpPr>
        <p:spPr>
          <a:xfrm>
            <a:off x="553189" y="1836446"/>
            <a:ext cx="6169083" cy="520121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4167089491"/>
      </p:ext>
    </p:extLst>
  </p:cSld>
  <p:clrMapOvr>
    <a:masterClrMapping/>
  </p:clrMapOvr>
  <p:transition>
    <p:fade/>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endParaRPr lang="en-US" noProof="0" dirty="0"/>
          </a:p>
        </p:txBody>
      </p:sp>
    </p:spTree>
    <p:extLst>
      <p:ext uri="{BB962C8B-B14F-4D97-AF65-F5344CB8AC3E}">
        <p14:creationId xmlns:p14="http://schemas.microsoft.com/office/powerpoint/2010/main" val="3242278702"/>
      </p:ext>
    </p:extLst>
  </p:cSld>
  <p:clrMapOvr>
    <a:masterClrMapping/>
  </p:clrMapOvr>
  <p:transition>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23936"/>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tags" Target="../tags/tag3.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77" Type="http://schemas.openxmlformats.org/officeDocument/2006/relationships/slideLayout" Target="../slideLayouts/slideLayout77.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80" Type="http://schemas.openxmlformats.org/officeDocument/2006/relationships/slideLayout" Target="../slideLayouts/slideLayout80.xml"/><Relationship Id="rId85" Type="http://schemas.openxmlformats.org/officeDocument/2006/relationships/oleObject" Target="../embeddings/oleObject1.bin"/><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image" Target="../media/image1.emf"/><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7" Type="http://schemas.openxmlformats.org/officeDocument/2006/relationships/slideLayout" Target="../slideLayouts/slideLayout7.xml"/><Relationship Id="rId71" Type="http://schemas.openxmlformats.org/officeDocument/2006/relationships/slideLayout" Target="../slideLayouts/slideLayout71.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61" Type="http://schemas.openxmlformats.org/officeDocument/2006/relationships/slideLayout" Target="../slideLayouts/slideLayout61.xml"/><Relationship Id="rId8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83"/>
            </p:custDataLst>
            <p:extLst>
              <p:ext uri="{D42A27DB-BD31-4B8C-83A1-F6EECF244321}">
                <p14:modId xmlns:p14="http://schemas.microsoft.com/office/powerpoint/2010/main" val="2534094170"/>
              </p:ext>
            </p:extLst>
          </p:nvPr>
        </p:nvGraphicFramePr>
        <p:xfrm>
          <a:off x="2338" y="1752"/>
          <a:ext cx="2333" cy="1750"/>
        </p:xfrm>
        <a:graphic>
          <a:graphicData uri="http://schemas.openxmlformats.org/presentationml/2006/ole">
            <mc:AlternateContent xmlns:mc="http://schemas.openxmlformats.org/markup-compatibility/2006">
              <mc:Choice xmlns:v="urn:schemas-microsoft-com:vml" Requires="v">
                <p:oleObj name="think-cell Slide" r:id="rId85" imgW="270" imgH="270" progId="TCLayout.ActiveDocument.1">
                  <p:embed/>
                </p:oleObj>
              </mc:Choice>
              <mc:Fallback>
                <p:oleObj name="think-cell Slide" r:id="rId85" imgW="270" imgH="270" progId="TCLayout.ActiveDocument.1">
                  <p:embed/>
                  <p:pic>
                    <p:nvPicPr>
                      <p:cNvPr id="4" name="Object 3" hidden="1"/>
                      <p:cNvPicPr/>
                      <p:nvPr/>
                    </p:nvPicPr>
                    <p:blipFill>
                      <a:blip r:embed="rId86"/>
                      <a:stretch>
                        <a:fillRect/>
                      </a:stretch>
                    </p:blipFill>
                    <p:spPr>
                      <a:xfrm>
                        <a:off x="2338" y="1752"/>
                        <a:ext cx="2333" cy="1750"/>
                      </a:xfrm>
                      <a:prstGeom prst="rect">
                        <a:avLst/>
                      </a:prstGeom>
                    </p:spPr>
                  </p:pic>
                </p:oleObj>
              </mc:Fallback>
            </mc:AlternateContent>
          </a:graphicData>
        </a:graphic>
      </p:graphicFrame>
      <p:sp>
        <p:nvSpPr>
          <p:cNvPr id="6" name="Rectangle 5" hidden="1"/>
          <p:cNvSpPr/>
          <p:nvPr userDrawn="1">
            <p:custDataLst>
              <p:tags r:id="rId84"/>
            </p:custDataLst>
          </p:nvPr>
        </p:nvSpPr>
        <p:spPr bwMode="gray">
          <a:xfrm>
            <a:off x="0" y="0"/>
            <a:ext cx="199681" cy="158750"/>
          </a:xfrm>
          <a:prstGeom prst="rect">
            <a:avLst/>
          </a:prstGeom>
          <a:solidFill>
            <a:schemeClr val="accent3"/>
          </a:solidFill>
          <a:ln w="19050" algn="ctr">
            <a:no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buFont typeface="Wingdings 2" pitchFamily="18" charset="2"/>
              <a:buNone/>
            </a:pPr>
            <a:endParaRPr lang="en-US" sz="2516"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Placeholder 1"/>
          <p:cNvSpPr>
            <a:spLocks noGrp="1"/>
          </p:cNvSpPr>
          <p:nvPr>
            <p:ph type="title"/>
          </p:nvPr>
        </p:nvSpPr>
        <p:spPr bwMode="gray">
          <a:xfrm>
            <a:off x="553188" y="350133"/>
            <a:ext cx="12338164" cy="763288"/>
          </a:xfrm>
          <a:prstGeom prst="rect">
            <a:avLst/>
          </a:prstGeom>
        </p:spPr>
        <p:txBody>
          <a:bodyPr vert="horz" lIns="0" tIns="0" rIns="0" bIns="0" rtlCol="0" anchor="t" anchorCtr="0">
            <a:noAutofit/>
          </a:bodyPr>
          <a:lstStyle/>
          <a:p>
            <a:r>
              <a:rPr lang="en-US" noProof="0"/>
              <a:t>Click to edit Master title style</a:t>
            </a:r>
            <a:endParaRPr lang="en-US" noProof="0" dirty="0"/>
          </a:p>
        </p:txBody>
      </p:sp>
      <p:sp>
        <p:nvSpPr>
          <p:cNvPr id="18" name="TextBox 17"/>
          <p:cNvSpPr txBox="1"/>
          <p:nvPr userDrawn="1"/>
        </p:nvSpPr>
        <p:spPr>
          <a:xfrm>
            <a:off x="312029" y="7340908"/>
            <a:ext cx="5905328" cy="221945"/>
          </a:xfrm>
          <a:prstGeom prst="rect">
            <a:avLst/>
          </a:prstGeom>
          <a:noFill/>
        </p:spPr>
        <p:txBody>
          <a:bodyPr wrap="square" lIns="0" tIns="0" rIns="0" bIns="0" rtlCol="0">
            <a:noAutofit/>
          </a:bodyPr>
          <a:lstStyle/>
          <a:p>
            <a:pPr>
              <a:spcBef>
                <a:spcPts val="833"/>
              </a:spcBef>
              <a:buSzPct val="100000"/>
              <a:buFont typeface="Arial"/>
              <a:buNone/>
            </a:pPr>
            <a:r>
              <a:rPr lang="fr-FR" sz="880" dirty="0">
                <a:solidFill>
                  <a:prstClr val="black"/>
                </a:solidFill>
              </a:rPr>
              <a:t>© 2024 Deloitte Touche Tohmatsu India LLP</a:t>
            </a:r>
          </a:p>
        </p:txBody>
      </p:sp>
      <p:sp>
        <p:nvSpPr>
          <p:cNvPr id="19" name="Text Placeholder 18"/>
          <p:cNvSpPr>
            <a:spLocks noGrp="1"/>
          </p:cNvSpPr>
          <p:nvPr>
            <p:ph type="body" idx="1"/>
          </p:nvPr>
        </p:nvSpPr>
        <p:spPr>
          <a:xfrm>
            <a:off x="553187" y="1836447"/>
            <a:ext cx="12338164" cy="5201209"/>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TextBox 2"/>
          <p:cNvSpPr txBox="1"/>
          <p:nvPr userDrawn="1"/>
        </p:nvSpPr>
        <p:spPr>
          <a:xfrm>
            <a:off x="12811445" y="7341569"/>
            <a:ext cx="339614" cy="110308"/>
          </a:xfrm>
          <a:prstGeom prst="rect">
            <a:avLst/>
          </a:prstGeom>
          <a:noFill/>
        </p:spPr>
        <p:txBody>
          <a:bodyPr wrap="square" lIns="0" tIns="0" rIns="0" bIns="0" rtlCol="0">
            <a:noAutofit/>
          </a:bodyPr>
          <a:lstStyle/>
          <a:p>
            <a:pPr algn="r">
              <a:spcBef>
                <a:spcPts val="833"/>
              </a:spcBef>
              <a:buSzPct val="100000"/>
              <a:buFont typeface="Arial"/>
              <a:buNone/>
            </a:pPr>
            <a:fld id="{C58DF478-B544-4ED8-9ED4-6A2648E2D233}" type="slidenum">
              <a:rPr lang="en-US" sz="880" smtClean="0">
                <a:solidFill>
                  <a:prstClr val="black"/>
                </a:solidFill>
              </a:rPr>
              <a:pPr algn="r">
                <a:spcBef>
                  <a:spcPts val="833"/>
                </a:spcBef>
                <a:buSzPct val="100000"/>
                <a:buFont typeface="Arial"/>
                <a:buNone/>
              </a:pPr>
              <a:t>‹#›</a:t>
            </a:fld>
            <a:endParaRPr lang="en-US" sz="880" dirty="0">
              <a:solidFill>
                <a:prstClr val="black"/>
              </a:solidFill>
            </a:endParaRPr>
          </a:p>
        </p:txBody>
      </p:sp>
    </p:spTree>
    <p:extLst>
      <p:ext uri="{BB962C8B-B14F-4D97-AF65-F5344CB8AC3E}">
        <p14:creationId xmlns:p14="http://schemas.microsoft.com/office/powerpoint/2010/main" val="4133178419"/>
      </p:ext>
    </p:extLst>
  </p:cSld>
  <p:clrMap bg1="lt1" tx1="dk1" bg2="lt2" tx2="dk2" accent1="accent1" accent2="accent2" accent3="accent3" accent4="accent4" accent5="accent5" accent6="accent6" hlink="hlink" folHlink="folHlink"/>
  <p:sldLayoutIdLst>
    <p:sldLayoutId id="2147483802" r:id="rId1"/>
    <p:sldLayoutId id="2147483803" r:id="rId2"/>
    <p:sldLayoutId id="2147483804" r:id="rId3"/>
    <p:sldLayoutId id="2147483805" r:id="rId4"/>
    <p:sldLayoutId id="2147483806" r:id="rId5"/>
    <p:sldLayoutId id="2147483807" r:id="rId6"/>
    <p:sldLayoutId id="2147483808" r:id="rId7"/>
    <p:sldLayoutId id="2147483809" r:id="rId8"/>
    <p:sldLayoutId id="2147483810" r:id="rId9"/>
    <p:sldLayoutId id="2147483811" r:id="rId10"/>
    <p:sldLayoutId id="2147483812" r:id="rId11"/>
    <p:sldLayoutId id="2147483813" r:id="rId12"/>
    <p:sldLayoutId id="2147483814" r:id="rId13"/>
    <p:sldLayoutId id="2147483815" r:id="rId14"/>
    <p:sldLayoutId id="2147483816" r:id="rId15"/>
    <p:sldLayoutId id="2147483817" r:id="rId16"/>
    <p:sldLayoutId id="2147483818" r:id="rId17"/>
    <p:sldLayoutId id="2147483819" r:id="rId18"/>
    <p:sldLayoutId id="2147483820" r:id="rId19"/>
    <p:sldLayoutId id="2147483821" r:id="rId20"/>
    <p:sldLayoutId id="2147483822" r:id="rId21"/>
    <p:sldLayoutId id="2147483823" r:id="rId22"/>
    <p:sldLayoutId id="2147483824" r:id="rId23"/>
    <p:sldLayoutId id="2147483825" r:id="rId24"/>
    <p:sldLayoutId id="2147483826" r:id="rId25"/>
    <p:sldLayoutId id="2147483827" r:id="rId26"/>
    <p:sldLayoutId id="2147483828" r:id="rId27"/>
    <p:sldLayoutId id="2147483829" r:id="rId28"/>
    <p:sldLayoutId id="2147483830" r:id="rId29"/>
    <p:sldLayoutId id="2147483831" r:id="rId30"/>
    <p:sldLayoutId id="2147483832" r:id="rId31"/>
    <p:sldLayoutId id="2147483833" r:id="rId32"/>
    <p:sldLayoutId id="2147483834" r:id="rId33"/>
    <p:sldLayoutId id="2147483835" r:id="rId34"/>
    <p:sldLayoutId id="2147483836" r:id="rId35"/>
    <p:sldLayoutId id="2147483837" r:id="rId36"/>
    <p:sldLayoutId id="2147483838" r:id="rId37"/>
    <p:sldLayoutId id="2147483839" r:id="rId38"/>
    <p:sldLayoutId id="2147483840" r:id="rId39"/>
    <p:sldLayoutId id="2147483841" r:id="rId40"/>
    <p:sldLayoutId id="2147483842" r:id="rId41"/>
    <p:sldLayoutId id="2147483701" r:id="rId42"/>
    <p:sldLayoutId id="2147483702" r:id="rId43"/>
    <p:sldLayoutId id="2147483756" r:id="rId44"/>
    <p:sldLayoutId id="2147483755" r:id="rId45"/>
    <p:sldLayoutId id="2147483703" r:id="rId46"/>
    <p:sldLayoutId id="2147483704" r:id="rId47"/>
    <p:sldLayoutId id="2147483705" r:id="rId48"/>
    <p:sldLayoutId id="2147483706" r:id="rId49"/>
    <p:sldLayoutId id="2147483707" r:id="rId50"/>
    <p:sldLayoutId id="2147483713" r:id="rId51"/>
    <p:sldLayoutId id="2147483708" r:id="rId52"/>
    <p:sldLayoutId id="2147483710" r:id="rId53"/>
    <p:sldLayoutId id="2147483754" r:id="rId54"/>
    <p:sldLayoutId id="2147483711" r:id="rId55"/>
    <p:sldLayoutId id="2147483753" r:id="rId56"/>
    <p:sldLayoutId id="2147483679" r:id="rId57"/>
    <p:sldLayoutId id="2147483712" r:id="rId58"/>
    <p:sldLayoutId id="2147483678" r:id="rId59"/>
    <p:sldLayoutId id="2147483681" r:id="rId60"/>
    <p:sldLayoutId id="2147483735" r:id="rId61"/>
    <p:sldLayoutId id="2147483699" r:id="rId62"/>
    <p:sldLayoutId id="2147483714" r:id="rId63"/>
    <p:sldLayoutId id="2147483697" r:id="rId64"/>
    <p:sldLayoutId id="2147483715" r:id="rId65"/>
    <p:sldLayoutId id="2147483716" r:id="rId66"/>
    <p:sldLayoutId id="2147483717" r:id="rId67"/>
    <p:sldLayoutId id="2147483718" r:id="rId68"/>
    <p:sldLayoutId id="2147483728" r:id="rId69"/>
    <p:sldLayoutId id="2147483720" r:id="rId70"/>
    <p:sldLayoutId id="2147483721" r:id="rId71"/>
    <p:sldLayoutId id="2147483722" r:id="rId72"/>
    <p:sldLayoutId id="2147483695" r:id="rId73"/>
    <p:sldLayoutId id="2147483751" r:id="rId74"/>
    <p:sldLayoutId id="2147483724" r:id="rId75"/>
    <p:sldLayoutId id="2147483725" r:id="rId76"/>
    <p:sldLayoutId id="2147483726" r:id="rId77"/>
    <p:sldLayoutId id="2147483727" r:id="rId78"/>
    <p:sldLayoutId id="2147483698" r:id="rId79"/>
    <p:sldLayoutId id="2147483752" r:id="rId80"/>
    <p:sldLayoutId id="2147483696" r:id="rId81"/>
  </p:sldLayoutIdLst>
  <p:transition>
    <p:fade/>
  </p:transition>
  <p:hf hdr="0" dt="0"/>
  <p:txStyles>
    <p:titleStyle>
      <a:lvl1pPr algn="l" defTabSz="1268366" rtl="0" eaLnBrk="1" latinLnBrk="0" hangingPunct="1">
        <a:spcBef>
          <a:spcPct val="0"/>
        </a:spcBef>
        <a:buNone/>
        <a:defRPr sz="2516" kern="1200">
          <a:solidFill>
            <a:schemeClr val="tx1"/>
          </a:solidFill>
          <a:latin typeface="+mj-lt"/>
          <a:ea typeface="+mj-ea"/>
          <a:cs typeface="+mj-cs"/>
        </a:defRPr>
      </a:lvl1pPr>
    </p:titleStyle>
    <p:bodyStyle>
      <a:lvl1pPr marL="0" indent="0" algn="l" defTabSz="1268366" rtl="0" eaLnBrk="1" latinLnBrk="0" hangingPunct="1">
        <a:spcBef>
          <a:spcPts val="0"/>
        </a:spcBef>
        <a:spcAft>
          <a:spcPts val="1387"/>
        </a:spcAft>
        <a:buSzPct val="100000"/>
        <a:buFont typeface="Arial" panose="020B0604020202020204" pitchFamily="34" charset="0"/>
        <a:buNone/>
        <a:defRPr sz="1258" b="0" kern="1200">
          <a:solidFill>
            <a:schemeClr val="tx1"/>
          </a:solidFill>
          <a:latin typeface="+mn-lt"/>
          <a:ea typeface="+mn-ea"/>
          <a:cs typeface="+mn-cs"/>
        </a:defRPr>
      </a:lvl1pPr>
      <a:lvl2pPr marL="0" indent="0" algn="l" defTabSz="1268366" rtl="0" eaLnBrk="1" latinLnBrk="0" hangingPunct="1">
        <a:spcBef>
          <a:spcPts val="0"/>
        </a:spcBef>
        <a:spcAft>
          <a:spcPts val="1387"/>
        </a:spcAft>
        <a:buClrTx/>
        <a:buSzPct val="100000"/>
        <a:buFont typeface="Arial"/>
        <a:buNone/>
        <a:defRPr lang="en-US" sz="1258" b="1" kern="1200" dirty="0" smtClean="0">
          <a:solidFill>
            <a:schemeClr val="tx1"/>
          </a:solidFill>
          <a:latin typeface="+mn-lt"/>
          <a:ea typeface="+mn-ea"/>
          <a:cs typeface="+mn-cs"/>
        </a:defRPr>
      </a:lvl2pPr>
      <a:lvl3pPr marL="244685" indent="-244685" algn="l" defTabSz="1268366" rtl="0" eaLnBrk="1" latinLnBrk="0" hangingPunct="1">
        <a:spcBef>
          <a:spcPts val="0"/>
        </a:spcBef>
        <a:spcAft>
          <a:spcPts val="1387"/>
        </a:spcAft>
        <a:buClrTx/>
        <a:buSzPct val="100000"/>
        <a:buFont typeface="Arial" panose="020B0604020202020204" pitchFamily="34" charset="0"/>
        <a:buChar char="•"/>
        <a:defRPr lang="en-US" sz="1258" kern="1200" dirty="0" smtClean="0">
          <a:solidFill>
            <a:schemeClr val="tx1"/>
          </a:solidFill>
          <a:latin typeface="+mn-lt"/>
          <a:ea typeface="+mn-ea"/>
          <a:cs typeface="+mn-cs"/>
        </a:defRPr>
      </a:lvl3pPr>
      <a:lvl4pPr marL="494363" indent="-244685" algn="l" defTabSz="1268366" rtl="0" eaLnBrk="1" latinLnBrk="0" hangingPunct="1">
        <a:spcBef>
          <a:spcPts val="0"/>
        </a:spcBef>
        <a:spcAft>
          <a:spcPts val="1387"/>
        </a:spcAft>
        <a:buClrTx/>
        <a:buSzPct val="100000"/>
        <a:buFont typeface="Verdana" panose="020B0604030504040204" pitchFamily="34" charset="0"/>
        <a:buChar char="−"/>
        <a:defRPr lang="en-US" sz="1258" kern="1200" baseline="0" dirty="0" smtClean="0">
          <a:solidFill>
            <a:schemeClr val="tx1"/>
          </a:solidFill>
          <a:latin typeface="+mn-lt"/>
          <a:ea typeface="+mn-ea"/>
          <a:cs typeface="+mn-cs"/>
        </a:defRPr>
      </a:lvl4pPr>
      <a:lvl5pPr marL="739048" indent="-244685" algn="l" defTabSz="1107619" rtl="0" eaLnBrk="1" latinLnBrk="0" hangingPunct="1">
        <a:spcBef>
          <a:spcPts val="0"/>
        </a:spcBef>
        <a:spcAft>
          <a:spcPts val="1387"/>
        </a:spcAft>
        <a:buClrTx/>
        <a:buSzPct val="100000"/>
        <a:buFont typeface="Verdana" panose="020B0604030504040204" pitchFamily="34" charset="0"/>
        <a:buChar char="−"/>
        <a:tabLst/>
        <a:defRPr lang="en-US" sz="1258" kern="1200" baseline="0" dirty="0" smtClean="0">
          <a:solidFill>
            <a:schemeClr val="tx1"/>
          </a:solidFill>
          <a:latin typeface="+mn-lt"/>
          <a:ea typeface="+mn-ea"/>
          <a:cs typeface="+mn-cs"/>
        </a:defRPr>
      </a:lvl5pPr>
      <a:lvl6pPr marL="739048" indent="-244685" algn="l" defTabSz="1268366" rtl="0" eaLnBrk="1" latinLnBrk="0" hangingPunct="1">
        <a:spcBef>
          <a:spcPts val="0"/>
        </a:spcBef>
        <a:spcAft>
          <a:spcPts val="1387"/>
        </a:spcAft>
        <a:buFont typeface="Verdana" panose="020B0604030504040204" pitchFamily="34" charset="0"/>
        <a:buChar char="−"/>
        <a:defRPr sz="1664" kern="1200" baseline="0">
          <a:solidFill>
            <a:schemeClr val="tx1"/>
          </a:solidFill>
          <a:latin typeface="+mn-lt"/>
          <a:ea typeface="+mn-ea"/>
          <a:cs typeface="+mn-cs"/>
        </a:defRPr>
      </a:lvl6pPr>
      <a:lvl7pPr marL="739048" indent="-244685" algn="l" defTabSz="1268366" rtl="0" eaLnBrk="1" latinLnBrk="0" hangingPunct="1">
        <a:spcBef>
          <a:spcPts val="0"/>
        </a:spcBef>
        <a:spcAft>
          <a:spcPts val="1387"/>
        </a:spcAft>
        <a:buFont typeface="Verdana" panose="020B0604030504040204" pitchFamily="34" charset="0"/>
        <a:buChar char="−"/>
        <a:defRPr sz="1664" kern="1200">
          <a:solidFill>
            <a:schemeClr val="tx1"/>
          </a:solidFill>
          <a:latin typeface="+mn-lt"/>
          <a:ea typeface="+mn-ea"/>
          <a:cs typeface="+mn-cs"/>
        </a:defRPr>
      </a:lvl7pPr>
      <a:lvl8pPr marL="739048" indent="-244685" algn="l" defTabSz="1268366" rtl="0" eaLnBrk="1" latinLnBrk="0" hangingPunct="1">
        <a:spcBef>
          <a:spcPts val="0"/>
        </a:spcBef>
        <a:spcAft>
          <a:spcPts val="1387"/>
        </a:spcAft>
        <a:buFont typeface="Verdana" panose="020B0604030504040204" pitchFamily="34" charset="0"/>
        <a:buChar char="−"/>
        <a:defRPr sz="1664" kern="1200" baseline="0">
          <a:solidFill>
            <a:schemeClr val="tx1"/>
          </a:solidFill>
          <a:latin typeface="+mn-lt"/>
          <a:ea typeface="+mn-ea"/>
          <a:cs typeface="+mn-cs"/>
        </a:defRPr>
      </a:lvl8pPr>
      <a:lvl9pPr marL="739048" indent="-244685" algn="l" defTabSz="1268366" rtl="0" eaLnBrk="1" latinLnBrk="0" hangingPunct="1">
        <a:spcBef>
          <a:spcPts val="0"/>
        </a:spcBef>
        <a:spcAft>
          <a:spcPts val="1387"/>
        </a:spcAft>
        <a:buFont typeface="Verdana" panose="020B0604030504040204" pitchFamily="34" charset="0"/>
        <a:buChar char="−"/>
        <a:defRPr sz="1664" kern="1200" baseline="0">
          <a:solidFill>
            <a:schemeClr val="tx1"/>
          </a:solidFill>
          <a:latin typeface="+mn-lt"/>
          <a:ea typeface="+mn-ea"/>
          <a:cs typeface="+mn-cs"/>
        </a:defRPr>
      </a:lvl9pPr>
    </p:bodyStyle>
    <p:otherStyle>
      <a:defPPr>
        <a:defRPr lang="en-US"/>
      </a:defPPr>
      <a:lvl1pPr marL="0" algn="l" defTabSz="1268366" rtl="0" eaLnBrk="1" latinLnBrk="0" hangingPunct="1">
        <a:defRPr sz="2497" kern="1200">
          <a:solidFill>
            <a:schemeClr val="tx1"/>
          </a:solidFill>
          <a:latin typeface="+mn-lt"/>
          <a:ea typeface="+mn-ea"/>
          <a:cs typeface="+mn-cs"/>
        </a:defRPr>
      </a:lvl1pPr>
      <a:lvl2pPr marL="634183" algn="l" defTabSz="1268366" rtl="0" eaLnBrk="1" latinLnBrk="0" hangingPunct="1">
        <a:defRPr sz="2497" kern="1200">
          <a:solidFill>
            <a:schemeClr val="tx1"/>
          </a:solidFill>
          <a:latin typeface="+mn-lt"/>
          <a:ea typeface="+mn-ea"/>
          <a:cs typeface="+mn-cs"/>
        </a:defRPr>
      </a:lvl2pPr>
      <a:lvl3pPr marL="1268366" algn="l" defTabSz="1268366" rtl="0" eaLnBrk="1" latinLnBrk="0" hangingPunct="1">
        <a:defRPr sz="2497" kern="1200">
          <a:solidFill>
            <a:schemeClr val="tx1"/>
          </a:solidFill>
          <a:latin typeface="+mn-lt"/>
          <a:ea typeface="+mn-ea"/>
          <a:cs typeface="+mn-cs"/>
        </a:defRPr>
      </a:lvl3pPr>
      <a:lvl4pPr marL="1902548" algn="l" defTabSz="1268366" rtl="0" eaLnBrk="1" latinLnBrk="0" hangingPunct="1">
        <a:defRPr sz="2497" kern="1200">
          <a:solidFill>
            <a:schemeClr val="tx1"/>
          </a:solidFill>
          <a:latin typeface="+mn-lt"/>
          <a:ea typeface="+mn-ea"/>
          <a:cs typeface="+mn-cs"/>
        </a:defRPr>
      </a:lvl4pPr>
      <a:lvl5pPr marL="2536732" algn="l" defTabSz="1268366" rtl="0" eaLnBrk="1" latinLnBrk="0" hangingPunct="1">
        <a:defRPr sz="2497" kern="1200">
          <a:solidFill>
            <a:schemeClr val="tx1"/>
          </a:solidFill>
          <a:latin typeface="+mn-lt"/>
          <a:ea typeface="+mn-ea"/>
          <a:cs typeface="+mn-cs"/>
        </a:defRPr>
      </a:lvl5pPr>
      <a:lvl6pPr marL="3170915" algn="l" defTabSz="1268366" rtl="0" eaLnBrk="1" latinLnBrk="0" hangingPunct="1">
        <a:defRPr sz="2497" kern="1200">
          <a:solidFill>
            <a:schemeClr val="tx1"/>
          </a:solidFill>
          <a:latin typeface="+mn-lt"/>
          <a:ea typeface="+mn-ea"/>
          <a:cs typeface="+mn-cs"/>
        </a:defRPr>
      </a:lvl6pPr>
      <a:lvl7pPr marL="3805098" algn="l" defTabSz="1268366" rtl="0" eaLnBrk="1" latinLnBrk="0" hangingPunct="1">
        <a:defRPr sz="2497" kern="1200">
          <a:solidFill>
            <a:schemeClr val="tx1"/>
          </a:solidFill>
          <a:latin typeface="+mn-lt"/>
          <a:ea typeface="+mn-ea"/>
          <a:cs typeface="+mn-cs"/>
        </a:defRPr>
      </a:lvl7pPr>
      <a:lvl8pPr marL="4439281" algn="l" defTabSz="1268366" rtl="0" eaLnBrk="1" latinLnBrk="0" hangingPunct="1">
        <a:defRPr sz="2497" kern="1200">
          <a:solidFill>
            <a:schemeClr val="tx1"/>
          </a:solidFill>
          <a:latin typeface="+mn-lt"/>
          <a:ea typeface="+mn-ea"/>
          <a:cs typeface="+mn-cs"/>
        </a:defRPr>
      </a:lvl8pPr>
      <a:lvl9pPr marL="5073463" algn="l" defTabSz="1268366" rtl="0" eaLnBrk="1" latinLnBrk="0" hangingPunct="1">
        <a:defRPr sz="2497"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443" userDrawn="1">
          <p15:clr>
            <a:srgbClr val="F26B43"/>
          </p15:clr>
        </p15:guide>
        <p15:guide id="2" pos="348" userDrawn="1">
          <p15:clr>
            <a:srgbClr val="F26B43"/>
          </p15:clr>
        </p15:guide>
        <p15:guide id="3" pos="8131" userDrawn="1">
          <p15:clr>
            <a:srgbClr val="F26B43"/>
          </p15:clr>
        </p15:guide>
        <p15:guide id="4" orient="horz" pos="219" userDrawn="1">
          <p15:clr>
            <a:srgbClr val="F26B43"/>
          </p15:clr>
        </p15:guide>
        <p15:guide id="5" orient="horz" pos="1152"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4.xml"/><Relationship Id="rId6" Type="http://schemas.openxmlformats.org/officeDocument/2006/relationships/image" Target="../media/image5.jpeg"/><Relationship Id="rId5" Type="http://schemas.openxmlformats.org/officeDocument/2006/relationships/image" Target="../media/image4.emf"/><Relationship Id="rId4" Type="http://schemas.openxmlformats.org/officeDocument/2006/relationships/oleObject" Target="../embeddings/oleObject2.bin"/></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9.xml"/><Relationship Id="rId1" Type="http://schemas.openxmlformats.org/officeDocument/2006/relationships/tags" Target="../tags/tag5.xml"/><Relationship Id="rId4" Type="http://schemas.openxmlformats.org/officeDocument/2006/relationships/image" Target="../media/image4.emf"/></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19.xml"/><Relationship Id="rId1" Type="http://schemas.openxmlformats.org/officeDocument/2006/relationships/tags" Target="../tags/tag6.xml"/><Relationship Id="rId4" Type="http://schemas.openxmlformats.org/officeDocument/2006/relationships/image" Target="../media/image6.emf"/></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19.xml"/><Relationship Id="rId1" Type="http://schemas.openxmlformats.org/officeDocument/2006/relationships/tags" Target="../tags/tag7.xml"/><Relationship Id="rId4" Type="http://schemas.openxmlformats.org/officeDocument/2006/relationships/image" Target="../media/image4.e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19.xml"/><Relationship Id="rId1" Type="http://schemas.openxmlformats.org/officeDocument/2006/relationships/tags" Target="../tags/tag8.xml"/><Relationship Id="rId4" Type="http://schemas.openxmlformats.org/officeDocument/2006/relationships/image" Target="../media/image4.e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19.xml"/><Relationship Id="rId1" Type="http://schemas.openxmlformats.org/officeDocument/2006/relationships/tags" Target="../tags/tag9.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4.e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19.xml"/><Relationship Id="rId1" Type="http://schemas.openxmlformats.org/officeDocument/2006/relationships/tags" Target="../tags/tag10.xml"/><Relationship Id="rId4" Type="http://schemas.openxmlformats.org/officeDocument/2006/relationships/image" Target="../media/image6.e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19.xml"/><Relationship Id="rId1" Type="http://schemas.openxmlformats.org/officeDocument/2006/relationships/tags" Target="../tags/tag11.xml"/><Relationship Id="rId4" Type="http://schemas.openxmlformats.org/officeDocument/2006/relationships/image" Target="../media/image4.emf"/></Relationships>
</file>

<file path=ppt/slides/_rels/slide9.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oleObject" Target="../embeddings/oleObject10.bin"/><Relationship Id="rId7" Type="http://schemas.openxmlformats.org/officeDocument/2006/relationships/image" Target="../media/image11.png"/><Relationship Id="rId2" Type="http://schemas.openxmlformats.org/officeDocument/2006/relationships/slideLayout" Target="../slideLayouts/slideLayout19.xml"/><Relationship Id="rId1" Type="http://schemas.openxmlformats.org/officeDocument/2006/relationships/tags" Target="../tags/tag12.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4.emf"/><Relationship Id="rId9"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19.xml"/><Relationship Id="rId1" Type="http://schemas.openxmlformats.org/officeDocument/2006/relationships/tags" Target="../tags/tag13.xml"/><Relationship Id="rId4" Type="http://schemas.openxmlformats.org/officeDocument/2006/relationships/image" Target="../media/image4.e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19.xml"/><Relationship Id="rId1" Type="http://schemas.openxmlformats.org/officeDocument/2006/relationships/tags" Target="../tags/tag14.xml"/><Relationship Id="rId4" Type="http://schemas.openxmlformats.org/officeDocument/2006/relationships/image" Target="../media/image4.e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19.xml"/><Relationship Id="rId1" Type="http://schemas.openxmlformats.org/officeDocument/2006/relationships/tags" Target="../tags/tag15.xml"/><Relationship Id="rId5" Type="http://schemas.openxmlformats.org/officeDocument/2006/relationships/image" Target="../media/image15.png"/><Relationship Id="rId4" Type="http://schemas.openxmlformats.org/officeDocument/2006/relationships/image" Target="../media/image4.e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19.xml"/><Relationship Id="rId1" Type="http://schemas.openxmlformats.org/officeDocument/2006/relationships/tags" Target="../tags/tag16.xml"/><Relationship Id="rId4" Type="http://schemas.openxmlformats.org/officeDocument/2006/relationships/image" Target="../media/image6.emf"/></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Layout" Target="../slideLayouts/slideLayout19.xml"/><Relationship Id="rId1" Type="http://schemas.openxmlformats.org/officeDocument/2006/relationships/tags" Target="../tags/tag17.xml"/><Relationship Id="rId4" Type="http://schemas.openxmlformats.org/officeDocument/2006/relationships/image" Target="../media/image4.emf"/></Relationships>
</file>

<file path=ppt/slides/_rels/slide15.xml.rels><?xml version="1.0" encoding="UTF-8" standalone="yes"?>
<Relationships xmlns="http://schemas.openxmlformats.org/package/2006/relationships"><Relationship Id="rId8" Type="http://schemas.openxmlformats.org/officeDocument/2006/relationships/image" Target="../media/image19.svg"/><Relationship Id="rId13" Type="http://schemas.openxmlformats.org/officeDocument/2006/relationships/image" Target="../media/image24.png"/><Relationship Id="rId18" Type="http://schemas.openxmlformats.org/officeDocument/2006/relationships/image" Target="../media/image29.svg"/><Relationship Id="rId3" Type="http://schemas.openxmlformats.org/officeDocument/2006/relationships/oleObject" Target="../embeddings/oleObject16.bin"/><Relationship Id="rId7" Type="http://schemas.openxmlformats.org/officeDocument/2006/relationships/image" Target="../media/image18.png"/><Relationship Id="rId12" Type="http://schemas.openxmlformats.org/officeDocument/2006/relationships/image" Target="../media/image23.svg"/><Relationship Id="rId17" Type="http://schemas.openxmlformats.org/officeDocument/2006/relationships/image" Target="../media/image28.png"/><Relationship Id="rId2" Type="http://schemas.openxmlformats.org/officeDocument/2006/relationships/slideLayout" Target="../slideLayouts/slideLayout19.xml"/><Relationship Id="rId16" Type="http://schemas.openxmlformats.org/officeDocument/2006/relationships/image" Target="../media/image27.svg"/><Relationship Id="rId20" Type="http://schemas.openxmlformats.org/officeDocument/2006/relationships/image" Target="../media/image31.svg"/><Relationship Id="rId1" Type="http://schemas.openxmlformats.org/officeDocument/2006/relationships/tags" Target="../tags/tag18.xml"/><Relationship Id="rId6" Type="http://schemas.openxmlformats.org/officeDocument/2006/relationships/image" Target="../media/image17.svg"/><Relationship Id="rId11" Type="http://schemas.openxmlformats.org/officeDocument/2006/relationships/image" Target="../media/image22.png"/><Relationship Id="rId5" Type="http://schemas.openxmlformats.org/officeDocument/2006/relationships/image" Target="../media/image16.png"/><Relationship Id="rId15" Type="http://schemas.openxmlformats.org/officeDocument/2006/relationships/image" Target="../media/image26.png"/><Relationship Id="rId10" Type="http://schemas.openxmlformats.org/officeDocument/2006/relationships/image" Target="../media/image21.svg"/><Relationship Id="rId19" Type="http://schemas.openxmlformats.org/officeDocument/2006/relationships/image" Target="../media/image30.png"/><Relationship Id="rId4" Type="http://schemas.openxmlformats.org/officeDocument/2006/relationships/image" Target="../media/image6.emf"/><Relationship Id="rId9" Type="http://schemas.openxmlformats.org/officeDocument/2006/relationships/image" Target="../media/image20.png"/><Relationship Id="rId14" Type="http://schemas.openxmlformats.org/officeDocument/2006/relationships/image" Target="../media/image25.svg"/></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19.xml"/><Relationship Id="rId1" Type="http://schemas.openxmlformats.org/officeDocument/2006/relationships/tags" Target="../tags/tag19.xml"/><Relationship Id="rId5" Type="http://schemas.openxmlformats.org/officeDocument/2006/relationships/slide" Target="slide54.xml"/><Relationship Id="rId4" Type="http://schemas.openxmlformats.org/officeDocument/2006/relationships/image" Target="../media/image4.e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19.xml"/><Relationship Id="rId1" Type="http://schemas.openxmlformats.org/officeDocument/2006/relationships/tags" Target="../tags/tag20.xml"/><Relationship Id="rId4" Type="http://schemas.openxmlformats.org/officeDocument/2006/relationships/image" Target="../media/image6.emf"/></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19.xml"/><Relationship Id="rId1" Type="http://schemas.openxmlformats.org/officeDocument/2006/relationships/tags" Target="../tags/tag21.xml"/><Relationship Id="rId4" Type="http://schemas.openxmlformats.org/officeDocument/2006/relationships/image" Target="../media/image6.e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19.xml"/><Relationship Id="rId1" Type="http://schemas.openxmlformats.org/officeDocument/2006/relationships/tags" Target="../tags/tag22.xml"/><Relationship Id="rId4" Type="http://schemas.openxmlformats.org/officeDocument/2006/relationships/image" Target="../media/image6.e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19.xml"/><Relationship Id="rId1" Type="http://schemas.openxmlformats.org/officeDocument/2006/relationships/tags" Target="../tags/tag23.xml"/><Relationship Id="rId4" Type="http://schemas.openxmlformats.org/officeDocument/2006/relationships/image" Target="../media/image6.e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19.xml"/><Relationship Id="rId1" Type="http://schemas.openxmlformats.org/officeDocument/2006/relationships/tags" Target="../tags/tag24.xml"/><Relationship Id="rId4" Type="http://schemas.openxmlformats.org/officeDocument/2006/relationships/image" Target="../media/image6.e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19.xml"/><Relationship Id="rId1" Type="http://schemas.openxmlformats.org/officeDocument/2006/relationships/tags" Target="../tags/tag25.xml"/><Relationship Id="rId4" Type="http://schemas.openxmlformats.org/officeDocument/2006/relationships/image" Target="../media/image6.e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Layout" Target="../slideLayouts/slideLayout19.xml"/><Relationship Id="rId1" Type="http://schemas.openxmlformats.org/officeDocument/2006/relationships/tags" Target="../tags/tag26.xml"/><Relationship Id="rId4" Type="http://schemas.openxmlformats.org/officeDocument/2006/relationships/image" Target="../media/image6.e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19.xml"/><Relationship Id="rId1" Type="http://schemas.openxmlformats.org/officeDocument/2006/relationships/tags" Target="../tags/tag27.xml"/><Relationship Id="rId4" Type="http://schemas.openxmlformats.org/officeDocument/2006/relationships/image" Target="../media/image6.e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Layout" Target="../slideLayouts/slideLayout19.xml"/><Relationship Id="rId1" Type="http://schemas.openxmlformats.org/officeDocument/2006/relationships/tags" Target="../tags/tag28.xml"/><Relationship Id="rId4" Type="http://schemas.openxmlformats.org/officeDocument/2006/relationships/image" Target="../media/image6.emf"/></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19.xml"/><Relationship Id="rId1" Type="http://schemas.openxmlformats.org/officeDocument/2006/relationships/tags" Target="../tags/tag29.xml"/><Relationship Id="rId4" Type="http://schemas.openxmlformats.org/officeDocument/2006/relationships/image" Target="../media/image6.emf"/></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19.xml"/><Relationship Id="rId1" Type="http://schemas.openxmlformats.org/officeDocument/2006/relationships/tags" Target="../tags/tag30.xml"/><Relationship Id="rId4" Type="http://schemas.openxmlformats.org/officeDocument/2006/relationships/image" Target="../media/image6.emf"/></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19.xml"/><Relationship Id="rId1" Type="http://schemas.openxmlformats.org/officeDocument/2006/relationships/tags" Target="../tags/tag31.xml"/><Relationship Id="rId4" Type="http://schemas.openxmlformats.org/officeDocument/2006/relationships/image" Target="../media/image6.e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Layout" Target="../slideLayouts/slideLayout19.xml"/><Relationship Id="rId1" Type="http://schemas.openxmlformats.org/officeDocument/2006/relationships/tags" Target="../tags/tag32.xml"/><Relationship Id="rId4" Type="http://schemas.openxmlformats.org/officeDocument/2006/relationships/image" Target="../media/image6.emf"/></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19.xml"/><Relationship Id="rId1" Type="http://schemas.openxmlformats.org/officeDocument/2006/relationships/tags" Target="../tags/tag33.xml"/><Relationship Id="rId4" Type="http://schemas.openxmlformats.org/officeDocument/2006/relationships/image" Target="../media/image6.e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Layout" Target="../slideLayouts/slideLayout19.xml"/><Relationship Id="rId1" Type="http://schemas.openxmlformats.org/officeDocument/2006/relationships/tags" Target="../tags/tag34.xml"/><Relationship Id="rId4" Type="http://schemas.openxmlformats.org/officeDocument/2006/relationships/image" Target="../media/image6.emf"/></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Layout" Target="../slideLayouts/slideLayout19.xml"/><Relationship Id="rId1" Type="http://schemas.openxmlformats.org/officeDocument/2006/relationships/tags" Target="../tags/tag35.xml"/><Relationship Id="rId4" Type="http://schemas.openxmlformats.org/officeDocument/2006/relationships/image" Target="../media/image6.emf"/></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Layout" Target="../slideLayouts/slideLayout19.xml"/><Relationship Id="rId1" Type="http://schemas.openxmlformats.org/officeDocument/2006/relationships/tags" Target="../tags/tag36.xml"/><Relationship Id="rId4" Type="http://schemas.openxmlformats.org/officeDocument/2006/relationships/image" Target="../media/image6.emf"/></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slideLayout" Target="../slideLayouts/slideLayout19.xml"/><Relationship Id="rId1" Type="http://schemas.openxmlformats.org/officeDocument/2006/relationships/tags" Target="../tags/tag37.xml"/><Relationship Id="rId4" Type="http://schemas.openxmlformats.org/officeDocument/2006/relationships/image" Target="../media/image6.emf"/></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Layout" Target="../slideLayouts/slideLayout19.xml"/><Relationship Id="rId1" Type="http://schemas.openxmlformats.org/officeDocument/2006/relationships/tags" Target="../tags/tag38.xml"/><Relationship Id="rId4" Type="http://schemas.openxmlformats.org/officeDocument/2006/relationships/image" Target="../media/image6.emf"/></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Layout" Target="../slideLayouts/slideLayout19.xml"/><Relationship Id="rId1" Type="http://schemas.openxmlformats.org/officeDocument/2006/relationships/tags" Target="../tags/tag39.xml"/><Relationship Id="rId4" Type="http://schemas.openxmlformats.org/officeDocument/2006/relationships/image" Target="../media/image6.emf"/></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Layout" Target="../slideLayouts/slideLayout19.xml"/><Relationship Id="rId1" Type="http://schemas.openxmlformats.org/officeDocument/2006/relationships/tags" Target="../tags/tag40.xml"/><Relationship Id="rId4" Type="http://schemas.openxmlformats.org/officeDocument/2006/relationships/image" Target="../media/image6.emf"/></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Layout" Target="../slideLayouts/slideLayout19.xml"/><Relationship Id="rId1" Type="http://schemas.openxmlformats.org/officeDocument/2006/relationships/tags" Target="../tags/tag41.xml"/><Relationship Id="rId4" Type="http://schemas.openxmlformats.org/officeDocument/2006/relationships/image" Target="../media/image6.emf"/></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40.bin"/><Relationship Id="rId2" Type="http://schemas.openxmlformats.org/officeDocument/2006/relationships/slideLayout" Target="../slideLayouts/slideLayout19.xml"/><Relationship Id="rId1" Type="http://schemas.openxmlformats.org/officeDocument/2006/relationships/tags" Target="../tags/tag42.xml"/><Relationship Id="rId4" Type="http://schemas.openxmlformats.org/officeDocument/2006/relationships/image" Target="../media/image6.emf"/></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slideLayout" Target="../slideLayouts/slideLayout19.xml"/><Relationship Id="rId1" Type="http://schemas.openxmlformats.org/officeDocument/2006/relationships/tags" Target="../tags/tag43.xml"/><Relationship Id="rId4" Type="http://schemas.openxmlformats.org/officeDocument/2006/relationships/image" Target="../media/image6.emf"/></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slideLayout" Target="../slideLayouts/slideLayout19.xml"/><Relationship Id="rId1" Type="http://schemas.openxmlformats.org/officeDocument/2006/relationships/tags" Target="../tags/tag44.xml"/><Relationship Id="rId4" Type="http://schemas.openxmlformats.org/officeDocument/2006/relationships/image" Target="../media/image6.emf"/></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slideLayout" Target="../slideLayouts/slideLayout19.xml"/><Relationship Id="rId1" Type="http://schemas.openxmlformats.org/officeDocument/2006/relationships/tags" Target="../tags/tag45.xml"/><Relationship Id="rId4" Type="http://schemas.openxmlformats.org/officeDocument/2006/relationships/image" Target="../media/image6.emf"/></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44.bin"/><Relationship Id="rId2" Type="http://schemas.openxmlformats.org/officeDocument/2006/relationships/slideLayout" Target="../slideLayouts/slideLayout19.xml"/><Relationship Id="rId1" Type="http://schemas.openxmlformats.org/officeDocument/2006/relationships/tags" Target="../tags/tag46.xml"/><Relationship Id="rId4" Type="http://schemas.openxmlformats.org/officeDocument/2006/relationships/image" Target="../media/image6.emf"/></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slideLayout" Target="../slideLayouts/slideLayout19.xml"/><Relationship Id="rId1" Type="http://schemas.openxmlformats.org/officeDocument/2006/relationships/tags" Target="../tags/tag47.xml"/><Relationship Id="rId4" Type="http://schemas.openxmlformats.org/officeDocument/2006/relationships/image" Target="../media/image6.emf"/></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46.bin"/><Relationship Id="rId2" Type="http://schemas.openxmlformats.org/officeDocument/2006/relationships/slideLayout" Target="../slideLayouts/slideLayout19.xml"/><Relationship Id="rId1" Type="http://schemas.openxmlformats.org/officeDocument/2006/relationships/tags" Target="../tags/tag48.xml"/><Relationship Id="rId4" Type="http://schemas.openxmlformats.org/officeDocument/2006/relationships/image" Target="../media/image6.emf"/></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47.bin"/><Relationship Id="rId2" Type="http://schemas.openxmlformats.org/officeDocument/2006/relationships/slideLayout" Target="../slideLayouts/slideLayout19.xml"/><Relationship Id="rId1" Type="http://schemas.openxmlformats.org/officeDocument/2006/relationships/tags" Target="../tags/tag49.xml"/><Relationship Id="rId4" Type="http://schemas.openxmlformats.org/officeDocument/2006/relationships/image" Target="../media/image6.emf"/></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slideLayout" Target="../slideLayouts/slideLayout19.xml"/><Relationship Id="rId1" Type="http://schemas.openxmlformats.org/officeDocument/2006/relationships/tags" Target="../tags/tag50.xml"/><Relationship Id="rId4" Type="http://schemas.openxmlformats.org/officeDocument/2006/relationships/image" Target="../media/image6.emf"/></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49.bin"/><Relationship Id="rId2" Type="http://schemas.openxmlformats.org/officeDocument/2006/relationships/slideLayout" Target="../slideLayouts/slideLayout19.xml"/><Relationship Id="rId1" Type="http://schemas.openxmlformats.org/officeDocument/2006/relationships/tags" Target="../tags/tag51.xml"/><Relationship Id="rId4" Type="http://schemas.openxmlformats.org/officeDocument/2006/relationships/image" Target="../media/image6.emf"/></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50.bin"/><Relationship Id="rId2" Type="http://schemas.openxmlformats.org/officeDocument/2006/relationships/slideLayout" Target="../slideLayouts/slideLayout19.xml"/><Relationship Id="rId1" Type="http://schemas.openxmlformats.org/officeDocument/2006/relationships/tags" Target="../tags/tag52.xml"/><Relationship Id="rId6" Type="http://schemas.openxmlformats.org/officeDocument/2006/relationships/image" Target="../media/image33.svg"/><Relationship Id="rId5" Type="http://schemas.openxmlformats.org/officeDocument/2006/relationships/image" Target="../media/image32.png"/><Relationship Id="rId4" Type="http://schemas.openxmlformats.org/officeDocument/2006/relationships/image" Target="../media/image6.emf"/></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1.xml"/><Relationship Id="rId1" Type="http://schemas.openxmlformats.org/officeDocument/2006/relationships/tags" Target="../tags/tag53.xml"/><Relationship Id="rId5" Type="http://schemas.openxmlformats.org/officeDocument/2006/relationships/image" Target="../media/image4.emf"/><Relationship Id="rId4" Type="http://schemas.openxmlformats.org/officeDocument/2006/relationships/oleObject" Target="../embeddings/oleObject51.bin"/></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slideLayout" Target="../slideLayouts/slideLayout19.xml"/><Relationship Id="rId1" Type="http://schemas.openxmlformats.org/officeDocument/2006/relationships/tags" Target="../tags/tag54.xml"/><Relationship Id="rId4" Type="http://schemas.openxmlformats.org/officeDocument/2006/relationships/image" Target="../media/image4.emf"/></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53.bin"/><Relationship Id="rId2" Type="http://schemas.openxmlformats.org/officeDocument/2006/relationships/slideLayout" Target="../slideLayouts/slideLayout19.xml"/><Relationship Id="rId1" Type="http://schemas.openxmlformats.org/officeDocument/2006/relationships/tags" Target="../tags/tag55.xml"/><Relationship Id="rId4" Type="http://schemas.openxmlformats.org/officeDocument/2006/relationships/image" Target="../media/image6.emf"/></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54.bin"/><Relationship Id="rId2" Type="http://schemas.openxmlformats.org/officeDocument/2006/relationships/slideLayout" Target="../slideLayouts/slideLayout19.xml"/><Relationship Id="rId1" Type="http://schemas.openxmlformats.org/officeDocument/2006/relationships/tags" Target="../tags/tag56.xml"/><Relationship Id="rId4" Type="http://schemas.openxmlformats.org/officeDocument/2006/relationships/image" Target="../media/image6.emf"/></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55.bin"/><Relationship Id="rId2" Type="http://schemas.openxmlformats.org/officeDocument/2006/relationships/slideLayout" Target="../slideLayouts/slideLayout19.xml"/><Relationship Id="rId1" Type="http://schemas.openxmlformats.org/officeDocument/2006/relationships/tags" Target="../tags/tag57.xml"/><Relationship Id="rId5" Type="http://schemas.openxmlformats.org/officeDocument/2006/relationships/slide" Target="slide16.xml"/><Relationship Id="rId4" Type="http://schemas.openxmlformats.org/officeDocument/2006/relationships/image" Target="../media/image4.emf"/></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56.bin"/><Relationship Id="rId2" Type="http://schemas.openxmlformats.org/officeDocument/2006/relationships/slideLayout" Target="../slideLayouts/slideLayout19.xml"/><Relationship Id="rId1" Type="http://schemas.openxmlformats.org/officeDocument/2006/relationships/tags" Target="../tags/tag58.xml"/><Relationship Id="rId5" Type="http://schemas.openxmlformats.org/officeDocument/2006/relationships/slide" Target="slide16.xml"/><Relationship Id="rId4" Type="http://schemas.openxmlformats.org/officeDocument/2006/relationships/image" Target="../media/image4.emf"/></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57.bin"/><Relationship Id="rId2" Type="http://schemas.openxmlformats.org/officeDocument/2006/relationships/slideLayout" Target="../slideLayouts/slideLayout19.xml"/><Relationship Id="rId1" Type="http://schemas.openxmlformats.org/officeDocument/2006/relationships/tags" Target="../tags/tag59.xml"/><Relationship Id="rId5" Type="http://schemas.openxmlformats.org/officeDocument/2006/relationships/slide" Target="slide16.xml"/><Relationship Id="rId4" Type="http://schemas.openxmlformats.org/officeDocument/2006/relationships/image" Target="../media/image4.emf"/></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58.bin"/><Relationship Id="rId2" Type="http://schemas.openxmlformats.org/officeDocument/2006/relationships/slideLayout" Target="../slideLayouts/slideLayout19.xml"/><Relationship Id="rId1" Type="http://schemas.openxmlformats.org/officeDocument/2006/relationships/tags" Target="../tags/tag60.xml"/><Relationship Id="rId5" Type="http://schemas.openxmlformats.org/officeDocument/2006/relationships/slide" Target="slide16.xml"/><Relationship Id="rId4" Type="http://schemas.openxmlformats.org/officeDocument/2006/relationships/image" Target="../media/image4.emf"/></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59.bin"/><Relationship Id="rId2" Type="http://schemas.openxmlformats.org/officeDocument/2006/relationships/slideLayout" Target="../slideLayouts/slideLayout19.xml"/><Relationship Id="rId1" Type="http://schemas.openxmlformats.org/officeDocument/2006/relationships/tags" Target="../tags/tag61.xml"/><Relationship Id="rId5" Type="http://schemas.openxmlformats.org/officeDocument/2006/relationships/slide" Target="slide16.xml"/><Relationship Id="rId4" Type="http://schemas.openxmlformats.org/officeDocument/2006/relationships/image" Target="../media/image4.emf"/></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60.bin"/><Relationship Id="rId2" Type="http://schemas.openxmlformats.org/officeDocument/2006/relationships/slideLayout" Target="../slideLayouts/slideLayout19.xml"/><Relationship Id="rId1" Type="http://schemas.openxmlformats.org/officeDocument/2006/relationships/tags" Target="../tags/tag62.xml"/><Relationship Id="rId5" Type="http://schemas.openxmlformats.org/officeDocument/2006/relationships/slide" Target="slide16.xml"/><Relationship Id="rId4" Type="http://schemas.openxmlformats.org/officeDocument/2006/relationships/image" Target="../media/image4.emf"/></Relationships>
</file>

<file path=ppt/slides/_rels/slide60.xml.rels><?xml version="1.0" encoding="UTF-8" standalone="yes"?>
<Relationships xmlns="http://schemas.openxmlformats.org/package/2006/relationships"><Relationship Id="rId3" Type="http://schemas.openxmlformats.org/officeDocument/2006/relationships/oleObject" Target="../embeddings/oleObject61.bin"/><Relationship Id="rId2" Type="http://schemas.openxmlformats.org/officeDocument/2006/relationships/slideLayout" Target="../slideLayouts/slideLayout19.xml"/><Relationship Id="rId1" Type="http://schemas.openxmlformats.org/officeDocument/2006/relationships/tags" Target="../tags/tag63.xml"/><Relationship Id="rId5" Type="http://schemas.openxmlformats.org/officeDocument/2006/relationships/slide" Target="slide16.xml"/><Relationship Id="rId4" Type="http://schemas.openxmlformats.org/officeDocument/2006/relationships/image" Target="../media/image4.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
            </p:custDataLst>
            <p:extLst>
              <p:ext uri="{D42A27DB-BD31-4B8C-83A1-F6EECF244321}">
                <p14:modId xmlns:p14="http://schemas.microsoft.com/office/powerpoint/2010/main" val="389351226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4" name="Object 3"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Subtitle 1"/>
          <p:cNvSpPr>
            <a:spLocks noGrp="1"/>
          </p:cNvSpPr>
          <p:nvPr>
            <p:ph type="subTitle" idx="1"/>
          </p:nvPr>
        </p:nvSpPr>
        <p:spPr>
          <a:xfrm>
            <a:off x="553187" y="6178180"/>
            <a:ext cx="12284508" cy="557614"/>
          </a:xfrm>
        </p:spPr>
        <p:txBody>
          <a:bodyPr/>
          <a:lstStyle/>
          <a:p>
            <a:pPr algn="just"/>
            <a:r>
              <a:rPr lang="en-US" dirty="0"/>
              <a:t>Consulting Services for Embedded Advisors for Electricity Regulatory Commission (ERC) under Electricity Transmission Project (Power Sector Technical Assistance Activity) in Nepal</a:t>
            </a:r>
            <a:endParaRPr lang="en-IN" dirty="0"/>
          </a:p>
        </p:txBody>
      </p:sp>
      <p:sp>
        <p:nvSpPr>
          <p:cNvPr id="5" name="Text Placeholder 4"/>
          <p:cNvSpPr>
            <a:spLocks noGrp="1"/>
          </p:cNvSpPr>
          <p:nvPr>
            <p:ph type="body" sz="quarter" idx="10"/>
          </p:nvPr>
        </p:nvSpPr>
        <p:spPr/>
        <p:txBody>
          <a:bodyPr/>
          <a:lstStyle/>
          <a:p>
            <a:r>
              <a:rPr lang="en-US" sz="1384" dirty="0">
                <a:cs typeface="Arial" panose="020B0604020202020204" pitchFamily="34" charset="0"/>
              </a:rPr>
              <a:t>20</a:t>
            </a:r>
            <a:r>
              <a:rPr lang="en-US" sz="1384" baseline="30000" dirty="0">
                <a:cs typeface="Arial" panose="020B0604020202020204" pitchFamily="34" charset="0"/>
              </a:rPr>
              <a:t>th</a:t>
            </a:r>
            <a:r>
              <a:rPr lang="en-US" sz="1384" dirty="0">
                <a:cs typeface="Arial" panose="020B0604020202020204" pitchFamily="34" charset="0"/>
              </a:rPr>
              <a:t> September 2024</a:t>
            </a:r>
          </a:p>
        </p:txBody>
      </p:sp>
      <p:pic>
        <p:nvPicPr>
          <p:cNvPr id="8" name="Picture 7"/>
          <p:cNvPicPr/>
          <p:nvPr/>
        </p:nvPicPr>
        <p:blipFill>
          <a:blip r:embed="rId6" cstate="print">
            <a:extLst>
              <a:ext uri="{28A0092B-C50C-407E-A947-70E740481C1C}">
                <a14:useLocalDpi xmlns:a14="http://schemas.microsoft.com/office/drawing/2010/main" val="0"/>
              </a:ext>
            </a:extLst>
          </a:blip>
          <a:stretch>
            <a:fillRect/>
          </a:stretch>
        </p:blipFill>
        <p:spPr bwMode="auto">
          <a:xfrm>
            <a:off x="3701337" y="1101973"/>
            <a:ext cx="6041863" cy="3999417"/>
          </a:xfrm>
          <a:prstGeom prst="rect">
            <a:avLst/>
          </a:prstGeom>
          <a:noFill/>
          <a:ln>
            <a:noFill/>
          </a:ln>
        </p:spPr>
      </p:pic>
    </p:spTree>
    <p:extLst>
      <p:ext uri="{BB962C8B-B14F-4D97-AF65-F5344CB8AC3E}">
        <p14:creationId xmlns:p14="http://schemas.microsoft.com/office/powerpoint/2010/main" val="861957290"/>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extLst>
              <p:ext uri="{D42A27DB-BD31-4B8C-83A1-F6EECF244321}">
                <p14:modId xmlns:p14="http://schemas.microsoft.com/office/powerpoint/2010/main" val="512008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6" name="Object 5"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p:cNvSpPr>
            <a:spLocks noGrp="1"/>
          </p:cNvSpPr>
          <p:nvPr>
            <p:ph type="title"/>
          </p:nvPr>
        </p:nvSpPr>
        <p:spPr/>
        <p:txBody>
          <a:bodyPr vert="horz"/>
          <a:lstStyle/>
          <a:p>
            <a:r>
              <a:rPr lang="en-IN" dirty="0"/>
              <a:t>CONTENTS</a:t>
            </a:r>
          </a:p>
        </p:txBody>
      </p:sp>
      <p:graphicFrame>
        <p:nvGraphicFramePr>
          <p:cNvPr id="17" name="Table 16">
            <a:extLst>
              <a:ext uri="{FF2B5EF4-FFF2-40B4-BE49-F238E27FC236}">
                <a16:creationId xmlns:a16="http://schemas.microsoft.com/office/drawing/2014/main" id="{B87C946D-6B83-D32A-FEF0-61E414C3F0D6}"/>
              </a:ext>
            </a:extLst>
          </p:cNvPr>
          <p:cNvGraphicFramePr>
            <a:graphicFrameLocks noGrp="1"/>
          </p:cNvGraphicFramePr>
          <p:nvPr>
            <p:extLst>
              <p:ext uri="{D42A27DB-BD31-4B8C-83A1-F6EECF244321}">
                <p14:modId xmlns:p14="http://schemas.microsoft.com/office/powerpoint/2010/main" val="3351792525"/>
              </p:ext>
            </p:extLst>
          </p:nvPr>
        </p:nvGraphicFramePr>
        <p:xfrm>
          <a:off x="953376" y="1515646"/>
          <a:ext cx="11800098" cy="3645906"/>
        </p:xfrm>
        <a:graphic>
          <a:graphicData uri="http://schemas.openxmlformats.org/drawingml/2006/table">
            <a:tbl>
              <a:tblPr firstRow="1" bandRow="1">
                <a:tableStyleId>{5C22544A-7EE6-4342-B048-85BDC9FD1C3A}</a:tableStyleId>
              </a:tblPr>
              <a:tblGrid>
                <a:gridCol w="1176213">
                  <a:extLst>
                    <a:ext uri="{9D8B030D-6E8A-4147-A177-3AD203B41FA5}">
                      <a16:colId xmlns:a16="http://schemas.microsoft.com/office/drawing/2014/main" val="1296700156"/>
                    </a:ext>
                  </a:extLst>
                </a:gridCol>
                <a:gridCol w="7218947">
                  <a:extLst>
                    <a:ext uri="{9D8B030D-6E8A-4147-A177-3AD203B41FA5}">
                      <a16:colId xmlns:a16="http://schemas.microsoft.com/office/drawing/2014/main" val="3165553276"/>
                    </a:ext>
                  </a:extLst>
                </a:gridCol>
                <a:gridCol w="3404938">
                  <a:extLst>
                    <a:ext uri="{9D8B030D-6E8A-4147-A177-3AD203B41FA5}">
                      <a16:colId xmlns:a16="http://schemas.microsoft.com/office/drawing/2014/main" val="1999809060"/>
                    </a:ext>
                  </a:extLst>
                </a:gridCol>
              </a:tblGrid>
              <a:tr h="607651">
                <a:tc>
                  <a:txBody>
                    <a:bodyPr/>
                    <a:lstStyle/>
                    <a:p>
                      <a:pPr algn="ctr"/>
                      <a:r>
                        <a:rPr lang="en-US" sz="2000" dirty="0" err="1">
                          <a:solidFill>
                            <a:srgbClr val="004F59"/>
                          </a:solidFill>
                        </a:rPr>
                        <a:t>Sl</a:t>
                      </a:r>
                      <a:r>
                        <a:rPr lang="en-US" sz="2000" dirty="0">
                          <a:solidFill>
                            <a:srgbClr val="004F59"/>
                          </a:solidFill>
                        </a:rPr>
                        <a:t> No</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2117725" indent="0" algn="l"/>
                      <a:r>
                        <a:rPr lang="en-US" sz="2000" dirty="0">
                          <a:solidFill>
                            <a:srgbClr val="004F59"/>
                          </a:solidFill>
                        </a:rPr>
                        <a:t>Coverage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2000" dirty="0">
                          <a:solidFill>
                            <a:srgbClr val="004F59"/>
                          </a:solidFill>
                        </a:rPr>
                        <a:t>Slide No</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81488209"/>
                  </a:ext>
                </a:extLst>
              </a:tr>
              <a:tr h="607651">
                <a:tc>
                  <a:txBody>
                    <a:bodyPr/>
                    <a:lstStyle/>
                    <a:p>
                      <a:pPr algn="ctr"/>
                      <a:endParaRPr lang="en-US" sz="1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800" i="1" dirty="0">
                          <a:solidFill>
                            <a:schemeClr val="tx1"/>
                          </a:solidFill>
                        </a:rPr>
                        <a:t>KEY OBJECTIVES &amp; SUPPORT AREAS IDENTIFIED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800" dirty="0">
                          <a:solidFill>
                            <a:schemeClr val="tx1"/>
                          </a:solidFill>
                        </a:rPr>
                        <a:t>3</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65597457"/>
                  </a:ext>
                </a:extLst>
              </a:tr>
              <a:tr h="607651">
                <a:tc>
                  <a:txBody>
                    <a:bodyPr/>
                    <a:lstStyle/>
                    <a:p>
                      <a:pPr algn="ctr"/>
                      <a:endParaRPr lang="en-US" sz="1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800" i="1" dirty="0">
                          <a:solidFill>
                            <a:schemeClr val="tx1"/>
                          </a:solidFill>
                        </a:rPr>
                        <a:t>ERC FIVE YEAR ROADMAP</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800" dirty="0">
                          <a:solidFill>
                            <a:schemeClr val="tx1"/>
                          </a:solidFill>
                        </a:rPr>
                        <a:t>7</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52309970"/>
                  </a:ext>
                </a:extLst>
              </a:tr>
              <a:tr h="607651">
                <a:tc>
                  <a:txBody>
                    <a:bodyPr/>
                    <a:lstStyle/>
                    <a:p>
                      <a:pPr algn="ctr"/>
                      <a:endParaRPr lang="en-US" sz="1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800" i="1" dirty="0">
                          <a:solidFill>
                            <a:schemeClr val="tx1"/>
                          </a:solidFill>
                        </a:rPr>
                        <a:t>STATUS UPDATE ON INCEPTION REPORT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800" dirty="0">
                          <a:solidFill>
                            <a:schemeClr val="tx1"/>
                          </a:solidFill>
                        </a:rPr>
                        <a:t>13</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15484723"/>
                  </a:ext>
                </a:extLst>
              </a:tr>
              <a:tr h="607651">
                <a:tc>
                  <a:txBody>
                    <a:bodyPr/>
                    <a:lstStyle/>
                    <a:p>
                      <a:pPr algn="ctr"/>
                      <a:endParaRPr lang="en-US" sz="1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800" i="1" dirty="0">
                          <a:solidFill>
                            <a:schemeClr val="tx1"/>
                          </a:solidFill>
                        </a:rPr>
                        <a:t>ASSOCIATED TASKS AND ACTIVITIES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800" dirty="0">
                          <a:solidFill>
                            <a:schemeClr val="tx1"/>
                          </a:solidFill>
                        </a:rPr>
                        <a:t>18</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5094469"/>
                  </a:ext>
                </a:extLst>
              </a:tr>
              <a:tr h="607651">
                <a:tc>
                  <a:txBody>
                    <a:bodyPr/>
                    <a:lstStyle/>
                    <a:p>
                      <a:pPr algn="ctr"/>
                      <a:endParaRPr lang="en-US" sz="1800" dirty="0">
                        <a:solidFill>
                          <a:schemeClr val="tx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l"/>
                      <a:r>
                        <a:rPr lang="en-US" sz="1800" i="1" dirty="0">
                          <a:solidFill>
                            <a:schemeClr val="tx1"/>
                          </a:solidFill>
                        </a:rPr>
                        <a:t>OTHER DISCUSSION POINTS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800" dirty="0">
                          <a:solidFill>
                            <a:schemeClr val="tx1"/>
                          </a:solidFill>
                        </a:rPr>
                        <a:t>49</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44180417"/>
                  </a:ext>
                </a:extLst>
              </a:tr>
            </a:tbl>
          </a:graphicData>
        </a:graphic>
      </p:graphicFrame>
      <p:sp>
        <p:nvSpPr>
          <p:cNvPr id="19" name="Oval 18">
            <a:extLst>
              <a:ext uri="{FF2B5EF4-FFF2-40B4-BE49-F238E27FC236}">
                <a16:creationId xmlns:a16="http://schemas.microsoft.com/office/drawing/2014/main" id="{EDFA506B-1EB9-0A77-1683-7DA860A7F3F5}"/>
              </a:ext>
            </a:extLst>
          </p:cNvPr>
          <p:cNvSpPr/>
          <p:nvPr/>
        </p:nvSpPr>
        <p:spPr bwMode="gray">
          <a:xfrm>
            <a:off x="1311441" y="2201782"/>
            <a:ext cx="469231" cy="481263"/>
          </a:xfrm>
          <a:prstGeom prst="ellipse">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rPr>
              <a:t>1</a:t>
            </a:r>
          </a:p>
        </p:txBody>
      </p:sp>
      <p:sp>
        <p:nvSpPr>
          <p:cNvPr id="21" name="Oval 20">
            <a:extLst>
              <a:ext uri="{FF2B5EF4-FFF2-40B4-BE49-F238E27FC236}">
                <a16:creationId xmlns:a16="http://schemas.microsoft.com/office/drawing/2014/main" id="{01DE0457-E718-ED6E-E33E-41CDB519281F}"/>
              </a:ext>
            </a:extLst>
          </p:cNvPr>
          <p:cNvSpPr/>
          <p:nvPr/>
        </p:nvSpPr>
        <p:spPr bwMode="gray">
          <a:xfrm>
            <a:off x="1323471" y="2797178"/>
            <a:ext cx="469231" cy="481263"/>
          </a:xfrm>
          <a:prstGeom prst="ellipse">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rPr>
              <a:t>2</a:t>
            </a:r>
          </a:p>
        </p:txBody>
      </p:sp>
      <p:sp>
        <p:nvSpPr>
          <p:cNvPr id="22" name="Oval 21">
            <a:extLst>
              <a:ext uri="{FF2B5EF4-FFF2-40B4-BE49-F238E27FC236}">
                <a16:creationId xmlns:a16="http://schemas.microsoft.com/office/drawing/2014/main" id="{901E0EDE-5309-B817-E024-7BB9075A5578}"/>
              </a:ext>
            </a:extLst>
          </p:cNvPr>
          <p:cNvSpPr/>
          <p:nvPr/>
        </p:nvSpPr>
        <p:spPr bwMode="gray">
          <a:xfrm>
            <a:off x="1323471" y="3429003"/>
            <a:ext cx="469231" cy="481263"/>
          </a:xfrm>
          <a:prstGeom prst="ellipse">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rPr>
              <a:t>3</a:t>
            </a:r>
          </a:p>
        </p:txBody>
      </p:sp>
      <p:sp>
        <p:nvSpPr>
          <p:cNvPr id="23" name="Oval 22">
            <a:extLst>
              <a:ext uri="{FF2B5EF4-FFF2-40B4-BE49-F238E27FC236}">
                <a16:creationId xmlns:a16="http://schemas.microsoft.com/office/drawing/2014/main" id="{E9DBD185-D6C9-4407-23C3-55F9C2382D2E}"/>
              </a:ext>
            </a:extLst>
          </p:cNvPr>
          <p:cNvSpPr/>
          <p:nvPr/>
        </p:nvSpPr>
        <p:spPr bwMode="gray">
          <a:xfrm>
            <a:off x="1311440" y="4009508"/>
            <a:ext cx="469231" cy="481263"/>
          </a:xfrm>
          <a:prstGeom prst="ellipse">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rPr>
              <a:t>4</a:t>
            </a:r>
          </a:p>
        </p:txBody>
      </p:sp>
      <p:sp>
        <p:nvSpPr>
          <p:cNvPr id="24" name="Oval 23">
            <a:extLst>
              <a:ext uri="{FF2B5EF4-FFF2-40B4-BE49-F238E27FC236}">
                <a16:creationId xmlns:a16="http://schemas.microsoft.com/office/drawing/2014/main" id="{50281E17-63DA-FD26-68C1-19E5FE1BF45D}"/>
              </a:ext>
            </a:extLst>
          </p:cNvPr>
          <p:cNvSpPr/>
          <p:nvPr/>
        </p:nvSpPr>
        <p:spPr bwMode="gray">
          <a:xfrm>
            <a:off x="1323470" y="4641334"/>
            <a:ext cx="469231" cy="481263"/>
          </a:xfrm>
          <a:prstGeom prst="ellipse">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rPr>
              <a:t>5</a:t>
            </a:r>
          </a:p>
        </p:txBody>
      </p:sp>
    </p:spTree>
    <p:extLst>
      <p:ext uri="{BB962C8B-B14F-4D97-AF65-F5344CB8AC3E}">
        <p14:creationId xmlns:p14="http://schemas.microsoft.com/office/powerpoint/2010/main" val="583136869"/>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B0F0"/>
        </a:solidFill>
        <a:effectLst/>
      </p:bgPr>
    </p:bg>
    <p:spTree>
      <p:nvGrpSpPr>
        <p:cNvPr id="1" name="">
          <a:extLst>
            <a:ext uri="{FF2B5EF4-FFF2-40B4-BE49-F238E27FC236}">
              <a16:creationId xmlns:a16="http://schemas.microsoft.com/office/drawing/2014/main" id="{78719962-553B-D9BE-042C-4A0B128200CE}"/>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4592004E-04CC-AA6A-B037-7726451D1CF8}"/>
              </a:ext>
            </a:extLst>
          </p:cNvPr>
          <p:cNvGraphicFramePr>
            <a:graphicFrameLocks noChangeAspect="1"/>
          </p:cNvGraphicFramePr>
          <p:nvPr>
            <p:custDataLst>
              <p:tags r:id="rId1"/>
            </p:custDataLst>
            <p:extLst>
              <p:ext uri="{D42A27DB-BD31-4B8C-83A1-F6EECF244321}">
                <p14:modId xmlns:p14="http://schemas.microsoft.com/office/powerpoint/2010/main" val="119502079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4592004E-04CC-AA6A-B037-7726451D1C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Title 2">
            <a:extLst>
              <a:ext uri="{FF2B5EF4-FFF2-40B4-BE49-F238E27FC236}">
                <a16:creationId xmlns:a16="http://schemas.microsoft.com/office/drawing/2014/main" id="{EC0CEF08-985C-4817-4CB3-EA1F48E8AFDA}"/>
              </a:ext>
            </a:extLst>
          </p:cNvPr>
          <p:cNvSpPr>
            <a:spLocks noGrp="1"/>
          </p:cNvSpPr>
          <p:nvPr>
            <p:ph type="title"/>
          </p:nvPr>
        </p:nvSpPr>
        <p:spPr>
          <a:xfrm>
            <a:off x="396779" y="3412986"/>
            <a:ext cx="12309107" cy="1321574"/>
          </a:xfrm>
        </p:spPr>
        <p:txBody>
          <a:bodyPr vert="horz"/>
          <a:lstStyle/>
          <a:p>
            <a:r>
              <a:rPr lang="en-US" sz="4000" b="1" cap="small" dirty="0">
                <a:solidFill>
                  <a:schemeClr val="bg1"/>
                </a:solidFill>
              </a:rPr>
              <a:t>Key Objectives &amp; Support Areas identified</a:t>
            </a:r>
          </a:p>
        </p:txBody>
      </p:sp>
    </p:spTree>
    <p:extLst>
      <p:ext uri="{BB962C8B-B14F-4D97-AF65-F5344CB8AC3E}">
        <p14:creationId xmlns:p14="http://schemas.microsoft.com/office/powerpoint/2010/main" val="3665766730"/>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0442B-7824-5FA9-EE63-357B26DCF9BF}"/>
            </a:ext>
          </a:extLst>
        </p:cNvPr>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185E20E0-7C53-DBB4-B02C-1E79175D1C24}"/>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6" name="Object 5" hidden="1">
                        <a:extLst>
                          <a:ext uri="{FF2B5EF4-FFF2-40B4-BE49-F238E27FC236}">
                            <a16:creationId xmlns:a16="http://schemas.microsoft.com/office/drawing/2014/main" id="{185E20E0-7C53-DBB4-B02C-1E79175D1C2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12902661-B618-B074-D87C-149D0102D5F7}"/>
              </a:ext>
            </a:extLst>
          </p:cNvPr>
          <p:cNvSpPr>
            <a:spLocks noGrp="1"/>
          </p:cNvSpPr>
          <p:nvPr>
            <p:ph type="title"/>
          </p:nvPr>
        </p:nvSpPr>
        <p:spPr/>
        <p:txBody>
          <a:bodyPr vert="horz"/>
          <a:lstStyle/>
          <a:p>
            <a:r>
              <a:rPr lang="en-IN" dirty="0"/>
              <a:t>Key Objectives of the Engagement</a:t>
            </a:r>
          </a:p>
        </p:txBody>
      </p:sp>
      <p:grpSp>
        <p:nvGrpSpPr>
          <p:cNvPr id="14" name="Group 13">
            <a:extLst>
              <a:ext uri="{FF2B5EF4-FFF2-40B4-BE49-F238E27FC236}">
                <a16:creationId xmlns:a16="http://schemas.microsoft.com/office/drawing/2014/main" id="{DAD30050-FD8A-7666-6421-20BB4E36BFEB}"/>
              </a:ext>
            </a:extLst>
          </p:cNvPr>
          <p:cNvGrpSpPr/>
          <p:nvPr/>
        </p:nvGrpSpPr>
        <p:grpSpPr>
          <a:xfrm>
            <a:off x="553189" y="1170531"/>
            <a:ext cx="12309106" cy="1500480"/>
            <a:chOff x="553189" y="1170531"/>
            <a:chExt cx="12309106" cy="1275651"/>
          </a:xfrm>
        </p:grpSpPr>
        <p:sp>
          <p:nvSpPr>
            <p:cNvPr id="10" name="Rectangle 9">
              <a:extLst>
                <a:ext uri="{FF2B5EF4-FFF2-40B4-BE49-F238E27FC236}">
                  <a16:creationId xmlns:a16="http://schemas.microsoft.com/office/drawing/2014/main" id="{597A2B7C-5D4F-FAC9-68A8-B20DF9899CBC}"/>
                </a:ext>
              </a:extLst>
            </p:cNvPr>
            <p:cNvSpPr/>
            <p:nvPr/>
          </p:nvSpPr>
          <p:spPr bwMode="gray">
            <a:xfrm>
              <a:off x="553189" y="1170531"/>
              <a:ext cx="1853127" cy="1275651"/>
            </a:xfrm>
            <a:prstGeom prst="rect">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rPr>
                <a:t>Objective 1</a:t>
              </a:r>
            </a:p>
          </p:txBody>
        </p:sp>
        <p:sp>
          <p:nvSpPr>
            <p:cNvPr id="4" name="Rectangle 3">
              <a:extLst>
                <a:ext uri="{FF2B5EF4-FFF2-40B4-BE49-F238E27FC236}">
                  <a16:creationId xmlns:a16="http://schemas.microsoft.com/office/drawing/2014/main" id="{A22C06FF-2B14-5C79-570C-A65EEB120091}"/>
                </a:ext>
              </a:extLst>
            </p:cNvPr>
            <p:cNvSpPr/>
            <p:nvPr/>
          </p:nvSpPr>
          <p:spPr bwMode="gray">
            <a:xfrm>
              <a:off x="2610854" y="1170531"/>
              <a:ext cx="10251441" cy="1275651"/>
            </a:xfrm>
            <a:prstGeom prst="rect">
              <a:avLst/>
            </a:prstGeom>
            <a:noFill/>
            <a:ln w="3175" algn="ctr">
              <a:solidFill>
                <a:schemeClr val="accent2"/>
              </a:solidFill>
              <a:miter lim="800000"/>
              <a:headEnd/>
              <a:tailEnd/>
            </a:ln>
          </p:spPr>
          <p:txBody>
            <a:bodyPr wrap="square" lIns="88900" tIns="88900" rIns="88900" bIns="88900" rtlCol="0" anchor="ctr"/>
            <a:lstStyle/>
            <a:p>
              <a:pPr marL="285750" indent="-285750" algn="just">
                <a:lnSpc>
                  <a:spcPct val="106000"/>
                </a:lnSpc>
                <a:buFont typeface="Arial" panose="020B0604020202020204" pitchFamily="34" charset="0"/>
                <a:buChar char="•"/>
              </a:pPr>
              <a:r>
                <a:rPr lang="en-US" sz="1600" b="1" dirty="0">
                  <a:solidFill>
                    <a:schemeClr val="accent5"/>
                  </a:solidFill>
                </a:rPr>
                <a:t>Establish ERC as an effective operational stakeholder in Nepal’s power sector </a:t>
              </a:r>
              <a:r>
                <a:rPr lang="en-US" sz="1600" dirty="0">
                  <a:solidFill>
                    <a:sysClr val="windowText" lastClr="000000"/>
                  </a:solidFill>
                </a:rPr>
                <a:t>through support to develop </a:t>
              </a:r>
              <a:r>
                <a:rPr lang="en-US" sz="1600" b="1" dirty="0">
                  <a:solidFill>
                    <a:sysClr val="windowText" lastClr="000000"/>
                  </a:solidFill>
                </a:rPr>
                <a:t>basic organization processes</a:t>
              </a:r>
              <a:r>
                <a:rPr lang="en-US" sz="1600" dirty="0">
                  <a:solidFill>
                    <a:sysClr val="windowText" lastClr="000000"/>
                  </a:solidFill>
                </a:rPr>
                <a:t>, </a:t>
              </a:r>
              <a:r>
                <a:rPr lang="en-US" sz="1600" b="1" dirty="0">
                  <a:solidFill>
                    <a:sysClr val="windowText" lastClr="000000"/>
                  </a:solidFill>
                </a:rPr>
                <a:t>staff development </a:t>
              </a:r>
              <a:r>
                <a:rPr lang="en-US" sz="1600" dirty="0">
                  <a:solidFill>
                    <a:sysClr val="windowText" lastClr="000000"/>
                  </a:solidFill>
                </a:rPr>
                <a:t>and </a:t>
              </a:r>
              <a:r>
                <a:rPr lang="en-US" sz="1600" b="1" dirty="0">
                  <a:solidFill>
                    <a:sysClr val="windowText" lastClr="000000"/>
                  </a:solidFill>
                </a:rPr>
                <a:t>management programs</a:t>
              </a:r>
              <a:r>
                <a:rPr lang="en-US" sz="1600" dirty="0">
                  <a:solidFill>
                    <a:sysClr val="windowText" lastClr="000000"/>
                  </a:solidFill>
                </a:rPr>
                <a:t>, </a:t>
              </a:r>
              <a:r>
                <a:rPr lang="en-US" sz="1600" b="1" dirty="0">
                  <a:solidFill>
                    <a:sysClr val="windowText" lastClr="000000"/>
                  </a:solidFill>
                </a:rPr>
                <a:t>business and funding arrangements</a:t>
              </a:r>
              <a:r>
                <a:rPr lang="en-US" sz="1600" dirty="0">
                  <a:solidFill>
                    <a:sysClr val="windowText" lastClr="000000"/>
                  </a:solidFill>
                </a:rPr>
                <a:t>, and necessary tools and logistical support; including a </a:t>
              </a:r>
              <a:r>
                <a:rPr lang="en-US" sz="1600" b="1" dirty="0">
                  <a:solidFill>
                    <a:sysClr val="windowText" lastClr="000000"/>
                  </a:solidFill>
                </a:rPr>
                <a:t>strong data storage and backup system</a:t>
              </a:r>
              <a:r>
                <a:rPr lang="en-US" sz="1600" dirty="0">
                  <a:solidFill>
                    <a:sysClr val="windowText" lastClr="000000"/>
                  </a:solidFill>
                </a:rPr>
                <a:t>, including ability to disaggregate by key factors such as economic/social groupings.</a:t>
              </a:r>
            </a:p>
          </p:txBody>
        </p:sp>
      </p:grpSp>
      <p:grpSp>
        <p:nvGrpSpPr>
          <p:cNvPr id="13" name="Group 12">
            <a:extLst>
              <a:ext uri="{FF2B5EF4-FFF2-40B4-BE49-F238E27FC236}">
                <a16:creationId xmlns:a16="http://schemas.microsoft.com/office/drawing/2014/main" id="{EA1F373F-5A6D-8000-00AE-439EA5A74B48}"/>
              </a:ext>
            </a:extLst>
          </p:cNvPr>
          <p:cNvGrpSpPr/>
          <p:nvPr/>
        </p:nvGrpSpPr>
        <p:grpSpPr>
          <a:xfrm>
            <a:off x="553189" y="2828568"/>
            <a:ext cx="12309105" cy="835084"/>
            <a:chOff x="553189" y="2696262"/>
            <a:chExt cx="12309105" cy="835084"/>
          </a:xfrm>
        </p:grpSpPr>
        <p:sp>
          <p:nvSpPr>
            <p:cNvPr id="16" name="Rectangle 15">
              <a:extLst>
                <a:ext uri="{FF2B5EF4-FFF2-40B4-BE49-F238E27FC236}">
                  <a16:creationId xmlns:a16="http://schemas.microsoft.com/office/drawing/2014/main" id="{A131A7E1-F53F-C92A-739D-BB1564F57754}"/>
                </a:ext>
              </a:extLst>
            </p:cNvPr>
            <p:cNvSpPr/>
            <p:nvPr/>
          </p:nvSpPr>
          <p:spPr bwMode="gray">
            <a:xfrm>
              <a:off x="553189" y="2696262"/>
              <a:ext cx="1853127" cy="835084"/>
            </a:xfrm>
            <a:prstGeom prst="rect">
              <a:avLst/>
            </a:prstGeom>
            <a:solidFill>
              <a:srgbClr val="009A4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rPr>
                <a:t>Objective 2</a:t>
              </a:r>
            </a:p>
          </p:txBody>
        </p:sp>
        <p:sp>
          <p:nvSpPr>
            <p:cNvPr id="5" name="Rectangle 4">
              <a:extLst>
                <a:ext uri="{FF2B5EF4-FFF2-40B4-BE49-F238E27FC236}">
                  <a16:creationId xmlns:a16="http://schemas.microsoft.com/office/drawing/2014/main" id="{BF0B5E72-AD8B-EECE-7EC7-18BDF7C19E44}"/>
                </a:ext>
              </a:extLst>
            </p:cNvPr>
            <p:cNvSpPr/>
            <p:nvPr/>
          </p:nvSpPr>
          <p:spPr bwMode="gray">
            <a:xfrm>
              <a:off x="2610853" y="2696262"/>
              <a:ext cx="10251441" cy="835084"/>
            </a:xfrm>
            <a:prstGeom prst="rect">
              <a:avLst/>
            </a:prstGeom>
            <a:noFill/>
            <a:ln w="3175" algn="ctr">
              <a:solidFill>
                <a:schemeClr val="accent2"/>
              </a:solidFill>
              <a:miter lim="800000"/>
              <a:headEnd/>
              <a:tailEnd/>
            </a:ln>
          </p:spPr>
          <p:txBody>
            <a:bodyPr wrap="square" lIns="88900" tIns="88900" rIns="88900" bIns="88900" rtlCol="0" anchor="ctr"/>
            <a:lstStyle/>
            <a:p>
              <a:pPr marL="285750" indent="-285750" algn="just">
                <a:lnSpc>
                  <a:spcPct val="106000"/>
                </a:lnSpc>
                <a:buFont typeface="Arial" panose="020B0604020202020204" pitchFamily="34" charset="0"/>
                <a:buChar char="•"/>
              </a:pPr>
              <a:r>
                <a:rPr lang="en-US" sz="1600" b="1" dirty="0">
                  <a:solidFill>
                    <a:schemeClr val="accent5"/>
                  </a:solidFill>
                </a:rPr>
                <a:t>Support the financial viability of the power sector </a:t>
              </a:r>
              <a:r>
                <a:rPr lang="en-US" sz="1600" dirty="0">
                  <a:solidFill>
                    <a:sysClr val="windowText" lastClr="000000"/>
                  </a:solidFill>
                </a:rPr>
                <a:t>developing and deploying a </a:t>
              </a:r>
              <a:r>
                <a:rPr lang="en-US" sz="1600" b="1" dirty="0">
                  <a:solidFill>
                    <a:sysClr val="windowText" lastClr="000000"/>
                  </a:solidFill>
                </a:rPr>
                <a:t>consistent, transparent, and robust regulatory system</a:t>
              </a:r>
              <a:r>
                <a:rPr lang="en-US" sz="1600" dirty="0">
                  <a:solidFill>
                    <a:sysClr val="windowText" lastClr="000000"/>
                  </a:solidFill>
                </a:rPr>
                <a:t> including a clear tariff approval process.</a:t>
              </a:r>
            </a:p>
          </p:txBody>
        </p:sp>
      </p:grpSp>
      <p:grpSp>
        <p:nvGrpSpPr>
          <p:cNvPr id="12" name="Group 11">
            <a:extLst>
              <a:ext uri="{FF2B5EF4-FFF2-40B4-BE49-F238E27FC236}">
                <a16:creationId xmlns:a16="http://schemas.microsoft.com/office/drawing/2014/main" id="{7686B059-E435-4254-EDFD-9FB1FDA1548C}"/>
              </a:ext>
            </a:extLst>
          </p:cNvPr>
          <p:cNvGrpSpPr/>
          <p:nvPr/>
        </p:nvGrpSpPr>
        <p:grpSpPr>
          <a:xfrm>
            <a:off x="553189" y="3857306"/>
            <a:ext cx="12309104" cy="1151574"/>
            <a:chOff x="553189" y="3781425"/>
            <a:chExt cx="12309104" cy="1151574"/>
          </a:xfrm>
        </p:grpSpPr>
        <p:sp>
          <p:nvSpPr>
            <p:cNvPr id="18" name="Rectangle 17">
              <a:extLst>
                <a:ext uri="{FF2B5EF4-FFF2-40B4-BE49-F238E27FC236}">
                  <a16:creationId xmlns:a16="http://schemas.microsoft.com/office/drawing/2014/main" id="{02F23713-3BEB-91E1-ED51-74D0F1652A28}"/>
                </a:ext>
              </a:extLst>
            </p:cNvPr>
            <p:cNvSpPr/>
            <p:nvPr/>
          </p:nvSpPr>
          <p:spPr bwMode="gray">
            <a:xfrm>
              <a:off x="553189" y="3781425"/>
              <a:ext cx="1853127" cy="1151574"/>
            </a:xfrm>
            <a:prstGeom prst="rect">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rPr>
                <a:t>Objective 3</a:t>
              </a:r>
            </a:p>
          </p:txBody>
        </p:sp>
        <p:sp>
          <p:nvSpPr>
            <p:cNvPr id="7" name="Rectangle 6">
              <a:extLst>
                <a:ext uri="{FF2B5EF4-FFF2-40B4-BE49-F238E27FC236}">
                  <a16:creationId xmlns:a16="http://schemas.microsoft.com/office/drawing/2014/main" id="{28B4BE17-3F99-0A17-D377-BAA227FEE88F}"/>
                </a:ext>
              </a:extLst>
            </p:cNvPr>
            <p:cNvSpPr/>
            <p:nvPr/>
          </p:nvSpPr>
          <p:spPr bwMode="gray">
            <a:xfrm>
              <a:off x="2610852" y="3781425"/>
              <a:ext cx="10251441" cy="1151574"/>
            </a:xfrm>
            <a:prstGeom prst="rect">
              <a:avLst/>
            </a:prstGeom>
            <a:noFill/>
            <a:ln w="3175" algn="ctr">
              <a:solidFill>
                <a:schemeClr val="accent2"/>
              </a:solidFill>
              <a:miter lim="800000"/>
              <a:headEnd/>
              <a:tailEnd/>
            </a:ln>
          </p:spPr>
          <p:txBody>
            <a:bodyPr wrap="square" lIns="88900" tIns="88900" rIns="88900" bIns="88900" rtlCol="0" anchor="ctr"/>
            <a:lstStyle/>
            <a:p>
              <a:pPr marL="285750" indent="-285750" algn="just">
                <a:lnSpc>
                  <a:spcPct val="106000"/>
                </a:lnSpc>
                <a:buFont typeface="Arial" panose="020B0604020202020204" pitchFamily="34" charset="0"/>
                <a:buChar char="•"/>
              </a:pPr>
              <a:r>
                <a:rPr lang="en-US" sz="1600" b="1" dirty="0">
                  <a:solidFill>
                    <a:schemeClr val="accent5"/>
                  </a:solidFill>
                </a:rPr>
                <a:t>Encourage improved technical performance and electricity service </a:t>
              </a:r>
              <a:r>
                <a:rPr lang="en-US" sz="1600" dirty="0"/>
                <a:t>by </a:t>
              </a:r>
              <a:r>
                <a:rPr lang="en-US" sz="1600" dirty="0">
                  <a:solidFill>
                    <a:sysClr val="windowText" lastClr="000000"/>
                  </a:solidFill>
                </a:rPr>
                <a:t>establishing and </a:t>
              </a:r>
              <a:r>
                <a:rPr lang="en-US" sz="1600" b="1" dirty="0">
                  <a:solidFill>
                    <a:sysClr val="windowText" lastClr="000000"/>
                  </a:solidFill>
                </a:rPr>
                <a:t>monitoring clear technical and customer service standards </a:t>
              </a:r>
              <a:r>
                <a:rPr lang="en-US" sz="1600" dirty="0">
                  <a:solidFill>
                    <a:sysClr val="windowText" lastClr="000000"/>
                  </a:solidFill>
                </a:rPr>
                <a:t>and </a:t>
              </a:r>
              <a:r>
                <a:rPr lang="en-US" sz="1600" b="1" dirty="0">
                  <a:solidFill>
                    <a:sysClr val="windowText" lastClr="000000"/>
                  </a:solidFill>
                </a:rPr>
                <a:t>linking performance to regulatory outcomes</a:t>
              </a:r>
              <a:r>
                <a:rPr lang="en-US" sz="1600" dirty="0">
                  <a:solidFill>
                    <a:sysClr val="windowText" lastClr="000000"/>
                  </a:solidFill>
                </a:rPr>
                <a:t>.</a:t>
              </a:r>
            </a:p>
          </p:txBody>
        </p:sp>
      </p:grpSp>
      <p:grpSp>
        <p:nvGrpSpPr>
          <p:cNvPr id="9" name="Group 8">
            <a:extLst>
              <a:ext uri="{FF2B5EF4-FFF2-40B4-BE49-F238E27FC236}">
                <a16:creationId xmlns:a16="http://schemas.microsoft.com/office/drawing/2014/main" id="{D0D2367C-787D-FA7B-7047-F631F4B4FB39}"/>
              </a:ext>
            </a:extLst>
          </p:cNvPr>
          <p:cNvGrpSpPr/>
          <p:nvPr/>
        </p:nvGrpSpPr>
        <p:grpSpPr>
          <a:xfrm>
            <a:off x="553189" y="5266454"/>
            <a:ext cx="12309103" cy="835084"/>
            <a:chOff x="553189" y="5795845"/>
            <a:chExt cx="12309103" cy="835084"/>
          </a:xfrm>
        </p:grpSpPr>
        <p:sp>
          <p:nvSpPr>
            <p:cNvPr id="20" name="Rectangle 19">
              <a:extLst>
                <a:ext uri="{FF2B5EF4-FFF2-40B4-BE49-F238E27FC236}">
                  <a16:creationId xmlns:a16="http://schemas.microsoft.com/office/drawing/2014/main" id="{18B7F59F-DA8F-72EF-E8EB-24364A6DEC2C}"/>
                </a:ext>
              </a:extLst>
            </p:cNvPr>
            <p:cNvSpPr/>
            <p:nvPr/>
          </p:nvSpPr>
          <p:spPr bwMode="gray">
            <a:xfrm>
              <a:off x="553189" y="5795845"/>
              <a:ext cx="1853127" cy="835084"/>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rPr>
                <a:t>Objective 4</a:t>
              </a:r>
            </a:p>
          </p:txBody>
        </p:sp>
        <p:sp>
          <p:nvSpPr>
            <p:cNvPr id="8" name="Rectangle 7">
              <a:extLst>
                <a:ext uri="{FF2B5EF4-FFF2-40B4-BE49-F238E27FC236}">
                  <a16:creationId xmlns:a16="http://schemas.microsoft.com/office/drawing/2014/main" id="{FD701EC0-B3BD-DEF1-7F71-426BBA2783B8}"/>
                </a:ext>
              </a:extLst>
            </p:cNvPr>
            <p:cNvSpPr/>
            <p:nvPr/>
          </p:nvSpPr>
          <p:spPr bwMode="gray">
            <a:xfrm>
              <a:off x="2610851" y="5795845"/>
              <a:ext cx="10251441" cy="835084"/>
            </a:xfrm>
            <a:prstGeom prst="rect">
              <a:avLst/>
            </a:prstGeom>
            <a:noFill/>
            <a:ln w="3175" algn="ctr">
              <a:solidFill>
                <a:schemeClr val="accent2"/>
              </a:solidFill>
              <a:miter lim="800000"/>
              <a:headEnd/>
              <a:tailEnd/>
            </a:ln>
          </p:spPr>
          <p:txBody>
            <a:bodyPr wrap="square" lIns="88900" tIns="88900" rIns="88900" bIns="88900" rtlCol="0" anchor="ctr"/>
            <a:lstStyle/>
            <a:p>
              <a:pPr marL="285750" indent="-285750" algn="just">
                <a:lnSpc>
                  <a:spcPct val="106000"/>
                </a:lnSpc>
                <a:buFont typeface="Arial" panose="020B0604020202020204" pitchFamily="34" charset="0"/>
                <a:buChar char="•"/>
              </a:pPr>
              <a:r>
                <a:rPr lang="en-US" sz="1600" b="1" dirty="0">
                  <a:solidFill>
                    <a:schemeClr val="accent5"/>
                  </a:solidFill>
                </a:rPr>
                <a:t>Enhance Nepal’s power sector potential through support for policy and regulations </a:t>
              </a:r>
              <a:r>
                <a:rPr lang="en-US" sz="1600" dirty="0">
                  <a:solidFill>
                    <a:sysClr val="windowText" lastClr="000000"/>
                  </a:solidFill>
                </a:rPr>
                <a:t>that encourages </a:t>
              </a:r>
              <a:r>
                <a:rPr lang="en-US" sz="1600" b="1" dirty="0">
                  <a:solidFill>
                    <a:sysClr val="windowText" lastClr="000000"/>
                  </a:solidFill>
                </a:rPr>
                <a:t>increased competition, more robust sector planning and growth</a:t>
              </a:r>
              <a:r>
                <a:rPr lang="en-US" sz="1600" dirty="0">
                  <a:solidFill>
                    <a:sysClr val="windowText" lastClr="000000"/>
                  </a:solidFill>
                </a:rPr>
                <a:t>, and </a:t>
              </a:r>
              <a:r>
                <a:rPr lang="en-US" sz="1600" b="1" dirty="0">
                  <a:solidFill>
                    <a:sysClr val="windowText" lastClr="000000"/>
                  </a:solidFill>
                </a:rPr>
                <a:t>effective power trading</a:t>
              </a:r>
              <a:r>
                <a:rPr lang="en-US" sz="1600" dirty="0">
                  <a:solidFill>
                    <a:sysClr val="windowText" lastClr="000000"/>
                  </a:solidFill>
                </a:rPr>
                <a:t>.</a:t>
              </a:r>
            </a:p>
          </p:txBody>
        </p:sp>
      </p:grpSp>
      <p:grpSp>
        <p:nvGrpSpPr>
          <p:cNvPr id="2" name="Group 1">
            <a:extLst>
              <a:ext uri="{FF2B5EF4-FFF2-40B4-BE49-F238E27FC236}">
                <a16:creationId xmlns:a16="http://schemas.microsoft.com/office/drawing/2014/main" id="{08525ADC-1931-119D-EDE3-885E8F1542D7}"/>
              </a:ext>
            </a:extLst>
          </p:cNvPr>
          <p:cNvGrpSpPr/>
          <p:nvPr/>
        </p:nvGrpSpPr>
        <p:grpSpPr>
          <a:xfrm>
            <a:off x="553189" y="6259095"/>
            <a:ext cx="12309103" cy="835084"/>
            <a:chOff x="553189" y="5795845"/>
            <a:chExt cx="12309103" cy="835084"/>
          </a:xfrm>
        </p:grpSpPr>
        <p:sp>
          <p:nvSpPr>
            <p:cNvPr id="11" name="Rectangle 10">
              <a:extLst>
                <a:ext uri="{FF2B5EF4-FFF2-40B4-BE49-F238E27FC236}">
                  <a16:creationId xmlns:a16="http://schemas.microsoft.com/office/drawing/2014/main" id="{4A4770D1-7E49-4563-D6D7-11BD371AAE61}"/>
                </a:ext>
              </a:extLst>
            </p:cNvPr>
            <p:cNvSpPr/>
            <p:nvPr/>
          </p:nvSpPr>
          <p:spPr bwMode="gray">
            <a:xfrm>
              <a:off x="553189" y="5795845"/>
              <a:ext cx="1853127" cy="835084"/>
            </a:xfrm>
            <a:prstGeom prst="rect">
              <a:avLst/>
            </a:prstGeom>
            <a:solidFill>
              <a:srgbClr val="004F59"/>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rPr>
                <a:t>Objective 5</a:t>
              </a:r>
            </a:p>
          </p:txBody>
        </p:sp>
        <p:sp>
          <p:nvSpPr>
            <p:cNvPr id="15" name="Rectangle 14">
              <a:extLst>
                <a:ext uri="{FF2B5EF4-FFF2-40B4-BE49-F238E27FC236}">
                  <a16:creationId xmlns:a16="http://schemas.microsoft.com/office/drawing/2014/main" id="{67CAB295-7952-8FFF-F157-E501E21DDE7D}"/>
                </a:ext>
              </a:extLst>
            </p:cNvPr>
            <p:cNvSpPr/>
            <p:nvPr/>
          </p:nvSpPr>
          <p:spPr bwMode="gray">
            <a:xfrm>
              <a:off x="2610851" y="5795845"/>
              <a:ext cx="10251441" cy="835084"/>
            </a:xfrm>
            <a:prstGeom prst="rect">
              <a:avLst/>
            </a:prstGeom>
            <a:noFill/>
            <a:ln w="3175" algn="ctr">
              <a:solidFill>
                <a:schemeClr val="accent2"/>
              </a:solidFill>
              <a:miter lim="800000"/>
              <a:headEnd/>
              <a:tailEnd/>
            </a:ln>
          </p:spPr>
          <p:txBody>
            <a:bodyPr wrap="square" lIns="88900" tIns="88900" rIns="88900" bIns="88900" rtlCol="0" anchor="ctr"/>
            <a:lstStyle/>
            <a:p>
              <a:pPr marL="285750" indent="-285750" algn="just">
                <a:lnSpc>
                  <a:spcPct val="106000"/>
                </a:lnSpc>
                <a:buFont typeface="Arial" panose="020B0604020202020204" pitchFamily="34" charset="0"/>
                <a:buChar char="•"/>
              </a:pPr>
              <a:r>
                <a:rPr lang="en-US" sz="1600" b="1" dirty="0">
                  <a:solidFill>
                    <a:schemeClr val="accent5"/>
                  </a:solidFill>
                </a:rPr>
                <a:t>Other Issues and Areas </a:t>
              </a:r>
              <a:r>
                <a:rPr lang="en-US" sz="1600" dirty="0">
                  <a:solidFill>
                    <a:sysClr val="windowText" lastClr="000000"/>
                  </a:solidFill>
                </a:rPr>
                <a:t>including establishment of an </a:t>
              </a:r>
              <a:r>
                <a:rPr lang="en-US" sz="1600" b="1" dirty="0">
                  <a:solidFill>
                    <a:sysClr val="windowText" lastClr="000000"/>
                  </a:solidFill>
                </a:rPr>
                <a:t>effective public engagement and communication regime</a:t>
              </a:r>
              <a:r>
                <a:rPr lang="en-US" sz="1600" dirty="0">
                  <a:solidFill>
                    <a:sysClr val="windowText" lastClr="000000"/>
                  </a:solidFill>
                </a:rPr>
                <a:t>, creating and integrating a </a:t>
              </a:r>
              <a:r>
                <a:rPr lang="en-US" sz="1600" b="1" dirty="0">
                  <a:solidFill>
                    <a:sysClr val="windowText" lastClr="000000"/>
                  </a:solidFill>
                </a:rPr>
                <a:t>social equity policy</a:t>
              </a:r>
              <a:r>
                <a:rPr lang="en-US" sz="1600" dirty="0">
                  <a:solidFill>
                    <a:sysClr val="windowText" lastClr="000000"/>
                  </a:solidFill>
                </a:rPr>
                <a:t>, and clarifying ERC’s mandate while advising the Government on policymaking and sector development.</a:t>
              </a:r>
            </a:p>
          </p:txBody>
        </p:sp>
      </p:grpSp>
    </p:spTree>
    <p:extLst>
      <p:ext uri="{BB962C8B-B14F-4D97-AF65-F5344CB8AC3E}">
        <p14:creationId xmlns:p14="http://schemas.microsoft.com/office/powerpoint/2010/main" val="1748616398"/>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extLst>
              <p:ext uri="{D42A27DB-BD31-4B8C-83A1-F6EECF244321}">
                <p14:modId xmlns:p14="http://schemas.microsoft.com/office/powerpoint/2010/main" val="8663973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6" name="Object 5"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p:cNvSpPr>
            <a:spLocks noGrp="1"/>
          </p:cNvSpPr>
          <p:nvPr>
            <p:ph type="title"/>
          </p:nvPr>
        </p:nvSpPr>
        <p:spPr/>
        <p:txBody>
          <a:bodyPr vert="horz"/>
          <a:lstStyle/>
          <a:p>
            <a:r>
              <a:rPr lang="en-IN" dirty="0"/>
              <a:t>Scope of Work – Key Support Areas for ERC</a:t>
            </a:r>
          </a:p>
        </p:txBody>
      </p:sp>
      <p:grpSp>
        <p:nvGrpSpPr>
          <p:cNvPr id="2" name="Group 1">
            <a:extLst>
              <a:ext uri="{FF2B5EF4-FFF2-40B4-BE49-F238E27FC236}">
                <a16:creationId xmlns:a16="http://schemas.microsoft.com/office/drawing/2014/main" id="{F5E85A2A-59FB-473B-DDCF-B0725F6EDED7}"/>
              </a:ext>
            </a:extLst>
          </p:cNvPr>
          <p:cNvGrpSpPr/>
          <p:nvPr/>
        </p:nvGrpSpPr>
        <p:grpSpPr>
          <a:xfrm>
            <a:off x="553189" y="1170532"/>
            <a:ext cx="12309106" cy="6041323"/>
            <a:chOff x="553189" y="1170532"/>
            <a:chExt cx="12309106" cy="6041323"/>
          </a:xfrm>
        </p:grpSpPr>
        <p:sp>
          <p:nvSpPr>
            <p:cNvPr id="10" name="Rectangle 9">
              <a:extLst>
                <a:ext uri="{FF2B5EF4-FFF2-40B4-BE49-F238E27FC236}">
                  <a16:creationId xmlns:a16="http://schemas.microsoft.com/office/drawing/2014/main" id="{90D39045-66A9-9A40-6D42-85A9F7104B91}"/>
                </a:ext>
              </a:extLst>
            </p:cNvPr>
            <p:cNvSpPr/>
            <p:nvPr/>
          </p:nvSpPr>
          <p:spPr bwMode="gray">
            <a:xfrm>
              <a:off x="553189" y="1170532"/>
              <a:ext cx="2695337" cy="835084"/>
            </a:xfrm>
            <a:prstGeom prst="rect">
              <a:avLst/>
            </a:prstGeom>
            <a:solidFill>
              <a:schemeClr val="accent2"/>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schemeClr val="bg1"/>
                  </a:solidFill>
                </a:rPr>
                <a:t>Inputs on Operational Spheres</a:t>
              </a:r>
            </a:p>
          </p:txBody>
        </p:sp>
        <p:sp>
          <p:nvSpPr>
            <p:cNvPr id="11" name="Rectangle 10">
              <a:extLst>
                <a:ext uri="{FF2B5EF4-FFF2-40B4-BE49-F238E27FC236}">
                  <a16:creationId xmlns:a16="http://schemas.microsoft.com/office/drawing/2014/main" id="{AA897AC8-39E5-384F-6DD1-D26EDE28669F}"/>
                </a:ext>
              </a:extLst>
            </p:cNvPr>
            <p:cNvSpPr/>
            <p:nvPr/>
          </p:nvSpPr>
          <p:spPr bwMode="gray">
            <a:xfrm>
              <a:off x="3553326" y="1170532"/>
              <a:ext cx="9308969" cy="835084"/>
            </a:xfrm>
            <a:prstGeom prst="rect">
              <a:avLst/>
            </a:prstGeom>
            <a:noFill/>
            <a:ln w="3175" algn="ctr">
              <a:solidFill>
                <a:schemeClr val="accent2"/>
              </a:solidFill>
              <a:miter lim="800000"/>
              <a:headEnd/>
              <a:tailEnd/>
            </a:ln>
          </p:spPr>
          <p:txBody>
            <a:bodyPr wrap="square" lIns="88900" tIns="88900" rIns="88900" bIns="88900" rtlCol="0" anchor="ctr"/>
            <a:lstStyle/>
            <a:p>
              <a:pPr marL="285750" indent="-285750">
                <a:lnSpc>
                  <a:spcPct val="106000"/>
                </a:lnSpc>
                <a:buFont typeface="Arial" panose="020B0604020202020204" pitchFamily="34" charset="0"/>
                <a:buChar char="•"/>
              </a:pPr>
              <a:r>
                <a:rPr lang="en-US" sz="1500" b="1" dirty="0">
                  <a:solidFill>
                    <a:sysClr val="windowText" lastClr="000000"/>
                  </a:solidFill>
                </a:rPr>
                <a:t>Providing guidance and direct inputs </a:t>
              </a:r>
              <a:r>
                <a:rPr lang="en-US" sz="1500" dirty="0">
                  <a:solidFill>
                    <a:sysClr val="windowText" lastClr="000000"/>
                  </a:solidFill>
                </a:rPr>
                <a:t>to regulatory directives </a:t>
              </a:r>
              <a:r>
                <a:rPr lang="en-US" sz="1500" b="1" dirty="0">
                  <a:solidFill>
                    <a:sysClr val="windowText" lastClr="000000"/>
                  </a:solidFill>
                </a:rPr>
                <a:t>in economic, legal, policy and technical spheres</a:t>
              </a:r>
            </a:p>
          </p:txBody>
        </p:sp>
        <p:sp>
          <p:nvSpPr>
            <p:cNvPr id="16" name="Rectangle 15">
              <a:extLst>
                <a:ext uri="{FF2B5EF4-FFF2-40B4-BE49-F238E27FC236}">
                  <a16:creationId xmlns:a16="http://schemas.microsoft.com/office/drawing/2014/main" id="{D7EA4A1B-28DE-47FA-DDE1-76E3885E497A}"/>
                </a:ext>
              </a:extLst>
            </p:cNvPr>
            <p:cNvSpPr/>
            <p:nvPr/>
          </p:nvSpPr>
          <p:spPr bwMode="gray">
            <a:xfrm>
              <a:off x="553189" y="2202966"/>
              <a:ext cx="2695337" cy="835084"/>
            </a:xfrm>
            <a:prstGeom prst="rect">
              <a:avLst/>
            </a:prstGeom>
            <a:solidFill>
              <a:srgbClr val="009A4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schemeClr val="bg1"/>
                  </a:solidFill>
                </a:rPr>
                <a:t>Support in establishing operational practices</a:t>
              </a:r>
            </a:p>
          </p:txBody>
        </p:sp>
        <p:sp>
          <p:nvSpPr>
            <p:cNvPr id="17" name="Rectangle 16">
              <a:extLst>
                <a:ext uri="{FF2B5EF4-FFF2-40B4-BE49-F238E27FC236}">
                  <a16:creationId xmlns:a16="http://schemas.microsoft.com/office/drawing/2014/main" id="{4F71ADFF-1D63-F268-6222-D792F0930141}"/>
                </a:ext>
              </a:extLst>
            </p:cNvPr>
            <p:cNvSpPr/>
            <p:nvPr/>
          </p:nvSpPr>
          <p:spPr bwMode="gray">
            <a:xfrm>
              <a:off x="3553326" y="2202966"/>
              <a:ext cx="9308969" cy="835084"/>
            </a:xfrm>
            <a:prstGeom prst="rect">
              <a:avLst/>
            </a:prstGeom>
            <a:noFill/>
            <a:ln w="3175" algn="ctr">
              <a:solidFill>
                <a:srgbClr val="009A44"/>
              </a:solidFill>
              <a:miter lim="800000"/>
              <a:headEnd/>
              <a:tailEnd/>
            </a:ln>
          </p:spPr>
          <p:txBody>
            <a:bodyPr wrap="square" lIns="88900" tIns="88900" rIns="88900" bIns="88900" rtlCol="0" anchor="ctr"/>
            <a:lstStyle/>
            <a:p>
              <a:pPr marL="285750" indent="-285750">
                <a:lnSpc>
                  <a:spcPct val="106000"/>
                </a:lnSpc>
                <a:buFont typeface="Arial" panose="020B0604020202020204" pitchFamily="34" charset="0"/>
                <a:buChar char="•"/>
              </a:pPr>
              <a:r>
                <a:rPr lang="en-US" sz="1500" dirty="0">
                  <a:solidFill>
                    <a:sysClr val="windowText" lastClr="000000"/>
                  </a:solidFill>
                </a:rPr>
                <a:t>Working with ERC staff and Commissioners </a:t>
              </a:r>
              <a:r>
                <a:rPr lang="en-US" sz="1500" b="1" dirty="0">
                  <a:solidFill>
                    <a:sysClr val="windowText" lastClr="000000"/>
                  </a:solidFill>
                </a:rPr>
                <a:t>to establish strong internal decision-making and operational practices</a:t>
              </a:r>
            </a:p>
            <a:p>
              <a:pPr marL="285750" indent="-285750">
                <a:lnSpc>
                  <a:spcPct val="106000"/>
                </a:lnSpc>
                <a:buFont typeface="Arial" panose="020B0604020202020204" pitchFamily="34" charset="0"/>
                <a:buChar char="•"/>
              </a:pPr>
              <a:r>
                <a:rPr lang="en-US" sz="1500" dirty="0">
                  <a:solidFill>
                    <a:sysClr val="windowText" lastClr="000000"/>
                  </a:solidFill>
                </a:rPr>
                <a:t>As required, assist </a:t>
              </a:r>
              <a:r>
                <a:rPr lang="en-US" sz="1500" b="1" dirty="0">
                  <a:solidFill>
                    <a:sysClr val="windowText" lastClr="000000"/>
                  </a:solidFill>
                </a:rPr>
                <a:t>coordinating and supporting the tasks of ERC staff</a:t>
              </a:r>
              <a:r>
                <a:rPr lang="en-US" sz="1500" dirty="0">
                  <a:solidFill>
                    <a:sysClr val="windowText" lastClr="000000"/>
                  </a:solidFill>
                </a:rPr>
                <a:t>;</a:t>
              </a:r>
            </a:p>
          </p:txBody>
        </p:sp>
        <p:sp>
          <p:nvSpPr>
            <p:cNvPr id="18" name="Rectangle 17">
              <a:extLst>
                <a:ext uri="{FF2B5EF4-FFF2-40B4-BE49-F238E27FC236}">
                  <a16:creationId xmlns:a16="http://schemas.microsoft.com/office/drawing/2014/main" id="{DD6FE530-2602-CB57-5C10-22AD4647D1D9}"/>
                </a:ext>
              </a:extLst>
            </p:cNvPr>
            <p:cNvSpPr/>
            <p:nvPr/>
          </p:nvSpPr>
          <p:spPr bwMode="gray">
            <a:xfrm>
              <a:off x="553189" y="3235400"/>
              <a:ext cx="2695337" cy="835084"/>
            </a:xfrm>
            <a:prstGeom prst="rect">
              <a:avLst/>
            </a:prstGeom>
            <a:solidFill>
              <a:schemeClr val="accent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schemeClr val="bg1"/>
                  </a:solidFill>
                </a:rPr>
                <a:t>Review of key documents and submissions</a:t>
              </a:r>
            </a:p>
          </p:txBody>
        </p:sp>
        <p:sp>
          <p:nvSpPr>
            <p:cNvPr id="19" name="Rectangle 18">
              <a:extLst>
                <a:ext uri="{FF2B5EF4-FFF2-40B4-BE49-F238E27FC236}">
                  <a16:creationId xmlns:a16="http://schemas.microsoft.com/office/drawing/2014/main" id="{83A7CC0A-B3B8-0FA6-3A34-63FA3519F057}"/>
                </a:ext>
              </a:extLst>
            </p:cNvPr>
            <p:cNvSpPr/>
            <p:nvPr/>
          </p:nvSpPr>
          <p:spPr bwMode="gray">
            <a:xfrm>
              <a:off x="3553326" y="3235400"/>
              <a:ext cx="9308969" cy="835084"/>
            </a:xfrm>
            <a:prstGeom prst="rect">
              <a:avLst/>
            </a:prstGeom>
            <a:noFill/>
            <a:ln w="3175" algn="ctr">
              <a:solidFill>
                <a:srgbClr val="86BC25"/>
              </a:solidFill>
              <a:miter lim="800000"/>
              <a:headEnd/>
              <a:tailEnd/>
            </a:ln>
          </p:spPr>
          <p:txBody>
            <a:bodyPr wrap="square" lIns="88900" tIns="88900" rIns="88900" bIns="88900" rtlCol="0" anchor="ctr"/>
            <a:lstStyle/>
            <a:p>
              <a:pPr marL="285750" indent="-285750">
                <a:lnSpc>
                  <a:spcPct val="106000"/>
                </a:lnSpc>
                <a:buFont typeface="Arial" panose="020B0604020202020204" pitchFamily="34" charset="0"/>
                <a:buChar char="•"/>
              </a:pPr>
              <a:r>
                <a:rPr lang="en-US" sz="1500" dirty="0">
                  <a:solidFill>
                    <a:sysClr val="windowText" lastClr="000000"/>
                  </a:solidFill>
                </a:rPr>
                <a:t>Supporting ERC staff and Commissioners in </a:t>
              </a:r>
              <a:r>
                <a:rPr lang="en-US" sz="1500" b="1" dirty="0">
                  <a:solidFill>
                    <a:sysClr val="windowText" lastClr="000000"/>
                  </a:solidFill>
                </a:rPr>
                <a:t>reviewing key documents and submissions </a:t>
              </a:r>
              <a:r>
                <a:rPr lang="en-US" sz="1500" dirty="0">
                  <a:solidFill>
                    <a:sysClr val="windowText" lastClr="000000"/>
                  </a:solidFill>
                </a:rPr>
                <a:t>(e.g., tariff applications, power purchase agreements, technical monitoring reports, etc.);</a:t>
              </a:r>
            </a:p>
          </p:txBody>
        </p:sp>
        <p:sp>
          <p:nvSpPr>
            <p:cNvPr id="20" name="Rectangle 19">
              <a:extLst>
                <a:ext uri="{FF2B5EF4-FFF2-40B4-BE49-F238E27FC236}">
                  <a16:creationId xmlns:a16="http://schemas.microsoft.com/office/drawing/2014/main" id="{7800C527-165B-885E-C069-33282F50F25F}"/>
                </a:ext>
              </a:extLst>
            </p:cNvPr>
            <p:cNvSpPr/>
            <p:nvPr/>
          </p:nvSpPr>
          <p:spPr bwMode="gray">
            <a:xfrm>
              <a:off x="553189" y="4267834"/>
              <a:ext cx="2695337" cy="835084"/>
            </a:xfrm>
            <a:prstGeom prst="rect">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schemeClr val="bg1"/>
                  </a:solidFill>
                </a:rPr>
                <a:t>Independent Studies and Strategy Documentation</a:t>
              </a:r>
            </a:p>
          </p:txBody>
        </p:sp>
        <p:sp>
          <p:nvSpPr>
            <p:cNvPr id="21" name="Rectangle 20">
              <a:extLst>
                <a:ext uri="{FF2B5EF4-FFF2-40B4-BE49-F238E27FC236}">
                  <a16:creationId xmlns:a16="http://schemas.microsoft.com/office/drawing/2014/main" id="{AE2F1830-29B5-3A67-A42F-0EBA2905069A}"/>
                </a:ext>
              </a:extLst>
            </p:cNvPr>
            <p:cNvSpPr/>
            <p:nvPr/>
          </p:nvSpPr>
          <p:spPr bwMode="gray">
            <a:xfrm>
              <a:off x="3553326" y="4267834"/>
              <a:ext cx="9308969" cy="835084"/>
            </a:xfrm>
            <a:prstGeom prst="rect">
              <a:avLst/>
            </a:prstGeom>
            <a:noFill/>
            <a:ln w="3175" algn="ctr">
              <a:solidFill>
                <a:srgbClr val="62B5E5"/>
              </a:solidFill>
              <a:miter lim="800000"/>
              <a:headEnd/>
              <a:tailEnd/>
            </a:ln>
          </p:spPr>
          <p:txBody>
            <a:bodyPr wrap="square" lIns="88900" tIns="88900" rIns="88900" bIns="88900" rtlCol="0" anchor="ctr"/>
            <a:lstStyle/>
            <a:p>
              <a:pPr marL="342900" marR="0" lvl="0" indent="-342900">
                <a:spcAft>
                  <a:spcPts val="600"/>
                </a:spcAft>
                <a:buSzPts val="1200"/>
                <a:buFont typeface="Verdana" panose="020B0604030504040204" pitchFamily="34" charset="0"/>
                <a:buChar char="•"/>
                <a:tabLst>
                  <a:tab pos="723265" algn="l"/>
                </a:tabLst>
              </a:pPr>
              <a:r>
                <a:rPr lang="en-US" sz="1500" dirty="0">
                  <a:solidFill>
                    <a:sysClr val="windowText" lastClr="000000"/>
                  </a:solidFill>
                </a:rPr>
                <a:t>Supporting ERC in </a:t>
              </a:r>
              <a:r>
                <a:rPr lang="en-US" sz="1500" b="1" dirty="0">
                  <a:solidFill>
                    <a:sysClr val="windowText" lastClr="000000"/>
                  </a:solidFill>
                </a:rPr>
                <a:t>managing independent studies and analyses</a:t>
              </a:r>
              <a:r>
                <a:rPr lang="en-US" sz="1500" dirty="0">
                  <a:solidFill>
                    <a:sysClr val="windowText" lastClr="000000"/>
                  </a:solidFill>
                </a:rPr>
                <a:t>;</a:t>
              </a:r>
            </a:p>
            <a:p>
              <a:pPr marL="342900" marR="0" lvl="0" indent="-342900">
                <a:spcAft>
                  <a:spcPts val="600"/>
                </a:spcAft>
                <a:buSzPts val="1200"/>
                <a:buFont typeface="Verdana" panose="020B0604030504040204" pitchFamily="34" charset="0"/>
                <a:buChar char="•"/>
                <a:tabLst>
                  <a:tab pos="723265" algn="l"/>
                </a:tabLst>
              </a:pPr>
              <a:r>
                <a:rPr lang="en-US" sz="1500" dirty="0">
                  <a:solidFill>
                    <a:sysClr val="windowText" lastClr="000000"/>
                  </a:solidFill>
                </a:rPr>
                <a:t>Supporting ERC in </a:t>
              </a:r>
              <a:r>
                <a:rPr lang="en-US" sz="1500" b="1" dirty="0">
                  <a:solidFill>
                    <a:sysClr val="windowText" lastClr="000000"/>
                  </a:solidFill>
                </a:rPr>
                <a:t>development of strategy documents and tools</a:t>
              </a:r>
              <a:r>
                <a:rPr lang="en-US" sz="1500" dirty="0">
                  <a:solidFill>
                    <a:sysClr val="windowText" lastClr="000000"/>
                  </a:solidFill>
                </a:rPr>
                <a:t>;</a:t>
              </a:r>
            </a:p>
          </p:txBody>
        </p:sp>
        <p:sp>
          <p:nvSpPr>
            <p:cNvPr id="22" name="Rectangle 21">
              <a:extLst>
                <a:ext uri="{FF2B5EF4-FFF2-40B4-BE49-F238E27FC236}">
                  <a16:creationId xmlns:a16="http://schemas.microsoft.com/office/drawing/2014/main" id="{CE0967A4-18C8-73EC-5915-4278994BEC65}"/>
                </a:ext>
              </a:extLst>
            </p:cNvPr>
            <p:cNvSpPr/>
            <p:nvPr/>
          </p:nvSpPr>
          <p:spPr bwMode="gray">
            <a:xfrm>
              <a:off x="553189" y="5300268"/>
              <a:ext cx="2695337" cy="835084"/>
            </a:xfrm>
            <a:prstGeom prst="rect">
              <a:avLst/>
            </a:prstGeom>
            <a:solidFill>
              <a:schemeClr val="accent5"/>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schemeClr val="bg1"/>
                  </a:solidFill>
                </a:rPr>
                <a:t>Training &amp; Capacity Building</a:t>
              </a:r>
            </a:p>
          </p:txBody>
        </p:sp>
        <p:sp>
          <p:nvSpPr>
            <p:cNvPr id="23" name="Rectangle 22">
              <a:extLst>
                <a:ext uri="{FF2B5EF4-FFF2-40B4-BE49-F238E27FC236}">
                  <a16:creationId xmlns:a16="http://schemas.microsoft.com/office/drawing/2014/main" id="{3AF1B773-018E-7441-5B28-44C3E2F45C16}"/>
                </a:ext>
              </a:extLst>
            </p:cNvPr>
            <p:cNvSpPr/>
            <p:nvPr/>
          </p:nvSpPr>
          <p:spPr bwMode="gray">
            <a:xfrm>
              <a:off x="3553326" y="5300268"/>
              <a:ext cx="9308969" cy="835084"/>
            </a:xfrm>
            <a:prstGeom prst="rect">
              <a:avLst/>
            </a:prstGeom>
            <a:noFill/>
            <a:ln w="3175" algn="ctr">
              <a:solidFill>
                <a:srgbClr val="0097A9"/>
              </a:solidFill>
              <a:miter lim="800000"/>
              <a:headEnd/>
              <a:tailEnd/>
            </a:ln>
          </p:spPr>
          <p:txBody>
            <a:bodyPr wrap="square" lIns="88900" tIns="88900" rIns="88900" bIns="88900" rtlCol="0" anchor="ctr"/>
            <a:lstStyle/>
            <a:p>
              <a:pPr marL="342900" marR="0" lvl="0" indent="-342900">
                <a:spcAft>
                  <a:spcPts val="600"/>
                </a:spcAft>
                <a:buSzPts val="1200"/>
                <a:buFont typeface="Verdana" panose="020B0604030504040204" pitchFamily="34" charset="0"/>
                <a:buChar char="•"/>
                <a:tabLst>
                  <a:tab pos="723265" algn="l"/>
                </a:tabLst>
              </a:pPr>
              <a:r>
                <a:rPr lang="en-US" sz="1500" dirty="0">
                  <a:solidFill>
                    <a:sysClr val="windowText" lastClr="000000"/>
                  </a:solidFill>
                </a:rPr>
                <a:t>Conducting </a:t>
              </a:r>
              <a:r>
                <a:rPr lang="en-US" sz="1500" b="1" dirty="0">
                  <a:solidFill>
                    <a:sysClr val="windowText" lastClr="000000"/>
                  </a:solidFill>
                </a:rPr>
                <a:t>trainings and other capacity building activities</a:t>
              </a:r>
              <a:r>
                <a:rPr lang="en-US" sz="1500" dirty="0">
                  <a:solidFill>
                    <a:sysClr val="windowText" lastClr="000000"/>
                  </a:solidFill>
                </a:rPr>
                <a:t>;</a:t>
              </a:r>
            </a:p>
          </p:txBody>
        </p:sp>
        <p:sp>
          <p:nvSpPr>
            <p:cNvPr id="24" name="Rectangle 23">
              <a:extLst>
                <a:ext uri="{FF2B5EF4-FFF2-40B4-BE49-F238E27FC236}">
                  <a16:creationId xmlns:a16="http://schemas.microsoft.com/office/drawing/2014/main" id="{B67F53FE-CC0F-C5EA-3F40-2EACA794B195}"/>
                </a:ext>
              </a:extLst>
            </p:cNvPr>
            <p:cNvSpPr/>
            <p:nvPr/>
          </p:nvSpPr>
          <p:spPr bwMode="gray">
            <a:xfrm>
              <a:off x="553189" y="6279615"/>
              <a:ext cx="2695337" cy="888172"/>
            </a:xfrm>
            <a:prstGeom prst="rect">
              <a:avLst/>
            </a:prstGeom>
            <a:solidFill>
              <a:schemeClr val="accent4"/>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solidFill>
                    <a:schemeClr val="bg1"/>
                  </a:solidFill>
                </a:rPr>
                <a:t>Assistance in Power Sector Reform</a:t>
              </a:r>
            </a:p>
          </p:txBody>
        </p:sp>
        <p:sp>
          <p:nvSpPr>
            <p:cNvPr id="25" name="Rectangle 24">
              <a:extLst>
                <a:ext uri="{FF2B5EF4-FFF2-40B4-BE49-F238E27FC236}">
                  <a16:creationId xmlns:a16="http://schemas.microsoft.com/office/drawing/2014/main" id="{61B21349-B755-6580-03E2-817E054C7874}"/>
                </a:ext>
              </a:extLst>
            </p:cNvPr>
            <p:cNvSpPr/>
            <p:nvPr/>
          </p:nvSpPr>
          <p:spPr bwMode="gray">
            <a:xfrm>
              <a:off x="3553326" y="6279615"/>
              <a:ext cx="9308969" cy="932240"/>
            </a:xfrm>
            <a:prstGeom prst="rect">
              <a:avLst/>
            </a:prstGeom>
            <a:noFill/>
            <a:ln w="3175" algn="ctr">
              <a:solidFill>
                <a:srgbClr val="012169"/>
              </a:solidFill>
              <a:miter lim="800000"/>
              <a:headEnd/>
              <a:tailEnd/>
            </a:ln>
          </p:spPr>
          <p:txBody>
            <a:bodyPr wrap="square" lIns="88900" tIns="88900" rIns="88900" bIns="88900" rtlCol="0" anchor="ctr"/>
            <a:lstStyle/>
            <a:p>
              <a:pPr marL="342900" marR="0" lvl="0" indent="-342900">
                <a:spcAft>
                  <a:spcPts val="600"/>
                </a:spcAft>
                <a:buSzPts val="1200"/>
                <a:buFont typeface="Verdana" panose="020B0604030504040204" pitchFamily="34" charset="0"/>
                <a:buChar char="•"/>
                <a:tabLst>
                  <a:tab pos="723265" algn="l"/>
                </a:tabLst>
              </a:pPr>
              <a:r>
                <a:rPr lang="en-US" sz="1500" dirty="0">
                  <a:solidFill>
                    <a:sysClr val="windowText" lastClr="000000"/>
                  </a:solidFill>
                </a:rPr>
                <a:t>The Power Sector Reform is an activity under the jurisdiction and purview of the Ministry of Energy, Water Resources and Irrigation, hence this </a:t>
              </a:r>
              <a:r>
                <a:rPr lang="en-US" sz="1500" b="1" dirty="0">
                  <a:solidFill>
                    <a:sysClr val="windowText" lastClr="000000"/>
                  </a:solidFill>
                </a:rPr>
                <a:t>responsibility of the Embedded Advisors shall be limited only to ERC's required functions</a:t>
              </a:r>
              <a:r>
                <a:rPr lang="en-US" sz="1500" dirty="0">
                  <a:solidFill>
                    <a:sysClr val="windowText" lastClr="000000"/>
                  </a:solidFill>
                </a:rPr>
                <a:t> related to Government initiated </a:t>
              </a:r>
              <a:r>
                <a:rPr lang="en-US" sz="1500" b="1" dirty="0">
                  <a:solidFill>
                    <a:sysClr val="windowText" lastClr="000000"/>
                  </a:solidFill>
                </a:rPr>
                <a:t>Power Sector Reform</a:t>
              </a:r>
            </a:p>
          </p:txBody>
        </p:sp>
      </p:grpSp>
    </p:spTree>
    <p:extLst>
      <p:ext uri="{BB962C8B-B14F-4D97-AF65-F5344CB8AC3E}">
        <p14:creationId xmlns:p14="http://schemas.microsoft.com/office/powerpoint/2010/main" val="885212358"/>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extLst>
              <p:ext uri="{D42A27DB-BD31-4B8C-83A1-F6EECF244321}">
                <p14:modId xmlns:p14="http://schemas.microsoft.com/office/powerpoint/2010/main" val="19461398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6" name="Object 5"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p:cNvSpPr>
            <a:spLocks noGrp="1"/>
          </p:cNvSpPr>
          <p:nvPr>
            <p:ph type="title"/>
          </p:nvPr>
        </p:nvSpPr>
        <p:spPr/>
        <p:txBody>
          <a:bodyPr vert="horz"/>
          <a:lstStyle/>
          <a:p>
            <a:r>
              <a:rPr lang="en-IN" dirty="0"/>
              <a:t>Scope of Work – Major Deliverables</a:t>
            </a:r>
          </a:p>
        </p:txBody>
      </p:sp>
      <p:sp>
        <p:nvSpPr>
          <p:cNvPr id="99" name="Freeform 51">
            <a:extLst>
              <a:ext uri="{FF2B5EF4-FFF2-40B4-BE49-F238E27FC236}">
                <a16:creationId xmlns:a16="http://schemas.microsoft.com/office/drawing/2014/main" id="{B07C12F7-C742-CA4F-CDFE-CA67785B251C}"/>
              </a:ext>
            </a:extLst>
          </p:cNvPr>
          <p:cNvSpPr>
            <a:spLocks/>
          </p:cNvSpPr>
          <p:nvPr/>
        </p:nvSpPr>
        <p:spPr bwMode="auto">
          <a:xfrm>
            <a:off x="548947" y="3220236"/>
            <a:ext cx="12394209" cy="2699832"/>
          </a:xfrm>
          <a:custGeom>
            <a:avLst/>
            <a:gdLst>
              <a:gd name="T0" fmla="*/ 7680 w 7680"/>
              <a:gd name="T1" fmla="*/ 1672 h 1672"/>
              <a:gd name="T2" fmla="*/ 5346 w 7680"/>
              <a:gd name="T3" fmla="*/ 1672 h 1672"/>
              <a:gd name="T4" fmla="*/ 5237 w 7680"/>
              <a:gd name="T5" fmla="*/ 1603 h 1672"/>
              <a:gd name="T6" fmla="*/ 4938 w 7680"/>
              <a:gd name="T7" fmla="*/ 968 h 1672"/>
              <a:gd name="T8" fmla="*/ 4161 w 7680"/>
              <a:gd name="T9" fmla="*/ 968 h 1672"/>
              <a:gd name="T10" fmla="*/ 4045 w 7680"/>
              <a:gd name="T11" fmla="*/ 878 h 1672"/>
              <a:gd name="T12" fmla="*/ 3979 w 7680"/>
              <a:gd name="T13" fmla="*/ 624 h 1672"/>
              <a:gd name="T14" fmla="*/ 3257 w 7680"/>
              <a:gd name="T15" fmla="*/ 624 h 1672"/>
              <a:gd name="T16" fmla="*/ 3219 w 7680"/>
              <a:gd name="T17" fmla="*/ 866 h 1672"/>
              <a:gd name="T18" fmla="*/ 3100 w 7680"/>
              <a:gd name="T19" fmla="*/ 968 h 1672"/>
              <a:gd name="T20" fmla="*/ 1813 w 7680"/>
              <a:gd name="T21" fmla="*/ 968 h 1672"/>
              <a:gd name="T22" fmla="*/ 1711 w 7680"/>
              <a:gd name="T23" fmla="*/ 911 h 1672"/>
              <a:gd name="T24" fmla="*/ 1705 w 7680"/>
              <a:gd name="T25" fmla="*/ 794 h 1672"/>
              <a:gd name="T26" fmla="*/ 1982 w 7680"/>
              <a:gd name="T27" fmla="*/ 240 h 1672"/>
              <a:gd name="T28" fmla="*/ 0 w 7680"/>
              <a:gd name="T29" fmla="*/ 240 h 1672"/>
              <a:gd name="T30" fmla="*/ 0 w 7680"/>
              <a:gd name="T31" fmla="*/ 0 h 1672"/>
              <a:gd name="T32" fmla="*/ 2176 w 7680"/>
              <a:gd name="T33" fmla="*/ 0 h 1672"/>
              <a:gd name="T34" fmla="*/ 2278 w 7680"/>
              <a:gd name="T35" fmla="*/ 57 h 1672"/>
              <a:gd name="T36" fmla="*/ 2284 w 7680"/>
              <a:gd name="T37" fmla="*/ 174 h 1672"/>
              <a:gd name="T38" fmla="*/ 2007 w 7680"/>
              <a:gd name="T39" fmla="*/ 728 h 1672"/>
              <a:gd name="T40" fmla="*/ 2998 w 7680"/>
              <a:gd name="T41" fmla="*/ 728 h 1672"/>
              <a:gd name="T42" fmla="*/ 3036 w 7680"/>
              <a:gd name="T43" fmla="*/ 486 h 1672"/>
              <a:gd name="T44" fmla="*/ 3154 w 7680"/>
              <a:gd name="T45" fmla="*/ 384 h 1672"/>
              <a:gd name="T46" fmla="*/ 4072 w 7680"/>
              <a:gd name="T47" fmla="*/ 384 h 1672"/>
              <a:gd name="T48" fmla="*/ 4189 w 7680"/>
              <a:gd name="T49" fmla="*/ 474 h 1672"/>
              <a:gd name="T50" fmla="*/ 4254 w 7680"/>
              <a:gd name="T51" fmla="*/ 728 h 1672"/>
              <a:gd name="T52" fmla="*/ 5014 w 7680"/>
              <a:gd name="T53" fmla="*/ 728 h 1672"/>
              <a:gd name="T54" fmla="*/ 5123 w 7680"/>
              <a:gd name="T55" fmla="*/ 797 h 1672"/>
              <a:gd name="T56" fmla="*/ 5422 w 7680"/>
              <a:gd name="T57" fmla="*/ 1432 h 1672"/>
              <a:gd name="T58" fmla="*/ 7680 w 7680"/>
              <a:gd name="T59" fmla="*/ 1432 h 1672"/>
              <a:gd name="T60" fmla="*/ 7680 w 7680"/>
              <a:gd name="T61" fmla="*/ 1672 h 16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680" h="1672">
                <a:moveTo>
                  <a:pt x="7680" y="1672"/>
                </a:moveTo>
                <a:cubicBezTo>
                  <a:pt x="5346" y="1672"/>
                  <a:pt x="5346" y="1672"/>
                  <a:pt x="5346" y="1672"/>
                </a:cubicBezTo>
                <a:cubicBezTo>
                  <a:pt x="5299" y="1672"/>
                  <a:pt x="5257" y="1645"/>
                  <a:pt x="5237" y="1603"/>
                </a:cubicBezTo>
                <a:cubicBezTo>
                  <a:pt x="4938" y="968"/>
                  <a:pt x="4938" y="968"/>
                  <a:pt x="4938" y="968"/>
                </a:cubicBezTo>
                <a:cubicBezTo>
                  <a:pt x="4161" y="968"/>
                  <a:pt x="4161" y="968"/>
                  <a:pt x="4161" y="968"/>
                </a:cubicBezTo>
                <a:cubicBezTo>
                  <a:pt x="4106" y="968"/>
                  <a:pt x="4059" y="931"/>
                  <a:pt x="4045" y="878"/>
                </a:cubicBezTo>
                <a:cubicBezTo>
                  <a:pt x="3979" y="624"/>
                  <a:pt x="3979" y="624"/>
                  <a:pt x="3979" y="624"/>
                </a:cubicBezTo>
                <a:cubicBezTo>
                  <a:pt x="3257" y="624"/>
                  <a:pt x="3257" y="624"/>
                  <a:pt x="3257" y="624"/>
                </a:cubicBezTo>
                <a:cubicBezTo>
                  <a:pt x="3219" y="866"/>
                  <a:pt x="3219" y="866"/>
                  <a:pt x="3219" y="866"/>
                </a:cubicBezTo>
                <a:cubicBezTo>
                  <a:pt x="3210" y="925"/>
                  <a:pt x="3160" y="968"/>
                  <a:pt x="3100" y="968"/>
                </a:cubicBezTo>
                <a:cubicBezTo>
                  <a:pt x="1813" y="968"/>
                  <a:pt x="1813" y="968"/>
                  <a:pt x="1813" y="968"/>
                </a:cubicBezTo>
                <a:cubicBezTo>
                  <a:pt x="1771" y="968"/>
                  <a:pt x="1732" y="946"/>
                  <a:pt x="1711" y="911"/>
                </a:cubicBezTo>
                <a:cubicBezTo>
                  <a:pt x="1689" y="876"/>
                  <a:pt x="1687" y="832"/>
                  <a:pt x="1705" y="794"/>
                </a:cubicBezTo>
                <a:cubicBezTo>
                  <a:pt x="1982" y="240"/>
                  <a:pt x="1982" y="240"/>
                  <a:pt x="1982" y="240"/>
                </a:cubicBezTo>
                <a:cubicBezTo>
                  <a:pt x="0" y="240"/>
                  <a:pt x="0" y="240"/>
                  <a:pt x="0" y="240"/>
                </a:cubicBezTo>
                <a:cubicBezTo>
                  <a:pt x="0" y="0"/>
                  <a:pt x="0" y="0"/>
                  <a:pt x="0" y="0"/>
                </a:cubicBezTo>
                <a:cubicBezTo>
                  <a:pt x="2176" y="0"/>
                  <a:pt x="2176" y="0"/>
                  <a:pt x="2176" y="0"/>
                </a:cubicBezTo>
                <a:cubicBezTo>
                  <a:pt x="2218" y="0"/>
                  <a:pt x="2256" y="22"/>
                  <a:pt x="2278" y="57"/>
                </a:cubicBezTo>
                <a:cubicBezTo>
                  <a:pt x="2300" y="92"/>
                  <a:pt x="2302" y="136"/>
                  <a:pt x="2284" y="174"/>
                </a:cubicBezTo>
                <a:cubicBezTo>
                  <a:pt x="2007" y="728"/>
                  <a:pt x="2007" y="728"/>
                  <a:pt x="2007" y="728"/>
                </a:cubicBezTo>
                <a:cubicBezTo>
                  <a:pt x="2998" y="728"/>
                  <a:pt x="2998" y="728"/>
                  <a:pt x="2998" y="728"/>
                </a:cubicBezTo>
                <a:cubicBezTo>
                  <a:pt x="3036" y="486"/>
                  <a:pt x="3036" y="486"/>
                  <a:pt x="3036" y="486"/>
                </a:cubicBezTo>
                <a:cubicBezTo>
                  <a:pt x="3045" y="427"/>
                  <a:pt x="3095" y="384"/>
                  <a:pt x="3154" y="384"/>
                </a:cubicBezTo>
                <a:cubicBezTo>
                  <a:pt x="4072" y="384"/>
                  <a:pt x="4072" y="384"/>
                  <a:pt x="4072" y="384"/>
                </a:cubicBezTo>
                <a:cubicBezTo>
                  <a:pt x="4127" y="384"/>
                  <a:pt x="4175" y="421"/>
                  <a:pt x="4189" y="474"/>
                </a:cubicBezTo>
                <a:cubicBezTo>
                  <a:pt x="4254" y="728"/>
                  <a:pt x="4254" y="728"/>
                  <a:pt x="4254" y="728"/>
                </a:cubicBezTo>
                <a:cubicBezTo>
                  <a:pt x="5014" y="728"/>
                  <a:pt x="5014" y="728"/>
                  <a:pt x="5014" y="728"/>
                </a:cubicBezTo>
                <a:cubicBezTo>
                  <a:pt x="5061" y="728"/>
                  <a:pt x="5103" y="755"/>
                  <a:pt x="5123" y="797"/>
                </a:cubicBezTo>
                <a:cubicBezTo>
                  <a:pt x="5422" y="1432"/>
                  <a:pt x="5422" y="1432"/>
                  <a:pt x="5422" y="1432"/>
                </a:cubicBezTo>
                <a:cubicBezTo>
                  <a:pt x="7680" y="1432"/>
                  <a:pt x="7680" y="1432"/>
                  <a:pt x="7680" y="1432"/>
                </a:cubicBezTo>
                <a:lnTo>
                  <a:pt x="7680" y="1672"/>
                </a:lnTo>
                <a:close/>
              </a:path>
            </a:pathLst>
          </a:custGeom>
          <a:solidFill>
            <a:srgbClr val="474647">
              <a:alpha val="62000"/>
            </a:srgbClr>
          </a:solidFill>
          <a:ln>
            <a:noFill/>
          </a:ln>
        </p:spPr>
        <p:txBody>
          <a:bodyPr lIns="68580" tIns="34290" rIns="68580" bIns="34290"/>
          <a:lstStyle/>
          <a:p>
            <a:pPr>
              <a:defRPr/>
            </a:pPr>
            <a:endParaRPr lang="en-US" sz="1350"/>
          </a:p>
        </p:txBody>
      </p:sp>
      <p:grpSp>
        <p:nvGrpSpPr>
          <p:cNvPr id="100" name="Group 99">
            <a:extLst>
              <a:ext uri="{FF2B5EF4-FFF2-40B4-BE49-F238E27FC236}">
                <a16:creationId xmlns:a16="http://schemas.microsoft.com/office/drawing/2014/main" id="{D52A84E3-3419-DF84-177D-E2BED75E52CF}"/>
              </a:ext>
            </a:extLst>
          </p:cNvPr>
          <p:cNvGrpSpPr>
            <a:grpSpLocks/>
          </p:cNvGrpSpPr>
          <p:nvPr/>
        </p:nvGrpSpPr>
        <p:grpSpPr bwMode="auto">
          <a:xfrm>
            <a:off x="553189" y="3148126"/>
            <a:ext cx="12453592" cy="2697712"/>
            <a:chOff x="-93663" y="3201988"/>
            <a:chExt cx="12430125" cy="2693988"/>
          </a:xfrm>
        </p:grpSpPr>
        <p:sp>
          <p:nvSpPr>
            <p:cNvPr id="101" name="Freeform 5">
              <a:extLst>
                <a:ext uri="{FF2B5EF4-FFF2-40B4-BE49-F238E27FC236}">
                  <a16:creationId xmlns:a16="http://schemas.microsoft.com/office/drawing/2014/main" id="{6FAF711D-9865-C5EF-837E-306E7C039DB6}"/>
                </a:ext>
              </a:extLst>
            </p:cNvPr>
            <p:cNvSpPr>
              <a:spLocks/>
            </p:cNvSpPr>
            <p:nvPr/>
          </p:nvSpPr>
          <p:spPr bwMode="auto">
            <a:xfrm>
              <a:off x="-78846" y="3201988"/>
              <a:ext cx="12370855" cy="2693988"/>
            </a:xfrm>
            <a:custGeom>
              <a:avLst/>
              <a:gdLst>
                <a:gd name="T0" fmla="*/ 7680 w 7680"/>
                <a:gd name="T1" fmla="*/ 1672 h 1672"/>
                <a:gd name="T2" fmla="*/ 5346 w 7680"/>
                <a:gd name="T3" fmla="*/ 1672 h 1672"/>
                <a:gd name="T4" fmla="*/ 5237 w 7680"/>
                <a:gd name="T5" fmla="*/ 1603 h 1672"/>
                <a:gd name="T6" fmla="*/ 4938 w 7680"/>
                <a:gd name="T7" fmla="*/ 968 h 1672"/>
                <a:gd name="T8" fmla="*/ 4161 w 7680"/>
                <a:gd name="T9" fmla="*/ 968 h 1672"/>
                <a:gd name="T10" fmla="*/ 4045 w 7680"/>
                <a:gd name="T11" fmla="*/ 878 h 1672"/>
                <a:gd name="T12" fmla="*/ 3979 w 7680"/>
                <a:gd name="T13" fmla="*/ 624 h 1672"/>
                <a:gd name="T14" fmla="*/ 3257 w 7680"/>
                <a:gd name="T15" fmla="*/ 624 h 1672"/>
                <a:gd name="T16" fmla="*/ 3219 w 7680"/>
                <a:gd name="T17" fmla="*/ 866 h 1672"/>
                <a:gd name="T18" fmla="*/ 3100 w 7680"/>
                <a:gd name="T19" fmla="*/ 968 h 1672"/>
                <a:gd name="T20" fmla="*/ 1813 w 7680"/>
                <a:gd name="T21" fmla="*/ 968 h 1672"/>
                <a:gd name="T22" fmla="*/ 1711 w 7680"/>
                <a:gd name="T23" fmla="*/ 911 h 1672"/>
                <a:gd name="T24" fmla="*/ 1705 w 7680"/>
                <a:gd name="T25" fmla="*/ 794 h 1672"/>
                <a:gd name="T26" fmla="*/ 1982 w 7680"/>
                <a:gd name="T27" fmla="*/ 240 h 1672"/>
                <a:gd name="T28" fmla="*/ 0 w 7680"/>
                <a:gd name="T29" fmla="*/ 240 h 1672"/>
                <a:gd name="T30" fmla="*/ 0 w 7680"/>
                <a:gd name="T31" fmla="*/ 0 h 1672"/>
                <a:gd name="T32" fmla="*/ 2176 w 7680"/>
                <a:gd name="T33" fmla="*/ 0 h 1672"/>
                <a:gd name="T34" fmla="*/ 2278 w 7680"/>
                <a:gd name="T35" fmla="*/ 57 h 1672"/>
                <a:gd name="T36" fmla="*/ 2284 w 7680"/>
                <a:gd name="T37" fmla="*/ 174 h 1672"/>
                <a:gd name="T38" fmla="*/ 2007 w 7680"/>
                <a:gd name="T39" fmla="*/ 728 h 1672"/>
                <a:gd name="T40" fmla="*/ 2998 w 7680"/>
                <a:gd name="T41" fmla="*/ 728 h 1672"/>
                <a:gd name="T42" fmla="*/ 3036 w 7680"/>
                <a:gd name="T43" fmla="*/ 486 h 1672"/>
                <a:gd name="T44" fmla="*/ 3154 w 7680"/>
                <a:gd name="T45" fmla="*/ 384 h 1672"/>
                <a:gd name="T46" fmla="*/ 4072 w 7680"/>
                <a:gd name="T47" fmla="*/ 384 h 1672"/>
                <a:gd name="T48" fmla="*/ 4189 w 7680"/>
                <a:gd name="T49" fmla="*/ 474 h 1672"/>
                <a:gd name="T50" fmla="*/ 4254 w 7680"/>
                <a:gd name="T51" fmla="*/ 728 h 1672"/>
                <a:gd name="T52" fmla="*/ 5014 w 7680"/>
                <a:gd name="T53" fmla="*/ 728 h 1672"/>
                <a:gd name="T54" fmla="*/ 5123 w 7680"/>
                <a:gd name="T55" fmla="*/ 797 h 1672"/>
                <a:gd name="T56" fmla="*/ 5422 w 7680"/>
                <a:gd name="T57" fmla="*/ 1432 h 1672"/>
                <a:gd name="T58" fmla="*/ 7680 w 7680"/>
                <a:gd name="T59" fmla="*/ 1432 h 1672"/>
                <a:gd name="T60" fmla="*/ 7680 w 7680"/>
                <a:gd name="T61" fmla="*/ 1672 h 16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680" h="1672">
                  <a:moveTo>
                    <a:pt x="7680" y="1672"/>
                  </a:moveTo>
                  <a:cubicBezTo>
                    <a:pt x="5346" y="1672"/>
                    <a:pt x="5346" y="1672"/>
                    <a:pt x="5346" y="1672"/>
                  </a:cubicBezTo>
                  <a:cubicBezTo>
                    <a:pt x="5299" y="1672"/>
                    <a:pt x="5257" y="1645"/>
                    <a:pt x="5237" y="1603"/>
                  </a:cubicBezTo>
                  <a:cubicBezTo>
                    <a:pt x="4938" y="968"/>
                    <a:pt x="4938" y="968"/>
                    <a:pt x="4938" y="968"/>
                  </a:cubicBezTo>
                  <a:cubicBezTo>
                    <a:pt x="4161" y="968"/>
                    <a:pt x="4161" y="968"/>
                    <a:pt x="4161" y="968"/>
                  </a:cubicBezTo>
                  <a:cubicBezTo>
                    <a:pt x="4106" y="968"/>
                    <a:pt x="4059" y="931"/>
                    <a:pt x="4045" y="878"/>
                  </a:cubicBezTo>
                  <a:cubicBezTo>
                    <a:pt x="3979" y="624"/>
                    <a:pt x="3979" y="624"/>
                    <a:pt x="3979" y="624"/>
                  </a:cubicBezTo>
                  <a:cubicBezTo>
                    <a:pt x="3257" y="624"/>
                    <a:pt x="3257" y="624"/>
                    <a:pt x="3257" y="624"/>
                  </a:cubicBezTo>
                  <a:cubicBezTo>
                    <a:pt x="3219" y="866"/>
                    <a:pt x="3219" y="866"/>
                    <a:pt x="3219" y="866"/>
                  </a:cubicBezTo>
                  <a:cubicBezTo>
                    <a:pt x="3210" y="925"/>
                    <a:pt x="3160" y="968"/>
                    <a:pt x="3100" y="968"/>
                  </a:cubicBezTo>
                  <a:cubicBezTo>
                    <a:pt x="1813" y="968"/>
                    <a:pt x="1813" y="968"/>
                    <a:pt x="1813" y="968"/>
                  </a:cubicBezTo>
                  <a:cubicBezTo>
                    <a:pt x="1771" y="968"/>
                    <a:pt x="1732" y="946"/>
                    <a:pt x="1711" y="911"/>
                  </a:cubicBezTo>
                  <a:cubicBezTo>
                    <a:pt x="1689" y="876"/>
                    <a:pt x="1687" y="832"/>
                    <a:pt x="1705" y="794"/>
                  </a:cubicBezTo>
                  <a:cubicBezTo>
                    <a:pt x="1982" y="240"/>
                    <a:pt x="1982" y="240"/>
                    <a:pt x="1982" y="240"/>
                  </a:cubicBezTo>
                  <a:cubicBezTo>
                    <a:pt x="0" y="240"/>
                    <a:pt x="0" y="240"/>
                    <a:pt x="0" y="240"/>
                  </a:cubicBezTo>
                  <a:cubicBezTo>
                    <a:pt x="0" y="0"/>
                    <a:pt x="0" y="0"/>
                    <a:pt x="0" y="0"/>
                  </a:cubicBezTo>
                  <a:cubicBezTo>
                    <a:pt x="2176" y="0"/>
                    <a:pt x="2176" y="0"/>
                    <a:pt x="2176" y="0"/>
                  </a:cubicBezTo>
                  <a:cubicBezTo>
                    <a:pt x="2218" y="0"/>
                    <a:pt x="2256" y="22"/>
                    <a:pt x="2278" y="57"/>
                  </a:cubicBezTo>
                  <a:cubicBezTo>
                    <a:pt x="2300" y="92"/>
                    <a:pt x="2302" y="136"/>
                    <a:pt x="2284" y="174"/>
                  </a:cubicBezTo>
                  <a:cubicBezTo>
                    <a:pt x="2007" y="728"/>
                    <a:pt x="2007" y="728"/>
                    <a:pt x="2007" y="728"/>
                  </a:cubicBezTo>
                  <a:cubicBezTo>
                    <a:pt x="2998" y="728"/>
                    <a:pt x="2998" y="728"/>
                    <a:pt x="2998" y="728"/>
                  </a:cubicBezTo>
                  <a:cubicBezTo>
                    <a:pt x="3036" y="486"/>
                    <a:pt x="3036" y="486"/>
                    <a:pt x="3036" y="486"/>
                  </a:cubicBezTo>
                  <a:cubicBezTo>
                    <a:pt x="3045" y="427"/>
                    <a:pt x="3095" y="384"/>
                    <a:pt x="3154" y="384"/>
                  </a:cubicBezTo>
                  <a:cubicBezTo>
                    <a:pt x="4072" y="384"/>
                    <a:pt x="4072" y="384"/>
                    <a:pt x="4072" y="384"/>
                  </a:cubicBezTo>
                  <a:cubicBezTo>
                    <a:pt x="4127" y="384"/>
                    <a:pt x="4175" y="421"/>
                    <a:pt x="4189" y="474"/>
                  </a:cubicBezTo>
                  <a:cubicBezTo>
                    <a:pt x="4254" y="728"/>
                    <a:pt x="4254" y="728"/>
                    <a:pt x="4254" y="728"/>
                  </a:cubicBezTo>
                  <a:cubicBezTo>
                    <a:pt x="5014" y="728"/>
                    <a:pt x="5014" y="728"/>
                    <a:pt x="5014" y="728"/>
                  </a:cubicBezTo>
                  <a:cubicBezTo>
                    <a:pt x="5061" y="728"/>
                    <a:pt x="5103" y="755"/>
                    <a:pt x="5123" y="797"/>
                  </a:cubicBezTo>
                  <a:cubicBezTo>
                    <a:pt x="5422" y="1432"/>
                    <a:pt x="5422" y="1432"/>
                    <a:pt x="5422" y="1432"/>
                  </a:cubicBezTo>
                  <a:cubicBezTo>
                    <a:pt x="7680" y="1432"/>
                    <a:pt x="7680" y="1432"/>
                    <a:pt x="7680" y="1432"/>
                  </a:cubicBezTo>
                  <a:lnTo>
                    <a:pt x="7680" y="1672"/>
                  </a:lnTo>
                  <a:close/>
                </a:path>
              </a:pathLst>
            </a:custGeom>
            <a:solidFill>
              <a:srgbClr val="474647"/>
            </a:solid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a:defRPr/>
              </a:pPr>
              <a:endParaRPr lang="en-US" sz="1350"/>
            </a:p>
          </p:txBody>
        </p:sp>
        <p:sp>
          <p:nvSpPr>
            <p:cNvPr id="102" name="Freeform 6">
              <a:extLst>
                <a:ext uri="{FF2B5EF4-FFF2-40B4-BE49-F238E27FC236}">
                  <a16:creationId xmlns:a16="http://schemas.microsoft.com/office/drawing/2014/main" id="{E175E685-3758-7F5D-107B-85E42FA135F9}"/>
                </a:ext>
              </a:extLst>
            </p:cNvPr>
            <p:cNvSpPr>
              <a:spLocks/>
            </p:cNvSpPr>
            <p:nvPr/>
          </p:nvSpPr>
          <p:spPr bwMode="auto">
            <a:xfrm>
              <a:off x="-78846" y="3233756"/>
              <a:ext cx="12396257" cy="2630451"/>
            </a:xfrm>
            <a:custGeom>
              <a:avLst/>
              <a:gdLst>
                <a:gd name="T0" fmla="*/ 7696 w 7696"/>
                <a:gd name="T1" fmla="*/ 1632 h 1632"/>
                <a:gd name="T2" fmla="*/ 5346 w 7696"/>
                <a:gd name="T3" fmla="*/ 1632 h 1632"/>
                <a:gd name="T4" fmla="*/ 5255 w 7696"/>
                <a:gd name="T5" fmla="*/ 1575 h 1632"/>
                <a:gd name="T6" fmla="*/ 4951 w 7696"/>
                <a:gd name="T7" fmla="*/ 928 h 1632"/>
                <a:gd name="T8" fmla="*/ 4161 w 7696"/>
                <a:gd name="T9" fmla="*/ 928 h 1632"/>
                <a:gd name="T10" fmla="*/ 4064 w 7696"/>
                <a:gd name="T11" fmla="*/ 853 h 1632"/>
                <a:gd name="T12" fmla="*/ 3995 w 7696"/>
                <a:gd name="T13" fmla="*/ 584 h 1632"/>
                <a:gd name="T14" fmla="*/ 3240 w 7696"/>
                <a:gd name="T15" fmla="*/ 584 h 1632"/>
                <a:gd name="T16" fmla="*/ 3199 w 7696"/>
                <a:gd name="T17" fmla="*/ 843 h 1632"/>
                <a:gd name="T18" fmla="*/ 3100 w 7696"/>
                <a:gd name="T19" fmla="*/ 928 h 1632"/>
                <a:gd name="T20" fmla="*/ 1813 w 7696"/>
                <a:gd name="T21" fmla="*/ 928 h 1632"/>
                <a:gd name="T22" fmla="*/ 1728 w 7696"/>
                <a:gd name="T23" fmla="*/ 881 h 1632"/>
                <a:gd name="T24" fmla="*/ 1723 w 7696"/>
                <a:gd name="T25" fmla="*/ 783 h 1632"/>
                <a:gd name="T26" fmla="*/ 2015 w 7696"/>
                <a:gd name="T27" fmla="*/ 200 h 1632"/>
                <a:gd name="T28" fmla="*/ 0 w 7696"/>
                <a:gd name="T29" fmla="*/ 200 h 1632"/>
                <a:gd name="T30" fmla="*/ 0 w 7696"/>
                <a:gd name="T31" fmla="*/ 0 h 1632"/>
                <a:gd name="T32" fmla="*/ 2176 w 7696"/>
                <a:gd name="T33" fmla="*/ 0 h 1632"/>
                <a:gd name="T34" fmla="*/ 2261 w 7696"/>
                <a:gd name="T35" fmla="*/ 47 h 1632"/>
                <a:gd name="T36" fmla="*/ 2266 w 7696"/>
                <a:gd name="T37" fmla="*/ 145 h 1632"/>
                <a:gd name="T38" fmla="*/ 1974 w 7696"/>
                <a:gd name="T39" fmla="*/ 728 h 1632"/>
                <a:gd name="T40" fmla="*/ 3015 w 7696"/>
                <a:gd name="T41" fmla="*/ 728 h 1632"/>
                <a:gd name="T42" fmla="*/ 3055 w 7696"/>
                <a:gd name="T43" fmla="*/ 469 h 1632"/>
                <a:gd name="T44" fmla="*/ 3154 w 7696"/>
                <a:gd name="T45" fmla="*/ 384 h 1632"/>
                <a:gd name="T46" fmla="*/ 4072 w 7696"/>
                <a:gd name="T47" fmla="*/ 384 h 1632"/>
                <a:gd name="T48" fmla="*/ 4169 w 7696"/>
                <a:gd name="T49" fmla="*/ 459 h 1632"/>
                <a:gd name="T50" fmla="*/ 4239 w 7696"/>
                <a:gd name="T51" fmla="*/ 728 h 1632"/>
                <a:gd name="T52" fmla="*/ 5014 w 7696"/>
                <a:gd name="T53" fmla="*/ 728 h 1632"/>
                <a:gd name="T54" fmla="*/ 5105 w 7696"/>
                <a:gd name="T55" fmla="*/ 785 h 1632"/>
                <a:gd name="T56" fmla="*/ 5409 w 7696"/>
                <a:gd name="T57" fmla="*/ 1432 h 1632"/>
                <a:gd name="T58" fmla="*/ 7696 w 7696"/>
                <a:gd name="T59" fmla="*/ 1432 h 1632"/>
                <a:gd name="T60" fmla="*/ 7696 w 7696"/>
                <a:gd name="T61" fmla="*/ 1632 h 16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696" h="1632">
                  <a:moveTo>
                    <a:pt x="7696" y="1632"/>
                  </a:moveTo>
                  <a:cubicBezTo>
                    <a:pt x="5346" y="1632"/>
                    <a:pt x="5346" y="1632"/>
                    <a:pt x="5346" y="1632"/>
                  </a:cubicBezTo>
                  <a:cubicBezTo>
                    <a:pt x="5307" y="1632"/>
                    <a:pt x="5272" y="1610"/>
                    <a:pt x="5255" y="1575"/>
                  </a:cubicBezTo>
                  <a:cubicBezTo>
                    <a:pt x="4951" y="928"/>
                    <a:pt x="4951" y="928"/>
                    <a:pt x="4951" y="928"/>
                  </a:cubicBezTo>
                  <a:cubicBezTo>
                    <a:pt x="4161" y="928"/>
                    <a:pt x="4161" y="928"/>
                    <a:pt x="4161" y="928"/>
                  </a:cubicBezTo>
                  <a:cubicBezTo>
                    <a:pt x="4115" y="928"/>
                    <a:pt x="4076" y="897"/>
                    <a:pt x="4064" y="853"/>
                  </a:cubicBezTo>
                  <a:cubicBezTo>
                    <a:pt x="3995" y="584"/>
                    <a:pt x="3995" y="584"/>
                    <a:pt x="3995" y="584"/>
                  </a:cubicBezTo>
                  <a:cubicBezTo>
                    <a:pt x="3240" y="584"/>
                    <a:pt x="3240" y="584"/>
                    <a:pt x="3240" y="584"/>
                  </a:cubicBezTo>
                  <a:cubicBezTo>
                    <a:pt x="3199" y="843"/>
                    <a:pt x="3199" y="843"/>
                    <a:pt x="3199" y="843"/>
                  </a:cubicBezTo>
                  <a:cubicBezTo>
                    <a:pt x="3192" y="892"/>
                    <a:pt x="3150" y="928"/>
                    <a:pt x="3100" y="928"/>
                  </a:cubicBezTo>
                  <a:cubicBezTo>
                    <a:pt x="1813" y="928"/>
                    <a:pt x="1813" y="928"/>
                    <a:pt x="1813" y="928"/>
                  </a:cubicBezTo>
                  <a:cubicBezTo>
                    <a:pt x="1778" y="928"/>
                    <a:pt x="1746" y="910"/>
                    <a:pt x="1728" y="881"/>
                  </a:cubicBezTo>
                  <a:cubicBezTo>
                    <a:pt x="1709" y="851"/>
                    <a:pt x="1708" y="814"/>
                    <a:pt x="1723" y="783"/>
                  </a:cubicBezTo>
                  <a:cubicBezTo>
                    <a:pt x="2015" y="200"/>
                    <a:pt x="2015" y="200"/>
                    <a:pt x="2015" y="200"/>
                  </a:cubicBezTo>
                  <a:cubicBezTo>
                    <a:pt x="0" y="200"/>
                    <a:pt x="0" y="200"/>
                    <a:pt x="0" y="200"/>
                  </a:cubicBezTo>
                  <a:cubicBezTo>
                    <a:pt x="0" y="0"/>
                    <a:pt x="0" y="0"/>
                    <a:pt x="0" y="0"/>
                  </a:cubicBezTo>
                  <a:cubicBezTo>
                    <a:pt x="2176" y="0"/>
                    <a:pt x="2176" y="0"/>
                    <a:pt x="2176" y="0"/>
                  </a:cubicBezTo>
                  <a:cubicBezTo>
                    <a:pt x="2211" y="0"/>
                    <a:pt x="2243" y="18"/>
                    <a:pt x="2261" y="47"/>
                  </a:cubicBezTo>
                  <a:cubicBezTo>
                    <a:pt x="2280" y="77"/>
                    <a:pt x="2281" y="114"/>
                    <a:pt x="2266" y="145"/>
                  </a:cubicBezTo>
                  <a:cubicBezTo>
                    <a:pt x="1974" y="728"/>
                    <a:pt x="1974" y="728"/>
                    <a:pt x="1974" y="728"/>
                  </a:cubicBezTo>
                  <a:cubicBezTo>
                    <a:pt x="3015" y="728"/>
                    <a:pt x="3015" y="728"/>
                    <a:pt x="3015" y="728"/>
                  </a:cubicBezTo>
                  <a:cubicBezTo>
                    <a:pt x="3055" y="469"/>
                    <a:pt x="3055" y="469"/>
                    <a:pt x="3055" y="469"/>
                  </a:cubicBezTo>
                  <a:cubicBezTo>
                    <a:pt x="3063" y="420"/>
                    <a:pt x="3105" y="384"/>
                    <a:pt x="3154" y="384"/>
                  </a:cubicBezTo>
                  <a:cubicBezTo>
                    <a:pt x="4072" y="384"/>
                    <a:pt x="4072" y="384"/>
                    <a:pt x="4072" y="384"/>
                  </a:cubicBezTo>
                  <a:cubicBezTo>
                    <a:pt x="4118" y="384"/>
                    <a:pt x="4158" y="415"/>
                    <a:pt x="4169" y="459"/>
                  </a:cubicBezTo>
                  <a:cubicBezTo>
                    <a:pt x="4239" y="728"/>
                    <a:pt x="4239" y="728"/>
                    <a:pt x="4239" y="728"/>
                  </a:cubicBezTo>
                  <a:cubicBezTo>
                    <a:pt x="5014" y="728"/>
                    <a:pt x="5014" y="728"/>
                    <a:pt x="5014" y="728"/>
                  </a:cubicBezTo>
                  <a:cubicBezTo>
                    <a:pt x="5053" y="728"/>
                    <a:pt x="5088" y="750"/>
                    <a:pt x="5105" y="785"/>
                  </a:cubicBezTo>
                  <a:cubicBezTo>
                    <a:pt x="5409" y="1432"/>
                    <a:pt x="5409" y="1432"/>
                    <a:pt x="5409" y="1432"/>
                  </a:cubicBezTo>
                  <a:cubicBezTo>
                    <a:pt x="7696" y="1432"/>
                    <a:pt x="7696" y="1432"/>
                    <a:pt x="7696" y="1432"/>
                  </a:cubicBezTo>
                  <a:lnTo>
                    <a:pt x="7696" y="1632"/>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a:defRPr/>
              </a:pPr>
              <a:endParaRPr lang="en-US" sz="1350"/>
            </a:p>
          </p:txBody>
        </p:sp>
        <p:sp>
          <p:nvSpPr>
            <p:cNvPr id="103" name="Freeform 7">
              <a:extLst>
                <a:ext uri="{FF2B5EF4-FFF2-40B4-BE49-F238E27FC236}">
                  <a16:creationId xmlns:a16="http://schemas.microsoft.com/office/drawing/2014/main" id="{0E03330E-1703-86FC-D8D1-F355C257CD43}"/>
                </a:ext>
              </a:extLst>
            </p:cNvPr>
            <p:cNvSpPr>
              <a:spLocks/>
            </p:cNvSpPr>
            <p:nvPr/>
          </p:nvSpPr>
          <p:spPr bwMode="auto">
            <a:xfrm>
              <a:off x="-78846" y="3267643"/>
              <a:ext cx="12415308" cy="2562676"/>
            </a:xfrm>
            <a:custGeom>
              <a:avLst/>
              <a:gdLst>
                <a:gd name="T0" fmla="*/ 7708 w 7708"/>
                <a:gd name="T1" fmla="*/ 1592 h 1592"/>
                <a:gd name="T2" fmla="*/ 5346 w 7708"/>
                <a:gd name="T3" fmla="*/ 1592 h 1592"/>
                <a:gd name="T4" fmla="*/ 5273 w 7708"/>
                <a:gd name="T5" fmla="*/ 1546 h 1592"/>
                <a:gd name="T6" fmla="*/ 4964 w 7708"/>
                <a:gd name="T7" fmla="*/ 888 h 1592"/>
                <a:gd name="T8" fmla="*/ 4161 w 7708"/>
                <a:gd name="T9" fmla="*/ 888 h 1592"/>
                <a:gd name="T10" fmla="*/ 4084 w 7708"/>
                <a:gd name="T11" fmla="*/ 828 h 1592"/>
                <a:gd name="T12" fmla="*/ 4010 w 7708"/>
                <a:gd name="T13" fmla="*/ 544 h 1592"/>
                <a:gd name="T14" fmla="*/ 3223 w 7708"/>
                <a:gd name="T15" fmla="*/ 544 h 1592"/>
                <a:gd name="T16" fmla="*/ 3179 w 7708"/>
                <a:gd name="T17" fmla="*/ 820 h 1592"/>
                <a:gd name="T18" fmla="*/ 3100 w 7708"/>
                <a:gd name="T19" fmla="*/ 888 h 1592"/>
                <a:gd name="T20" fmla="*/ 1813 w 7708"/>
                <a:gd name="T21" fmla="*/ 888 h 1592"/>
                <a:gd name="T22" fmla="*/ 1745 w 7708"/>
                <a:gd name="T23" fmla="*/ 850 h 1592"/>
                <a:gd name="T24" fmla="*/ 1741 w 7708"/>
                <a:gd name="T25" fmla="*/ 772 h 1592"/>
                <a:gd name="T26" fmla="*/ 2047 w 7708"/>
                <a:gd name="T27" fmla="*/ 160 h 1592"/>
                <a:gd name="T28" fmla="*/ 0 w 7708"/>
                <a:gd name="T29" fmla="*/ 160 h 1592"/>
                <a:gd name="T30" fmla="*/ 0 w 7708"/>
                <a:gd name="T31" fmla="*/ 0 h 1592"/>
                <a:gd name="T32" fmla="*/ 2176 w 7708"/>
                <a:gd name="T33" fmla="*/ 0 h 1592"/>
                <a:gd name="T34" fmla="*/ 2244 w 7708"/>
                <a:gd name="T35" fmla="*/ 38 h 1592"/>
                <a:gd name="T36" fmla="*/ 2248 w 7708"/>
                <a:gd name="T37" fmla="*/ 116 h 1592"/>
                <a:gd name="T38" fmla="*/ 1942 w 7708"/>
                <a:gd name="T39" fmla="*/ 728 h 1592"/>
                <a:gd name="T40" fmla="*/ 3032 w 7708"/>
                <a:gd name="T41" fmla="*/ 728 h 1592"/>
                <a:gd name="T42" fmla="*/ 3075 w 7708"/>
                <a:gd name="T43" fmla="*/ 452 h 1592"/>
                <a:gd name="T44" fmla="*/ 3154 w 7708"/>
                <a:gd name="T45" fmla="*/ 384 h 1592"/>
                <a:gd name="T46" fmla="*/ 4072 w 7708"/>
                <a:gd name="T47" fmla="*/ 384 h 1592"/>
                <a:gd name="T48" fmla="*/ 4150 w 7708"/>
                <a:gd name="T49" fmla="*/ 444 h 1592"/>
                <a:gd name="T50" fmla="*/ 4223 w 7708"/>
                <a:gd name="T51" fmla="*/ 728 h 1592"/>
                <a:gd name="T52" fmla="*/ 5014 w 7708"/>
                <a:gd name="T53" fmla="*/ 728 h 1592"/>
                <a:gd name="T54" fmla="*/ 5087 w 7708"/>
                <a:gd name="T55" fmla="*/ 774 h 1592"/>
                <a:gd name="T56" fmla="*/ 5397 w 7708"/>
                <a:gd name="T57" fmla="*/ 1432 h 1592"/>
                <a:gd name="T58" fmla="*/ 7708 w 7708"/>
                <a:gd name="T59" fmla="*/ 1432 h 1592"/>
                <a:gd name="T60" fmla="*/ 7708 w 7708"/>
                <a:gd name="T61" fmla="*/ 1592 h 1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08" h="1592">
                  <a:moveTo>
                    <a:pt x="7708" y="1592"/>
                  </a:moveTo>
                  <a:cubicBezTo>
                    <a:pt x="5346" y="1592"/>
                    <a:pt x="5346" y="1592"/>
                    <a:pt x="5346" y="1592"/>
                  </a:cubicBezTo>
                  <a:cubicBezTo>
                    <a:pt x="5315" y="1592"/>
                    <a:pt x="5287" y="1574"/>
                    <a:pt x="5273" y="1546"/>
                  </a:cubicBezTo>
                  <a:cubicBezTo>
                    <a:pt x="4964" y="888"/>
                    <a:pt x="4964" y="888"/>
                    <a:pt x="4964" y="888"/>
                  </a:cubicBezTo>
                  <a:cubicBezTo>
                    <a:pt x="4161" y="888"/>
                    <a:pt x="4161" y="888"/>
                    <a:pt x="4161" y="888"/>
                  </a:cubicBezTo>
                  <a:cubicBezTo>
                    <a:pt x="4125" y="888"/>
                    <a:pt x="4093" y="863"/>
                    <a:pt x="4084" y="828"/>
                  </a:cubicBezTo>
                  <a:cubicBezTo>
                    <a:pt x="4010" y="544"/>
                    <a:pt x="4010" y="544"/>
                    <a:pt x="4010" y="544"/>
                  </a:cubicBezTo>
                  <a:cubicBezTo>
                    <a:pt x="3223" y="544"/>
                    <a:pt x="3223" y="544"/>
                    <a:pt x="3223" y="544"/>
                  </a:cubicBezTo>
                  <a:cubicBezTo>
                    <a:pt x="3179" y="820"/>
                    <a:pt x="3179" y="820"/>
                    <a:pt x="3179" y="820"/>
                  </a:cubicBezTo>
                  <a:cubicBezTo>
                    <a:pt x="3173" y="859"/>
                    <a:pt x="3140" y="888"/>
                    <a:pt x="3100" y="888"/>
                  </a:cubicBezTo>
                  <a:cubicBezTo>
                    <a:pt x="1813" y="888"/>
                    <a:pt x="1813" y="888"/>
                    <a:pt x="1813" y="888"/>
                  </a:cubicBezTo>
                  <a:cubicBezTo>
                    <a:pt x="1785" y="888"/>
                    <a:pt x="1759" y="874"/>
                    <a:pt x="1745" y="850"/>
                  </a:cubicBezTo>
                  <a:cubicBezTo>
                    <a:pt x="1730" y="826"/>
                    <a:pt x="1729" y="797"/>
                    <a:pt x="1741" y="772"/>
                  </a:cubicBezTo>
                  <a:cubicBezTo>
                    <a:pt x="2047" y="160"/>
                    <a:pt x="2047" y="160"/>
                    <a:pt x="2047" y="160"/>
                  </a:cubicBezTo>
                  <a:cubicBezTo>
                    <a:pt x="0" y="160"/>
                    <a:pt x="0" y="160"/>
                    <a:pt x="0" y="160"/>
                  </a:cubicBezTo>
                  <a:cubicBezTo>
                    <a:pt x="0" y="0"/>
                    <a:pt x="0" y="0"/>
                    <a:pt x="0" y="0"/>
                  </a:cubicBezTo>
                  <a:cubicBezTo>
                    <a:pt x="2176" y="0"/>
                    <a:pt x="2176" y="0"/>
                    <a:pt x="2176" y="0"/>
                  </a:cubicBezTo>
                  <a:cubicBezTo>
                    <a:pt x="2204" y="0"/>
                    <a:pt x="2230" y="14"/>
                    <a:pt x="2244" y="38"/>
                  </a:cubicBezTo>
                  <a:cubicBezTo>
                    <a:pt x="2259" y="62"/>
                    <a:pt x="2260" y="91"/>
                    <a:pt x="2248" y="116"/>
                  </a:cubicBezTo>
                  <a:cubicBezTo>
                    <a:pt x="1942" y="728"/>
                    <a:pt x="1942" y="728"/>
                    <a:pt x="1942" y="728"/>
                  </a:cubicBezTo>
                  <a:cubicBezTo>
                    <a:pt x="3032" y="728"/>
                    <a:pt x="3032" y="728"/>
                    <a:pt x="3032" y="728"/>
                  </a:cubicBezTo>
                  <a:cubicBezTo>
                    <a:pt x="3075" y="452"/>
                    <a:pt x="3075" y="452"/>
                    <a:pt x="3075" y="452"/>
                  </a:cubicBezTo>
                  <a:cubicBezTo>
                    <a:pt x="3081" y="413"/>
                    <a:pt x="3115" y="384"/>
                    <a:pt x="3154" y="384"/>
                  </a:cubicBezTo>
                  <a:cubicBezTo>
                    <a:pt x="4072" y="384"/>
                    <a:pt x="4072" y="384"/>
                    <a:pt x="4072" y="384"/>
                  </a:cubicBezTo>
                  <a:cubicBezTo>
                    <a:pt x="4109" y="384"/>
                    <a:pt x="4141" y="409"/>
                    <a:pt x="4150" y="444"/>
                  </a:cubicBezTo>
                  <a:cubicBezTo>
                    <a:pt x="4223" y="728"/>
                    <a:pt x="4223" y="728"/>
                    <a:pt x="4223" y="728"/>
                  </a:cubicBezTo>
                  <a:cubicBezTo>
                    <a:pt x="5014" y="728"/>
                    <a:pt x="5014" y="728"/>
                    <a:pt x="5014" y="728"/>
                  </a:cubicBezTo>
                  <a:cubicBezTo>
                    <a:pt x="5045" y="728"/>
                    <a:pt x="5074" y="746"/>
                    <a:pt x="5087" y="774"/>
                  </a:cubicBezTo>
                  <a:cubicBezTo>
                    <a:pt x="5397" y="1432"/>
                    <a:pt x="5397" y="1432"/>
                    <a:pt x="5397" y="1432"/>
                  </a:cubicBezTo>
                  <a:cubicBezTo>
                    <a:pt x="7708" y="1432"/>
                    <a:pt x="7708" y="1432"/>
                    <a:pt x="7708" y="1432"/>
                  </a:cubicBezTo>
                  <a:lnTo>
                    <a:pt x="7708" y="1592"/>
                  </a:lnTo>
                  <a:close/>
                </a:path>
              </a:pathLst>
            </a:custGeom>
            <a:solidFill>
              <a:srgbClr val="474647"/>
            </a:solid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a:defRPr/>
              </a:pPr>
              <a:endParaRPr lang="en-US" sz="1350"/>
            </a:p>
          </p:txBody>
        </p:sp>
        <p:grpSp>
          <p:nvGrpSpPr>
            <p:cNvPr id="104" name="Group 117">
              <a:extLst>
                <a:ext uri="{FF2B5EF4-FFF2-40B4-BE49-F238E27FC236}">
                  <a16:creationId xmlns:a16="http://schemas.microsoft.com/office/drawing/2014/main" id="{BE3D59EC-3393-73AB-EE0A-32035BFE2D79}"/>
                </a:ext>
              </a:extLst>
            </p:cNvPr>
            <p:cNvGrpSpPr>
              <a:grpSpLocks/>
            </p:cNvGrpSpPr>
            <p:nvPr/>
          </p:nvGrpSpPr>
          <p:grpSpPr bwMode="auto">
            <a:xfrm>
              <a:off x="-93663" y="3376613"/>
              <a:ext cx="12401551" cy="2332037"/>
              <a:chOff x="-93663" y="3376613"/>
              <a:chExt cx="12401551" cy="2332037"/>
            </a:xfrm>
          </p:grpSpPr>
          <p:sp>
            <p:nvSpPr>
              <p:cNvPr id="105" name="Freeform 8">
                <a:extLst>
                  <a:ext uri="{FF2B5EF4-FFF2-40B4-BE49-F238E27FC236}">
                    <a16:creationId xmlns:a16="http://schemas.microsoft.com/office/drawing/2014/main" id="{CB3AE2C2-1821-0178-3EE4-81B6BB3E03AC}"/>
                  </a:ext>
                </a:extLst>
              </p:cNvPr>
              <p:cNvSpPr>
                <a:spLocks/>
              </p:cNvSpPr>
              <p:nvPr/>
            </p:nvSpPr>
            <p:spPr bwMode="auto">
              <a:xfrm>
                <a:off x="-93663" y="3375656"/>
                <a:ext cx="135478" cy="31768"/>
              </a:xfrm>
              <a:custGeom>
                <a:avLst/>
                <a:gdLst>
                  <a:gd name="T0" fmla="*/ 74 w 84"/>
                  <a:gd name="T1" fmla="*/ 20 h 20"/>
                  <a:gd name="T2" fmla="*/ 10 w 84"/>
                  <a:gd name="T3" fmla="*/ 20 h 20"/>
                  <a:gd name="T4" fmla="*/ 0 w 84"/>
                  <a:gd name="T5" fmla="*/ 10 h 20"/>
                  <a:gd name="T6" fmla="*/ 10 w 84"/>
                  <a:gd name="T7" fmla="*/ 0 h 20"/>
                  <a:gd name="T8" fmla="*/ 74 w 84"/>
                  <a:gd name="T9" fmla="*/ 0 h 20"/>
                  <a:gd name="T10" fmla="*/ 84 w 84"/>
                  <a:gd name="T11" fmla="*/ 10 h 20"/>
                  <a:gd name="T12" fmla="*/ 74 w 84"/>
                  <a:gd name="T13" fmla="*/ 20 h 20"/>
                </a:gdLst>
                <a:ahLst/>
                <a:cxnLst>
                  <a:cxn ang="0">
                    <a:pos x="T0" y="T1"/>
                  </a:cxn>
                  <a:cxn ang="0">
                    <a:pos x="T2" y="T3"/>
                  </a:cxn>
                  <a:cxn ang="0">
                    <a:pos x="T4" y="T5"/>
                  </a:cxn>
                  <a:cxn ang="0">
                    <a:pos x="T6" y="T7"/>
                  </a:cxn>
                  <a:cxn ang="0">
                    <a:pos x="T8" y="T9"/>
                  </a:cxn>
                  <a:cxn ang="0">
                    <a:pos x="T10" y="T11"/>
                  </a:cxn>
                  <a:cxn ang="0">
                    <a:pos x="T12" y="T13"/>
                  </a:cxn>
                </a:cxnLst>
                <a:rect l="0" t="0" r="r" b="b"/>
                <a:pathLst>
                  <a:path w="84" h="20">
                    <a:moveTo>
                      <a:pt x="74" y="20"/>
                    </a:moveTo>
                    <a:cubicBezTo>
                      <a:pt x="10" y="20"/>
                      <a:pt x="10" y="20"/>
                      <a:pt x="10" y="20"/>
                    </a:cubicBezTo>
                    <a:cubicBezTo>
                      <a:pt x="4" y="20"/>
                      <a:pt x="0" y="16"/>
                      <a:pt x="0" y="10"/>
                    </a:cubicBezTo>
                    <a:cubicBezTo>
                      <a:pt x="0" y="4"/>
                      <a:pt x="4" y="0"/>
                      <a:pt x="10" y="0"/>
                    </a:cubicBezTo>
                    <a:cubicBezTo>
                      <a:pt x="74" y="0"/>
                      <a:pt x="74" y="0"/>
                      <a:pt x="74" y="0"/>
                    </a:cubicBezTo>
                    <a:cubicBezTo>
                      <a:pt x="80" y="0"/>
                      <a:pt x="84" y="4"/>
                      <a:pt x="84" y="10"/>
                    </a:cubicBezTo>
                    <a:cubicBezTo>
                      <a:pt x="84" y="16"/>
                      <a:pt x="80" y="20"/>
                      <a:pt x="74" y="2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a:defRPr/>
                </a:pPr>
                <a:endParaRPr lang="en-US" sz="1350"/>
              </a:p>
            </p:txBody>
          </p:sp>
          <p:sp>
            <p:nvSpPr>
              <p:cNvPr id="106" name="Freeform 9">
                <a:extLst>
                  <a:ext uri="{FF2B5EF4-FFF2-40B4-BE49-F238E27FC236}">
                    <a16:creationId xmlns:a16="http://schemas.microsoft.com/office/drawing/2014/main" id="{478DC11C-27C7-2295-0859-53F7C0E2417C}"/>
                  </a:ext>
                </a:extLst>
              </p:cNvPr>
              <p:cNvSpPr>
                <a:spLocks noEditPoints="1"/>
              </p:cNvSpPr>
              <p:nvPr/>
            </p:nvSpPr>
            <p:spPr bwMode="auto">
              <a:xfrm>
                <a:off x="202696" y="3375656"/>
                <a:ext cx="2931834" cy="31768"/>
              </a:xfrm>
              <a:custGeom>
                <a:avLst/>
                <a:gdLst>
                  <a:gd name="T0" fmla="*/ 1810 w 1820"/>
                  <a:gd name="T1" fmla="*/ 20 h 20"/>
                  <a:gd name="T2" fmla="*/ 1690 w 1820"/>
                  <a:gd name="T3" fmla="*/ 20 h 20"/>
                  <a:gd name="T4" fmla="*/ 1680 w 1820"/>
                  <a:gd name="T5" fmla="*/ 10 h 20"/>
                  <a:gd name="T6" fmla="*/ 1690 w 1820"/>
                  <a:gd name="T7" fmla="*/ 0 h 20"/>
                  <a:gd name="T8" fmla="*/ 1810 w 1820"/>
                  <a:gd name="T9" fmla="*/ 0 h 20"/>
                  <a:gd name="T10" fmla="*/ 1820 w 1820"/>
                  <a:gd name="T11" fmla="*/ 10 h 20"/>
                  <a:gd name="T12" fmla="*/ 1810 w 1820"/>
                  <a:gd name="T13" fmla="*/ 20 h 20"/>
                  <a:gd name="T14" fmla="*/ 1570 w 1820"/>
                  <a:gd name="T15" fmla="*/ 20 h 20"/>
                  <a:gd name="T16" fmla="*/ 1450 w 1820"/>
                  <a:gd name="T17" fmla="*/ 20 h 20"/>
                  <a:gd name="T18" fmla="*/ 1440 w 1820"/>
                  <a:gd name="T19" fmla="*/ 10 h 20"/>
                  <a:gd name="T20" fmla="*/ 1450 w 1820"/>
                  <a:gd name="T21" fmla="*/ 0 h 20"/>
                  <a:gd name="T22" fmla="*/ 1570 w 1820"/>
                  <a:gd name="T23" fmla="*/ 0 h 20"/>
                  <a:gd name="T24" fmla="*/ 1580 w 1820"/>
                  <a:gd name="T25" fmla="*/ 10 h 20"/>
                  <a:gd name="T26" fmla="*/ 1570 w 1820"/>
                  <a:gd name="T27" fmla="*/ 20 h 20"/>
                  <a:gd name="T28" fmla="*/ 1330 w 1820"/>
                  <a:gd name="T29" fmla="*/ 20 h 20"/>
                  <a:gd name="T30" fmla="*/ 1210 w 1820"/>
                  <a:gd name="T31" fmla="*/ 20 h 20"/>
                  <a:gd name="T32" fmla="*/ 1200 w 1820"/>
                  <a:gd name="T33" fmla="*/ 10 h 20"/>
                  <a:gd name="T34" fmla="*/ 1210 w 1820"/>
                  <a:gd name="T35" fmla="*/ 0 h 20"/>
                  <a:gd name="T36" fmla="*/ 1330 w 1820"/>
                  <a:gd name="T37" fmla="*/ 0 h 20"/>
                  <a:gd name="T38" fmla="*/ 1340 w 1820"/>
                  <a:gd name="T39" fmla="*/ 10 h 20"/>
                  <a:gd name="T40" fmla="*/ 1330 w 1820"/>
                  <a:gd name="T41" fmla="*/ 20 h 20"/>
                  <a:gd name="T42" fmla="*/ 1090 w 1820"/>
                  <a:gd name="T43" fmla="*/ 20 h 20"/>
                  <a:gd name="T44" fmla="*/ 970 w 1820"/>
                  <a:gd name="T45" fmla="*/ 20 h 20"/>
                  <a:gd name="T46" fmla="*/ 960 w 1820"/>
                  <a:gd name="T47" fmla="*/ 10 h 20"/>
                  <a:gd name="T48" fmla="*/ 970 w 1820"/>
                  <a:gd name="T49" fmla="*/ 0 h 20"/>
                  <a:gd name="T50" fmla="*/ 1090 w 1820"/>
                  <a:gd name="T51" fmla="*/ 0 h 20"/>
                  <a:gd name="T52" fmla="*/ 1100 w 1820"/>
                  <a:gd name="T53" fmla="*/ 10 h 20"/>
                  <a:gd name="T54" fmla="*/ 1090 w 1820"/>
                  <a:gd name="T55" fmla="*/ 20 h 20"/>
                  <a:gd name="T56" fmla="*/ 850 w 1820"/>
                  <a:gd name="T57" fmla="*/ 20 h 20"/>
                  <a:gd name="T58" fmla="*/ 730 w 1820"/>
                  <a:gd name="T59" fmla="*/ 20 h 20"/>
                  <a:gd name="T60" fmla="*/ 720 w 1820"/>
                  <a:gd name="T61" fmla="*/ 10 h 20"/>
                  <a:gd name="T62" fmla="*/ 730 w 1820"/>
                  <a:gd name="T63" fmla="*/ 0 h 20"/>
                  <a:gd name="T64" fmla="*/ 850 w 1820"/>
                  <a:gd name="T65" fmla="*/ 0 h 20"/>
                  <a:gd name="T66" fmla="*/ 860 w 1820"/>
                  <a:gd name="T67" fmla="*/ 10 h 20"/>
                  <a:gd name="T68" fmla="*/ 850 w 1820"/>
                  <a:gd name="T69" fmla="*/ 20 h 20"/>
                  <a:gd name="T70" fmla="*/ 610 w 1820"/>
                  <a:gd name="T71" fmla="*/ 20 h 20"/>
                  <a:gd name="T72" fmla="*/ 490 w 1820"/>
                  <a:gd name="T73" fmla="*/ 20 h 20"/>
                  <a:gd name="T74" fmla="*/ 480 w 1820"/>
                  <a:gd name="T75" fmla="*/ 10 h 20"/>
                  <a:gd name="T76" fmla="*/ 490 w 1820"/>
                  <a:gd name="T77" fmla="*/ 0 h 20"/>
                  <a:gd name="T78" fmla="*/ 610 w 1820"/>
                  <a:gd name="T79" fmla="*/ 0 h 20"/>
                  <a:gd name="T80" fmla="*/ 620 w 1820"/>
                  <a:gd name="T81" fmla="*/ 10 h 20"/>
                  <a:gd name="T82" fmla="*/ 610 w 1820"/>
                  <a:gd name="T83" fmla="*/ 20 h 20"/>
                  <a:gd name="T84" fmla="*/ 370 w 1820"/>
                  <a:gd name="T85" fmla="*/ 20 h 20"/>
                  <a:gd name="T86" fmla="*/ 250 w 1820"/>
                  <a:gd name="T87" fmla="*/ 20 h 20"/>
                  <a:gd name="T88" fmla="*/ 240 w 1820"/>
                  <a:gd name="T89" fmla="*/ 10 h 20"/>
                  <a:gd name="T90" fmla="*/ 250 w 1820"/>
                  <a:gd name="T91" fmla="*/ 0 h 20"/>
                  <a:gd name="T92" fmla="*/ 370 w 1820"/>
                  <a:gd name="T93" fmla="*/ 0 h 20"/>
                  <a:gd name="T94" fmla="*/ 380 w 1820"/>
                  <a:gd name="T95" fmla="*/ 10 h 20"/>
                  <a:gd name="T96" fmla="*/ 370 w 1820"/>
                  <a:gd name="T97" fmla="*/ 20 h 20"/>
                  <a:gd name="T98" fmla="*/ 130 w 1820"/>
                  <a:gd name="T99" fmla="*/ 20 h 20"/>
                  <a:gd name="T100" fmla="*/ 10 w 1820"/>
                  <a:gd name="T101" fmla="*/ 20 h 20"/>
                  <a:gd name="T102" fmla="*/ 0 w 1820"/>
                  <a:gd name="T103" fmla="*/ 10 h 20"/>
                  <a:gd name="T104" fmla="*/ 10 w 1820"/>
                  <a:gd name="T105" fmla="*/ 0 h 20"/>
                  <a:gd name="T106" fmla="*/ 130 w 1820"/>
                  <a:gd name="T107" fmla="*/ 0 h 20"/>
                  <a:gd name="T108" fmla="*/ 140 w 1820"/>
                  <a:gd name="T109" fmla="*/ 10 h 20"/>
                  <a:gd name="T110" fmla="*/ 130 w 1820"/>
                  <a:gd name="T111"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820" h="20">
                    <a:moveTo>
                      <a:pt x="1810" y="20"/>
                    </a:moveTo>
                    <a:cubicBezTo>
                      <a:pt x="1690" y="20"/>
                      <a:pt x="1690" y="20"/>
                      <a:pt x="1690" y="20"/>
                    </a:cubicBezTo>
                    <a:cubicBezTo>
                      <a:pt x="1684" y="20"/>
                      <a:pt x="1680" y="16"/>
                      <a:pt x="1680" y="10"/>
                    </a:cubicBezTo>
                    <a:cubicBezTo>
                      <a:pt x="1680" y="4"/>
                      <a:pt x="1684" y="0"/>
                      <a:pt x="1690" y="0"/>
                    </a:cubicBezTo>
                    <a:cubicBezTo>
                      <a:pt x="1810" y="0"/>
                      <a:pt x="1810" y="0"/>
                      <a:pt x="1810" y="0"/>
                    </a:cubicBezTo>
                    <a:cubicBezTo>
                      <a:pt x="1816" y="0"/>
                      <a:pt x="1820" y="4"/>
                      <a:pt x="1820" y="10"/>
                    </a:cubicBezTo>
                    <a:cubicBezTo>
                      <a:pt x="1820" y="16"/>
                      <a:pt x="1816" y="20"/>
                      <a:pt x="1810" y="20"/>
                    </a:cubicBezTo>
                    <a:close/>
                    <a:moveTo>
                      <a:pt x="1570" y="20"/>
                    </a:moveTo>
                    <a:cubicBezTo>
                      <a:pt x="1450" y="20"/>
                      <a:pt x="1450" y="20"/>
                      <a:pt x="1450" y="20"/>
                    </a:cubicBezTo>
                    <a:cubicBezTo>
                      <a:pt x="1444" y="20"/>
                      <a:pt x="1440" y="16"/>
                      <a:pt x="1440" y="10"/>
                    </a:cubicBezTo>
                    <a:cubicBezTo>
                      <a:pt x="1440" y="4"/>
                      <a:pt x="1444" y="0"/>
                      <a:pt x="1450" y="0"/>
                    </a:cubicBezTo>
                    <a:cubicBezTo>
                      <a:pt x="1570" y="0"/>
                      <a:pt x="1570" y="0"/>
                      <a:pt x="1570" y="0"/>
                    </a:cubicBezTo>
                    <a:cubicBezTo>
                      <a:pt x="1576" y="0"/>
                      <a:pt x="1580" y="4"/>
                      <a:pt x="1580" y="10"/>
                    </a:cubicBezTo>
                    <a:cubicBezTo>
                      <a:pt x="1580" y="16"/>
                      <a:pt x="1576" y="20"/>
                      <a:pt x="1570" y="20"/>
                    </a:cubicBezTo>
                    <a:close/>
                    <a:moveTo>
                      <a:pt x="1330" y="20"/>
                    </a:moveTo>
                    <a:cubicBezTo>
                      <a:pt x="1210" y="20"/>
                      <a:pt x="1210" y="20"/>
                      <a:pt x="1210" y="20"/>
                    </a:cubicBezTo>
                    <a:cubicBezTo>
                      <a:pt x="1204" y="20"/>
                      <a:pt x="1200" y="16"/>
                      <a:pt x="1200" y="10"/>
                    </a:cubicBezTo>
                    <a:cubicBezTo>
                      <a:pt x="1200" y="4"/>
                      <a:pt x="1204" y="0"/>
                      <a:pt x="1210" y="0"/>
                    </a:cubicBezTo>
                    <a:cubicBezTo>
                      <a:pt x="1330" y="0"/>
                      <a:pt x="1330" y="0"/>
                      <a:pt x="1330" y="0"/>
                    </a:cubicBezTo>
                    <a:cubicBezTo>
                      <a:pt x="1336" y="0"/>
                      <a:pt x="1340" y="4"/>
                      <a:pt x="1340" y="10"/>
                    </a:cubicBezTo>
                    <a:cubicBezTo>
                      <a:pt x="1340" y="16"/>
                      <a:pt x="1336" y="20"/>
                      <a:pt x="1330" y="20"/>
                    </a:cubicBezTo>
                    <a:close/>
                    <a:moveTo>
                      <a:pt x="1090" y="20"/>
                    </a:moveTo>
                    <a:cubicBezTo>
                      <a:pt x="970" y="20"/>
                      <a:pt x="970" y="20"/>
                      <a:pt x="970" y="20"/>
                    </a:cubicBezTo>
                    <a:cubicBezTo>
                      <a:pt x="964" y="20"/>
                      <a:pt x="960" y="16"/>
                      <a:pt x="960" y="10"/>
                    </a:cubicBezTo>
                    <a:cubicBezTo>
                      <a:pt x="960" y="4"/>
                      <a:pt x="964" y="0"/>
                      <a:pt x="970" y="0"/>
                    </a:cubicBezTo>
                    <a:cubicBezTo>
                      <a:pt x="1090" y="0"/>
                      <a:pt x="1090" y="0"/>
                      <a:pt x="1090" y="0"/>
                    </a:cubicBezTo>
                    <a:cubicBezTo>
                      <a:pt x="1096" y="0"/>
                      <a:pt x="1100" y="4"/>
                      <a:pt x="1100" y="10"/>
                    </a:cubicBezTo>
                    <a:cubicBezTo>
                      <a:pt x="1100" y="16"/>
                      <a:pt x="1096" y="20"/>
                      <a:pt x="1090" y="20"/>
                    </a:cubicBezTo>
                    <a:close/>
                    <a:moveTo>
                      <a:pt x="850" y="20"/>
                    </a:moveTo>
                    <a:cubicBezTo>
                      <a:pt x="730" y="20"/>
                      <a:pt x="730" y="20"/>
                      <a:pt x="730" y="20"/>
                    </a:cubicBezTo>
                    <a:cubicBezTo>
                      <a:pt x="724" y="20"/>
                      <a:pt x="720" y="16"/>
                      <a:pt x="720" y="10"/>
                    </a:cubicBezTo>
                    <a:cubicBezTo>
                      <a:pt x="720" y="4"/>
                      <a:pt x="724" y="0"/>
                      <a:pt x="730" y="0"/>
                    </a:cubicBezTo>
                    <a:cubicBezTo>
                      <a:pt x="850" y="0"/>
                      <a:pt x="850" y="0"/>
                      <a:pt x="850" y="0"/>
                    </a:cubicBezTo>
                    <a:cubicBezTo>
                      <a:pt x="856" y="0"/>
                      <a:pt x="860" y="4"/>
                      <a:pt x="860" y="10"/>
                    </a:cubicBezTo>
                    <a:cubicBezTo>
                      <a:pt x="860" y="16"/>
                      <a:pt x="856" y="20"/>
                      <a:pt x="850" y="20"/>
                    </a:cubicBezTo>
                    <a:close/>
                    <a:moveTo>
                      <a:pt x="610" y="20"/>
                    </a:moveTo>
                    <a:cubicBezTo>
                      <a:pt x="490" y="20"/>
                      <a:pt x="490" y="20"/>
                      <a:pt x="490" y="20"/>
                    </a:cubicBezTo>
                    <a:cubicBezTo>
                      <a:pt x="484" y="20"/>
                      <a:pt x="480" y="16"/>
                      <a:pt x="480" y="10"/>
                    </a:cubicBezTo>
                    <a:cubicBezTo>
                      <a:pt x="480" y="4"/>
                      <a:pt x="484" y="0"/>
                      <a:pt x="490" y="0"/>
                    </a:cubicBezTo>
                    <a:cubicBezTo>
                      <a:pt x="610" y="0"/>
                      <a:pt x="610" y="0"/>
                      <a:pt x="610" y="0"/>
                    </a:cubicBezTo>
                    <a:cubicBezTo>
                      <a:pt x="616" y="0"/>
                      <a:pt x="620" y="4"/>
                      <a:pt x="620" y="10"/>
                    </a:cubicBezTo>
                    <a:cubicBezTo>
                      <a:pt x="620" y="16"/>
                      <a:pt x="616" y="20"/>
                      <a:pt x="610" y="20"/>
                    </a:cubicBezTo>
                    <a:close/>
                    <a:moveTo>
                      <a:pt x="370" y="20"/>
                    </a:moveTo>
                    <a:cubicBezTo>
                      <a:pt x="250" y="20"/>
                      <a:pt x="250" y="20"/>
                      <a:pt x="250" y="20"/>
                    </a:cubicBezTo>
                    <a:cubicBezTo>
                      <a:pt x="244" y="20"/>
                      <a:pt x="240" y="16"/>
                      <a:pt x="240" y="10"/>
                    </a:cubicBezTo>
                    <a:cubicBezTo>
                      <a:pt x="240" y="4"/>
                      <a:pt x="244" y="0"/>
                      <a:pt x="250" y="0"/>
                    </a:cubicBezTo>
                    <a:cubicBezTo>
                      <a:pt x="370" y="0"/>
                      <a:pt x="370" y="0"/>
                      <a:pt x="370" y="0"/>
                    </a:cubicBezTo>
                    <a:cubicBezTo>
                      <a:pt x="376" y="0"/>
                      <a:pt x="380" y="4"/>
                      <a:pt x="380" y="10"/>
                    </a:cubicBezTo>
                    <a:cubicBezTo>
                      <a:pt x="380" y="16"/>
                      <a:pt x="376" y="20"/>
                      <a:pt x="370" y="20"/>
                    </a:cubicBezTo>
                    <a:close/>
                    <a:moveTo>
                      <a:pt x="130" y="20"/>
                    </a:moveTo>
                    <a:cubicBezTo>
                      <a:pt x="10" y="20"/>
                      <a:pt x="10" y="20"/>
                      <a:pt x="10" y="20"/>
                    </a:cubicBezTo>
                    <a:cubicBezTo>
                      <a:pt x="4" y="20"/>
                      <a:pt x="0" y="16"/>
                      <a:pt x="0" y="10"/>
                    </a:cubicBezTo>
                    <a:cubicBezTo>
                      <a:pt x="0" y="4"/>
                      <a:pt x="4" y="0"/>
                      <a:pt x="10" y="0"/>
                    </a:cubicBezTo>
                    <a:cubicBezTo>
                      <a:pt x="130" y="0"/>
                      <a:pt x="130" y="0"/>
                      <a:pt x="130" y="0"/>
                    </a:cubicBezTo>
                    <a:cubicBezTo>
                      <a:pt x="136" y="0"/>
                      <a:pt x="140" y="4"/>
                      <a:pt x="140" y="10"/>
                    </a:cubicBezTo>
                    <a:cubicBezTo>
                      <a:pt x="140" y="16"/>
                      <a:pt x="136" y="20"/>
                      <a:pt x="130" y="2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a:defRPr/>
                </a:pPr>
                <a:endParaRPr lang="en-US" sz="1350"/>
              </a:p>
            </p:txBody>
          </p:sp>
          <p:sp>
            <p:nvSpPr>
              <p:cNvPr id="107" name="Freeform 10">
                <a:extLst>
                  <a:ext uri="{FF2B5EF4-FFF2-40B4-BE49-F238E27FC236}">
                    <a16:creationId xmlns:a16="http://schemas.microsoft.com/office/drawing/2014/main" id="{C8C87154-CADC-0588-174C-F398636B00DD}"/>
                  </a:ext>
                </a:extLst>
              </p:cNvPr>
              <p:cNvSpPr>
                <a:spLocks/>
              </p:cNvSpPr>
              <p:nvPr/>
            </p:nvSpPr>
            <p:spPr bwMode="auto">
              <a:xfrm>
                <a:off x="3308111" y="3375656"/>
                <a:ext cx="137594" cy="124956"/>
              </a:xfrm>
              <a:custGeom>
                <a:avLst/>
                <a:gdLst>
                  <a:gd name="T0" fmla="*/ 46 w 85"/>
                  <a:gd name="T1" fmla="*/ 77 h 77"/>
                  <a:gd name="T2" fmla="*/ 41 w 85"/>
                  <a:gd name="T3" fmla="*/ 76 h 77"/>
                  <a:gd name="T4" fmla="*/ 37 w 85"/>
                  <a:gd name="T5" fmla="*/ 63 h 77"/>
                  <a:gd name="T6" fmla="*/ 58 w 85"/>
                  <a:gd name="T7" fmla="*/ 20 h 77"/>
                  <a:gd name="T8" fmla="*/ 10 w 85"/>
                  <a:gd name="T9" fmla="*/ 20 h 77"/>
                  <a:gd name="T10" fmla="*/ 0 w 85"/>
                  <a:gd name="T11" fmla="*/ 10 h 77"/>
                  <a:gd name="T12" fmla="*/ 10 w 85"/>
                  <a:gd name="T13" fmla="*/ 0 h 77"/>
                  <a:gd name="T14" fmla="*/ 74 w 85"/>
                  <a:gd name="T15" fmla="*/ 0 h 77"/>
                  <a:gd name="T16" fmla="*/ 83 w 85"/>
                  <a:gd name="T17" fmla="*/ 5 h 77"/>
                  <a:gd name="T18" fmla="*/ 83 w 85"/>
                  <a:gd name="T19" fmla="*/ 14 h 77"/>
                  <a:gd name="T20" fmla="*/ 54 w 85"/>
                  <a:gd name="T21" fmla="*/ 72 h 77"/>
                  <a:gd name="T22" fmla="*/ 46 w 85"/>
                  <a:gd name="T23"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5" h="77">
                    <a:moveTo>
                      <a:pt x="46" y="77"/>
                    </a:moveTo>
                    <a:cubicBezTo>
                      <a:pt x="44" y="77"/>
                      <a:pt x="42" y="77"/>
                      <a:pt x="41" y="76"/>
                    </a:cubicBezTo>
                    <a:cubicBezTo>
                      <a:pt x="36" y="74"/>
                      <a:pt x="34" y="68"/>
                      <a:pt x="37" y="63"/>
                    </a:cubicBezTo>
                    <a:cubicBezTo>
                      <a:pt x="58" y="20"/>
                      <a:pt x="58" y="20"/>
                      <a:pt x="58" y="20"/>
                    </a:cubicBezTo>
                    <a:cubicBezTo>
                      <a:pt x="10" y="20"/>
                      <a:pt x="10" y="20"/>
                      <a:pt x="10" y="20"/>
                    </a:cubicBezTo>
                    <a:cubicBezTo>
                      <a:pt x="4" y="20"/>
                      <a:pt x="0" y="16"/>
                      <a:pt x="0" y="10"/>
                    </a:cubicBezTo>
                    <a:cubicBezTo>
                      <a:pt x="0" y="4"/>
                      <a:pt x="4" y="0"/>
                      <a:pt x="10" y="0"/>
                    </a:cubicBezTo>
                    <a:cubicBezTo>
                      <a:pt x="74" y="0"/>
                      <a:pt x="74" y="0"/>
                      <a:pt x="74" y="0"/>
                    </a:cubicBezTo>
                    <a:cubicBezTo>
                      <a:pt x="78" y="0"/>
                      <a:pt x="81" y="2"/>
                      <a:pt x="83" y="5"/>
                    </a:cubicBezTo>
                    <a:cubicBezTo>
                      <a:pt x="85" y="8"/>
                      <a:pt x="85" y="11"/>
                      <a:pt x="83" y="14"/>
                    </a:cubicBezTo>
                    <a:cubicBezTo>
                      <a:pt x="54" y="72"/>
                      <a:pt x="54" y="72"/>
                      <a:pt x="54" y="72"/>
                    </a:cubicBezTo>
                    <a:cubicBezTo>
                      <a:pt x="53" y="75"/>
                      <a:pt x="49" y="77"/>
                      <a:pt x="46" y="7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a:defRPr/>
                </a:pPr>
                <a:endParaRPr lang="en-US" sz="1350"/>
              </a:p>
            </p:txBody>
          </p:sp>
          <p:sp>
            <p:nvSpPr>
              <p:cNvPr id="108" name="Freeform 11">
                <a:extLst>
                  <a:ext uri="{FF2B5EF4-FFF2-40B4-BE49-F238E27FC236}">
                    <a16:creationId xmlns:a16="http://schemas.microsoft.com/office/drawing/2014/main" id="{02E2057B-32C6-927F-6E73-0D6C07911F1B}"/>
                  </a:ext>
                </a:extLst>
              </p:cNvPr>
              <p:cNvSpPr>
                <a:spLocks noEditPoints="1"/>
              </p:cNvSpPr>
              <p:nvPr/>
            </p:nvSpPr>
            <p:spPr bwMode="auto">
              <a:xfrm>
                <a:off x="2969415" y="3659457"/>
                <a:ext cx="332344" cy="629020"/>
              </a:xfrm>
              <a:custGeom>
                <a:avLst/>
                <a:gdLst>
                  <a:gd name="T0" fmla="*/ 11 w 207"/>
                  <a:gd name="T1" fmla="*/ 390 h 390"/>
                  <a:gd name="T2" fmla="*/ 7 w 207"/>
                  <a:gd name="T3" fmla="*/ 389 h 390"/>
                  <a:gd name="T4" fmla="*/ 3 w 207"/>
                  <a:gd name="T5" fmla="*/ 375 h 390"/>
                  <a:gd name="T6" fmla="*/ 64 w 207"/>
                  <a:gd name="T7" fmla="*/ 253 h 390"/>
                  <a:gd name="T8" fmla="*/ 77 w 207"/>
                  <a:gd name="T9" fmla="*/ 248 h 390"/>
                  <a:gd name="T10" fmla="*/ 82 w 207"/>
                  <a:gd name="T11" fmla="*/ 261 h 390"/>
                  <a:gd name="T12" fmla="*/ 20 w 207"/>
                  <a:gd name="T13" fmla="*/ 384 h 390"/>
                  <a:gd name="T14" fmla="*/ 11 w 207"/>
                  <a:gd name="T15" fmla="*/ 390 h 390"/>
                  <a:gd name="T16" fmla="*/ 134 w 207"/>
                  <a:gd name="T17" fmla="*/ 144 h 390"/>
                  <a:gd name="T18" fmla="*/ 130 w 207"/>
                  <a:gd name="T19" fmla="*/ 143 h 390"/>
                  <a:gd name="T20" fmla="*/ 125 w 207"/>
                  <a:gd name="T21" fmla="*/ 130 h 390"/>
                  <a:gd name="T22" fmla="*/ 186 w 207"/>
                  <a:gd name="T23" fmla="*/ 7 h 390"/>
                  <a:gd name="T24" fmla="*/ 200 w 207"/>
                  <a:gd name="T25" fmla="*/ 3 h 390"/>
                  <a:gd name="T26" fmla="*/ 204 w 207"/>
                  <a:gd name="T27" fmla="*/ 16 h 390"/>
                  <a:gd name="T28" fmla="*/ 143 w 207"/>
                  <a:gd name="T29" fmla="*/ 139 h 390"/>
                  <a:gd name="T30" fmla="*/ 134 w 207"/>
                  <a:gd name="T31" fmla="*/ 144 h 3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07" h="390">
                    <a:moveTo>
                      <a:pt x="11" y="390"/>
                    </a:moveTo>
                    <a:cubicBezTo>
                      <a:pt x="10" y="390"/>
                      <a:pt x="8" y="389"/>
                      <a:pt x="7" y="389"/>
                    </a:cubicBezTo>
                    <a:cubicBezTo>
                      <a:pt x="2" y="386"/>
                      <a:pt x="0" y="380"/>
                      <a:pt x="3" y="375"/>
                    </a:cubicBezTo>
                    <a:cubicBezTo>
                      <a:pt x="64" y="253"/>
                      <a:pt x="64" y="253"/>
                      <a:pt x="64" y="253"/>
                    </a:cubicBezTo>
                    <a:cubicBezTo>
                      <a:pt x="66" y="248"/>
                      <a:pt x="72" y="246"/>
                      <a:pt x="77" y="248"/>
                    </a:cubicBezTo>
                    <a:cubicBezTo>
                      <a:pt x="82" y="251"/>
                      <a:pt x="84" y="257"/>
                      <a:pt x="82" y="261"/>
                    </a:cubicBezTo>
                    <a:cubicBezTo>
                      <a:pt x="20" y="384"/>
                      <a:pt x="20" y="384"/>
                      <a:pt x="20" y="384"/>
                    </a:cubicBezTo>
                    <a:cubicBezTo>
                      <a:pt x="19" y="388"/>
                      <a:pt x="15" y="390"/>
                      <a:pt x="11" y="390"/>
                    </a:cubicBezTo>
                    <a:close/>
                    <a:moveTo>
                      <a:pt x="134" y="144"/>
                    </a:moveTo>
                    <a:cubicBezTo>
                      <a:pt x="133" y="144"/>
                      <a:pt x="131" y="144"/>
                      <a:pt x="130" y="143"/>
                    </a:cubicBezTo>
                    <a:cubicBezTo>
                      <a:pt x="125" y="141"/>
                      <a:pt x="123" y="135"/>
                      <a:pt x="125" y="130"/>
                    </a:cubicBezTo>
                    <a:cubicBezTo>
                      <a:pt x="186" y="7"/>
                      <a:pt x="186" y="7"/>
                      <a:pt x="186" y="7"/>
                    </a:cubicBezTo>
                    <a:cubicBezTo>
                      <a:pt x="189" y="2"/>
                      <a:pt x="195" y="0"/>
                      <a:pt x="200" y="3"/>
                    </a:cubicBezTo>
                    <a:cubicBezTo>
                      <a:pt x="205" y="5"/>
                      <a:pt x="207" y="11"/>
                      <a:pt x="204" y="16"/>
                    </a:cubicBezTo>
                    <a:cubicBezTo>
                      <a:pt x="143" y="139"/>
                      <a:pt x="143" y="139"/>
                      <a:pt x="143" y="139"/>
                    </a:cubicBezTo>
                    <a:cubicBezTo>
                      <a:pt x="141" y="142"/>
                      <a:pt x="138" y="144"/>
                      <a:pt x="134" y="14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a:defRPr/>
                </a:pPr>
                <a:endParaRPr lang="en-US" sz="1350"/>
              </a:p>
            </p:txBody>
          </p:sp>
          <p:sp>
            <p:nvSpPr>
              <p:cNvPr id="109" name="Freeform 12">
                <a:extLst>
                  <a:ext uri="{FF2B5EF4-FFF2-40B4-BE49-F238E27FC236}">
                    <a16:creationId xmlns:a16="http://schemas.microsoft.com/office/drawing/2014/main" id="{0A0C7D19-086A-146A-2A09-4B6099DED767}"/>
                  </a:ext>
                </a:extLst>
              </p:cNvPr>
              <p:cNvSpPr>
                <a:spLocks/>
              </p:cNvSpPr>
              <p:nvPr/>
            </p:nvSpPr>
            <p:spPr bwMode="auto">
              <a:xfrm>
                <a:off x="2825470" y="4447321"/>
                <a:ext cx="135478" cy="127075"/>
              </a:xfrm>
              <a:custGeom>
                <a:avLst/>
                <a:gdLst>
                  <a:gd name="T0" fmla="*/ 74 w 84"/>
                  <a:gd name="T1" fmla="*/ 79 h 79"/>
                  <a:gd name="T2" fmla="*/ 11 w 84"/>
                  <a:gd name="T3" fmla="*/ 79 h 79"/>
                  <a:gd name="T4" fmla="*/ 2 w 84"/>
                  <a:gd name="T5" fmla="*/ 74 h 79"/>
                  <a:gd name="T6" fmla="*/ 2 w 84"/>
                  <a:gd name="T7" fmla="*/ 65 h 79"/>
                  <a:gd name="T8" fmla="*/ 30 w 84"/>
                  <a:gd name="T9" fmla="*/ 7 h 79"/>
                  <a:gd name="T10" fmla="*/ 43 w 84"/>
                  <a:gd name="T11" fmla="*/ 3 h 79"/>
                  <a:gd name="T12" fmla="*/ 48 w 84"/>
                  <a:gd name="T13" fmla="*/ 16 h 79"/>
                  <a:gd name="T14" fmla="*/ 27 w 84"/>
                  <a:gd name="T15" fmla="*/ 59 h 79"/>
                  <a:gd name="T16" fmla="*/ 74 w 84"/>
                  <a:gd name="T17" fmla="*/ 59 h 79"/>
                  <a:gd name="T18" fmla="*/ 84 w 84"/>
                  <a:gd name="T19" fmla="*/ 69 h 79"/>
                  <a:gd name="T20" fmla="*/ 74 w 84"/>
                  <a:gd name="T21" fmla="*/ 79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4" h="79">
                    <a:moveTo>
                      <a:pt x="74" y="79"/>
                    </a:moveTo>
                    <a:cubicBezTo>
                      <a:pt x="11" y="79"/>
                      <a:pt x="11" y="79"/>
                      <a:pt x="11" y="79"/>
                    </a:cubicBezTo>
                    <a:cubicBezTo>
                      <a:pt x="7" y="79"/>
                      <a:pt x="4" y="77"/>
                      <a:pt x="2" y="74"/>
                    </a:cubicBezTo>
                    <a:cubicBezTo>
                      <a:pt x="0" y="71"/>
                      <a:pt x="0" y="68"/>
                      <a:pt x="2" y="65"/>
                    </a:cubicBezTo>
                    <a:cubicBezTo>
                      <a:pt x="30" y="7"/>
                      <a:pt x="30" y="7"/>
                      <a:pt x="30" y="7"/>
                    </a:cubicBezTo>
                    <a:cubicBezTo>
                      <a:pt x="32" y="2"/>
                      <a:pt x="38" y="0"/>
                      <a:pt x="43" y="3"/>
                    </a:cubicBezTo>
                    <a:cubicBezTo>
                      <a:pt x="48" y="5"/>
                      <a:pt x="50" y="11"/>
                      <a:pt x="48" y="16"/>
                    </a:cubicBezTo>
                    <a:cubicBezTo>
                      <a:pt x="27" y="59"/>
                      <a:pt x="27" y="59"/>
                      <a:pt x="27" y="59"/>
                    </a:cubicBezTo>
                    <a:cubicBezTo>
                      <a:pt x="74" y="59"/>
                      <a:pt x="74" y="59"/>
                      <a:pt x="74" y="59"/>
                    </a:cubicBezTo>
                    <a:cubicBezTo>
                      <a:pt x="80" y="59"/>
                      <a:pt x="84" y="63"/>
                      <a:pt x="84" y="69"/>
                    </a:cubicBezTo>
                    <a:cubicBezTo>
                      <a:pt x="84" y="75"/>
                      <a:pt x="80" y="79"/>
                      <a:pt x="74" y="7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a:defRPr/>
                </a:pPr>
                <a:endParaRPr lang="en-US" sz="1350"/>
              </a:p>
            </p:txBody>
          </p:sp>
          <p:sp>
            <p:nvSpPr>
              <p:cNvPr id="110" name="Freeform 13">
                <a:extLst>
                  <a:ext uri="{FF2B5EF4-FFF2-40B4-BE49-F238E27FC236}">
                    <a16:creationId xmlns:a16="http://schemas.microsoft.com/office/drawing/2014/main" id="{3310054A-B78A-C520-C986-617E45FB36A0}"/>
                  </a:ext>
                </a:extLst>
              </p:cNvPr>
              <p:cNvSpPr>
                <a:spLocks noEditPoints="1"/>
              </p:cNvSpPr>
              <p:nvPr/>
            </p:nvSpPr>
            <p:spPr bwMode="auto">
              <a:xfrm>
                <a:off x="3134529" y="4542627"/>
                <a:ext cx="1475442" cy="31769"/>
              </a:xfrm>
              <a:custGeom>
                <a:avLst/>
                <a:gdLst>
                  <a:gd name="T0" fmla="*/ 906 w 916"/>
                  <a:gd name="T1" fmla="*/ 20 h 20"/>
                  <a:gd name="T2" fmla="*/ 778 w 916"/>
                  <a:gd name="T3" fmla="*/ 20 h 20"/>
                  <a:gd name="T4" fmla="*/ 768 w 916"/>
                  <a:gd name="T5" fmla="*/ 10 h 20"/>
                  <a:gd name="T6" fmla="*/ 778 w 916"/>
                  <a:gd name="T7" fmla="*/ 0 h 20"/>
                  <a:gd name="T8" fmla="*/ 906 w 916"/>
                  <a:gd name="T9" fmla="*/ 0 h 20"/>
                  <a:gd name="T10" fmla="*/ 916 w 916"/>
                  <a:gd name="T11" fmla="*/ 10 h 20"/>
                  <a:gd name="T12" fmla="*/ 906 w 916"/>
                  <a:gd name="T13" fmla="*/ 20 h 20"/>
                  <a:gd name="T14" fmla="*/ 650 w 916"/>
                  <a:gd name="T15" fmla="*/ 20 h 20"/>
                  <a:gd name="T16" fmla="*/ 522 w 916"/>
                  <a:gd name="T17" fmla="*/ 20 h 20"/>
                  <a:gd name="T18" fmla="*/ 512 w 916"/>
                  <a:gd name="T19" fmla="*/ 10 h 20"/>
                  <a:gd name="T20" fmla="*/ 522 w 916"/>
                  <a:gd name="T21" fmla="*/ 0 h 20"/>
                  <a:gd name="T22" fmla="*/ 650 w 916"/>
                  <a:gd name="T23" fmla="*/ 0 h 20"/>
                  <a:gd name="T24" fmla="*/ 660 w 916"/>
                  <a:gd name="T25" fmla="*/ 10 h 20"/>
                  <a:gd name="T26" fmla="*/ 650 w 916"/>
                  <a:gd name="T27" fmla="*/ 20 h 20"/>
                  <a:gd name="T28" fmla="*/ 394 w 916"/>
                  <a:gd name="T29" fmla="*/ 20 h 20"/>
                  <a:gd name="T30" fmla="*/ 266 w 916"/>
                  <a:gd name="T31" fmla="*/ 20 h 20"/>
                  <a:gd name="T32" fmla="*/ 256 w 916"/>
                  <a:gd name="T33" fmla="*/ 10 h 20"/>
                  <a:gd name="T34" fmla="*/ 266 w 916"/>
                  <a:gd name="T35" fmla="*/ 0 h 20"/>
                  <a:gd name="T36" fmla="*/ 394 w 916"/>
                  <a:gd name="T37" fmla="*/ 0 h 20"/>
                  <a:gd name="T38" fmla="*/ 404 w 916"/>
                  <a:gd name="T39" fmla="*/ 10 h 20"/>
                  <a:gd name="T40" fmla="*/ 394 w 916"/>
                  <a:gd name="T41" fmla="*/ 20 h 20"/>
                  <a:gd name="T42" fmla="*/ 138 w 916"/>
                  <a:gd name="T43" fmla="*/ 20 h 20"/>
                  <a:gd name="T44" fmla="*/ 10 w 916"/>
                  <a:gd name="T45" fmla="*/ 20 h 20"/>
                  <a:gd name="T46" fmla="*/ 0 w 916"/>
                  <a:gd name="T47" fmla="*/ 10 h 20"/>
                  <a:gd name="T48" fmla="*/ 10 w 916"/>
                  <a:gd name="T49" fmla="*/ 0 h 20"/>
                  <a:gd name="T50" fmla="*/ 138 w 916"/>
                  <a:gd name="T51" fmla="*/ 0 h 20"/>
                  <a:gd name="T52" fmla="*/ 148 w 916"/>
                  <a:gd name="T53" fmla="*/ 10 h 20"/>
                  <a:gd name="T54" fmla="*/ 138 w 916"/>
                  <a:gd name="T55"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916" h="20">
                    <a:moveTo>
                      <a:pt x="906" y="20"/>
                    </a:moveTo>
                    <a:cubicBezTo>
                      <a:pt x="778" y="20"/>
                      <a:pt x="778" y="20"/>
                      <a:pt x="778" y="20"/>
                    </a:cubicBezTo>
                    <a:cubicBezTo>
                      <a:pt x="772" y="20"/>
                      <a:pt x="768" y="16"/>
                      <a:pt x="768" y="10"/>
                    </a:cubicBezTo>
                    <a:cubicBezTo>
                      <a:pt x="768" y="4"/>
                      <a:pt x="772" y="0"/>
                      <a:pt x="778" y="0"/>
                    </a:cubicBezTo>
                    <a:cubicBezTo>
                      <a:pt x="906" y="0"/>
                      <a:pt x="906" y="0"/>
                      <a:pt x="906" y="0"/>
                    </a:cubicBezTo>
                    <a:cubicBezTo>
                      <a:pt x="912" y="0"/>
                      <a:pt x="916" y="4"/>
                      <a:pt x="916" y="10"/>
                    </a:cubicBezTo>
                    <a:cubicBezTo>
                      <a:pt x="916" y="16"/>
                      <a:pt x="912" y="20"/>
                      <a:pt x="906" y="20"/>
                    </a:cubicBezTo>
                    <a:close/>
                    <a:moveTo>
                      <a:pt x="650" y="20"/>
                    </a:moveTo>
                    <a:cubicBezTo>
                      <a:pt x="522" y="20"/>
                      <a:pt x="522" y="20"/>
                      <a:pt x="522" y="20"/>
                    </a:cubicBezTo>
                    <a:cubicBezTo>
                      <a:pt x="516" y="20"/>
                      <a:pt x="512" y="16"/>
                      <a:pt x="512" y="10"/>
                    </a:cubicBezTo>
                    <a:cubicBezTo>
                      <a:pt x="512" y="4"/>
                      <a:pt x="516" y="0"/>
                      <a:pt x="522" y="0"/>
                    </a:cubicBezTo>
                    <a:cubicBezTo>
                      <a:pt x="650" y="0"/>
                      <a:pt x="650" y="0"/>
                      <a:pt x="650" y="0"/>
                    </a:cubicBezTo>
                    <a:cubicBezTo>
                      <a:pt x="656" y="0"/>
                      <a:pt x="660" y="4"/>
                      <a:pt x="660" y="10"/>
                    </a:cubicBezTo>
                    <a:cubicBezTo>
                      <a:pt x="660" y="16"/>
                      <a:pt x="656" y="20"/>
                      <a:pt x="650" y="20"/>
                    </a:cubicBezTo>
                    <a:close/>
                    <a:moveTo>
                      <a:pt x="394" y="20"/>
                    </a:moveTo>
                    <a:cubicBezTo>
                      <a:pt x="266" y="20"/>
                      <a:pt x="266" y="20"/>
                      <a:pt x="266" y="20"/>
                    </a:cubicBezTo>
                    <a:cubicBezTo>
                      <a:pt x="260" y="20"/>
                      <a:pt x="256" y="16"/>
                      <a:pt x="256" y="10"/>
                    </a:cubicBezTo>
                    <a:cubicBezTo>
                      <a:pt x="256" y="4"/>
                      <a:pt x="260" y="0"/>
                      <a:pt x="266" y="0"/>
                    </a:cubicBezTo>
                    <a:cubicBezTo>
                      <a:pt x="394" y="0"/>
                      <a:pt x="394" y="0"/>
                      <a:pt x="394" y="0"/>
                    </a:cubicBezTo>
                    <a:cubicBezTo>
                      <a:pt x="400" y="0"/>
                      <a:pt x="404" y="4"/>
                      <a:pt x="404" y="10"/>
                    </a:cubicBezTo>
                    <a:cubicBezTo>
                      <a:pt x="404" y="16"/>
                      <a:pt x="400" y="20"/>
                      <a:pt x="394" y="20"/>
                    </a:cubicBezTo>
                    <a:close/>
                    <a:moveTo>
                      <a:pt x="138" y="20"/>
                    </a:moveTo>
                    <a:cubicBezTo>
                      <a:pt x="10" y="20"/>
                      <a:pt x="10" y="20"/>
                      <a:pt x="10" y="20"/>
                    </a:cubicBezTo>
                    <a:cubicBezTo>
                      <a:pt x="4" y="20"/>
                      <a:pt x="0" y="16"/>
                      <a:pt x="0" y="10"/>
                    </a:cubicBezTo>
                    <a:cubicBezTo>
                      <a:pt x="0" y="4"/>
                      <a:pt x="4" y="0"/>
                      <a:pt x="10" y="0"/>
                    </a:cubicBezTo>
                    <a:cubicBezTo>
                      <a:pt x="138" y="0"/>
                      <a:pt x="138" y="0"/>
                      <a:pt x="138" y="0"/>
                    </a:cubicBezTo>
                    <a:cubicBezTo>
                      <a:pt x="144" y="0"/>
                      <a:pt x="148" y="4"/>
                      <a:pt x="148" y="10"/>
                    </a:cubicBezTo>
                    <a:cubicBezTo>
                      <a:pt x="148" y="16"/>
                      <a:pt x="144" y="20"/>
                      <a:pt x="138" y="2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a:defRPr/>
                </a:pPr>
                <a:endParaRPr lang="en-US" sz="1350"/>
              </a:p>
            </p:txBody>
          </p:sp>
          <p:sp>
            <p:nvSpPr>
              <p:cNvPr id="111" name="Freeform 14">
                <a:extLst>
                  <a:ext uri="{FF2B5EF4-FFF2-40B4-BE49-F238E27FC236}">
                    <a16:creationId xmlns:a16="http://schemas.microsoft.com/office/drawing/2014/main" id="{4C3CD26C-2DDB-AFAE-FEE0-15769E4CFF24}"/>
                  </a:ext>
                </a:extLst>
              </p:cNvPr>
              <p:cNvSpPr>
                <a:spLocks/>
              </p:cNvSpPr>
              <p:nvPr/>
            </p:nvSpPr>
            <p:spPr bwMode="auto">
              <a:xfrm>
                <a:off x="4796254" y="4440967"/>
                <a:ext cx="152413" cy="133429"/>
              </a:xfrm>
              <a:custGeom>
                <a:avLst/>
                <a:gdLst>
                  <a:gd name="T0" fmla="*/ 74 w 95"/>
                  <a:gd name="T1" fmla="*/ 84 h 84"/>
                  <a:gd name="T2" fmla="*/ 10 w 95"/>
                  <a:gd name="T3" fmla="*/ 84 h 84"/>
                  <a:gd name="T4" fmla="*/ 0 w 95"/>
                  <a:gd name="T5" fmla="*/ 74 h 84"/>
                  <a:gd name="T6" fmla="*/ 10 w 95"/>
                  <a:gd name="T7" fmla="*/ 64 h 84"/>
                  <a:gd name="T8" fmla="*/ 66 w 95"/>
                  <a:gd name="T9" fmla="*/ 64 h 84"/>
                  <a:gd name="T10" fmla="*/ 74 w 95"/>
                  <a:gd name="T11" fmla="*/ 9 h 84"/>
                  <a:gd name="T12" fmla="*/ 86 w 95"/>
                  <a:gd name="T13" fmla="*/ 1 h 84"/>
                  <a:gd name="T14" fmla="*/ 94 w 95"/>
                  <a:gd name="T15" fmla="*/ 12 h 84"/>
                  <a:gd name="T16" fmla="*/ 84 w 95"/>
                  <a:gd name="T17" fmla="*/ 76 h 84"/>
                  <a:gd name="T18" fmla="*/ 74 w 95"/>
                  <a:gd name="T19" fmla="*/ 84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5" h="84">
                    <a:moveTo>
                      <a:pt x="74" y="84"/>
                    </a:moveTo>
                    <a:cubicBezTo>
                      <a:pt x="10" y="84"/>
                      <a:pt x="10" y="84"/>
                      <a:pt x="10" y="84"/>
                    </a:cubicBezTo>
                    <a:cubicBezTo>
                      <a:pt x="4" y="84"/>
                      <a:pt x="0" y="80"/>
                      <a:pt x="0" y="74"/>
                    </a:cubicBezTo>
                    <a:cubicBezTo>
                      <a:pt x="0" y="68"/>
                      <a:pt x="4" y="64"/>
                      <a:pt x="10" y="64"/>
                    </a:cubicBezTo>
                    <a:cubicBezTo>
                      <a:pt x="66" y="64"/>
                      <a:pt x="66" y="64"/>
                      <a:pt x="66" y="64"/>
                    </a:cubicBezTo>
                    <a:cubicBezTo>
                      <a:pt x="74" y="9"/>
                      <a:pt x="74" y="9"/>
                      <a:pt x="74" y="9"/>
                    </a:cubicBezTo>
                    <a:cubicBezTo>
                      <a:pt x="75" y="4"/>
                      <a:pt x="80" y="0"/>
                      <a:pt x="86" y="1"/>
                    </a:cubicBezTo>
                    <a:cubicBezTo>
                      <a:pt x="91" y="2"/>
                      <a:pt x="95" y="7"/>
                      <a:pt x="94" y="12"/>
                    </a:cubicBezTo>
                    <a:cubicBezTo>
                      <a:pt x="84" y="76"/>
                      <a:pt x="84" y="76"/>
                      <a:pt x="84" y="76"/>
                    </a:cubicBezTo>
                    <a:cubicBezTo>
                      <a:pt x="84" y="80"/>
                      <a:pt x="79" y="84"/>
                      <a:pt x="74" y="8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a:defRPr/>
                </a:pPr>
                <a:endParaRPr lang="en-US" sz="1350"/>
              </a:p>
            </p:txBody>
          </p:sp>
          <p:sp>
            <p:nvSpPr>
              <p:cNvPr id="112" name="Freeform 15">
                <a:extLst>
                  <a:ext uri="{FF2B5EF4-FFF2-40B4-BE49-F238E27FC236}">
                    <a16:creationId xmlns:a16="http://schemas.microsoft.com/office/drawing/2014/main" id="{719735DC-0210-EE33-9B27-B6AC7E549DB7}"/>
                  </a:ext>
                </a:extLst>
              </p:cNvPr>
              <p:cNvSpPr>
                <a:spLocks/>
              </p:cNvSpPr>
              <p:nvPr/>
            </p:nvSpPr>
            <p:spPr bwMode="auto">
              <a:xfrm>
                <a:off x="4933849" y="4205879"/>
                <a:ext cx="52921" cy="152490"/>
              </a:xfrm>
              <a:custGeom>
                <a:avLst/>
                <a:gdLst>
                  <a:gd name="T0" fmla="*/ 11 w 33"/>
                  <a:gd name="T1" fmla="*/ 94 h 94"/>
                  <a:gd name="T2" fmla="*/ 9 w 33"/>
                  <a:gd name="T3" fmla="*/ 94 h 94"/>
                  <a:gd name="T4" fmla="*/ 1 w 33"/>
                  <a:gd name="T5" fmla="*/ 83 h 94"/>
                  <a:gd name="T6" fmla="*/ 12 w 33"/>
                  <a:gd name="T7" fmla="*/ 9 h 94"/>
                  <a:gd name="T8" fmla="*/ 23 w 33"/>
                  <a:gd name="T9" fmla="*/ 1 h 94"/>
                  <a:gd name="T10" fmla="*/ 32 w 33"/>
                  <a:gd name="T11" fmla="*/ 12 h 94"/>
                  <a:gd name="T12" fmla="*/ 20 w 33"/>
                  <a:gd name="T13" fmla="*/ 86 h 94"/>
                  <a:gd name="T14" fmla="*/ 11 w 33"/>
                  <a:gd name="T15" fmla="*/ 94 h 9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3" h="94">
                    <a:moveTo>
                      <a:pt x="11" y="94"/>
                    </a:moveTo>
                    <a:cubicBezTo>
                      <a:pt x="10" y="94"/>
                      <a:pt x="10" y="94"/>
                      <a:pt x="9" y="94"/>
                    </a:cubicBezTo>
                    <a:cubicBezTo>
                      <a:pt x="4" y="93"/>
                      <a:pt x="0" y="88"/>
                      <a:pt x="1" y="83"/>
                    </a:cubicBezTo>
                    <a:cubicBezTo>
                      <a:pt x="12" y="9"/>
                      <a:pt x="12" y="9"/>
                      <a:pt x="12" y="9"/>
                    </a:cubicBezTo>
                    <a:cubicBezTo>
                      <a:pt x="13" y="4"/>
                      <a:pt x="18" y="0"/>
                      <a:pt x="23" y="1"/>
                    </a:cubicBezTo>
                    <a:cubicBezTo>
                      <a:pt x="29" y="2"/>
                      <a:pt x="33" y="7"/>
                      <a:pt x="32" y="12"/>
                    </a:cubicBezTo>
                    <a:cubicBezTo>
                      <a:pt x="20" y="86"/>
                      <a:pt x="20" y="86"/>
                      <a:pt x="20" y="86"/>
                    </a:cubicBezTo>
                    <a:cubicBezTo>
                      <a:pt x="20" y="91"/>
                      <a:pt x="15" y="94"/>
                      <a:pt x="11" y="94"/>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a:defRPr/>
                </a:pPr>
                <a:endParaRPr lang="en-US" sz="1350"/>
              </a:p>
            </p:txBody>
          </p:sp>
          <p:sp>
            <p:nvSpPr>
              <p:cNvPr id="113" name="Freeform 16">
                <a:extLst>
                  <a:ext uri="{FF2B5EF4-FFF2-40B4-BE49-F238E27FC236}">
                    <a16:creationId xmlns:a16="http://schemas.microsoft.com/office/drawing/2014/main" id="{15235DB3-D37B-FC2B-6E4F-B02D88C751F0}"/>
                  </a:ext>
                </a:extLst>
              </p:cNvPr>
              <p:cNvSpPr>
                <a:spLocks/>
              </p:cNvSpPr>
              <p:nvPr/>
            </p:nvSpPr>
            <p:spPr bwMode="auto">
              <a:xfrm>
                <a:off x="4971952" y="3987733"/>
                <a:ext cx="152413" cy="135547"/>
              </a:xfrm>
              <a:custGeom>
                <a:avLst/>
                <a:gdLst>
                  <a:gd name="T0" fmla="*/ 10 w 95"/>
                  <a:gd name="T1" fmla="*/ 83 h 83"/>
                  <a:gd name="T2" fmla="*/ 9 w 95"/>
                  <a:gd name="T3" fmla="*/ 83 h 83"/>
                  <a:gd name="T4" fmla="*/ 0 w 95"/>
                  <a:gd name="T5" fmla="*/ 72 h 83"/>
                  <a:gd name="T6" fmla="*/ 9 w 95"/>
                  <a:gd name="T7" fmla="*/ 9 h 83"/>
                  <a:gd name="T8" fmla="*/ 19 w 95"/>
                  <a:gd name="T9" fmla="*/ 0 h 83"/>
                  <a:gd name="T10" fmla="*/ 85 w 95"/>
                  <a:gd name="T11" fmla="*/ 0 h 83"/>
                  <a:gd name="T12" fmla="*/ 95 w 95"/>
                  <a:gd name="T13" fmla="*/ 10 h 83"/>
                  <a:gd name="T14" fmla="*/ 85 w 95"/>
                  <a:gd name="T15" fmla="*/ 20 h 83"/>
                  <a:gd name="T16" fmla="*/ 28 w 95"/>
                  <a:gd name="T17" fmla="*/ 20 h 83"/>
                  <a:gd name="T18" fmla="*/ 20 w 95"/>
                  <a:gd name="T19" fmla="*/ 75 h 83"/>
                  <a:gd name="T20" fmla="*/ 10 w 95"/>
                  <a:gd name="T21" fmla="*/ 8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95" h="83">
                    <a:moveTo>
                      <a:pt x="10" y="83"/>
                    </a:moveTo>
                    <a:cubicBezTo>
                      <a:pt x="10" y="83"/>
                      <a:pt x="9" y="83"/>
                      <a:pt x="9" y="83"/>
                    </a:cubicBezTo>
                    <a:cubicBezTo>
                      <a:pt x="3" y="82"/>
                      <a:pt x="0" y="77"/>
                      <a:pt x="0" y="72"/>
                    </a:cubicBezTo>
                    <a:cubicBezTo>
                      <a:pt x="9" y="9"/>
                      <a:pt x="9" y="9"/>
                      <a:pt x="9" y="9"/>
                    </a:cubicBezTo>
                    <a:cubicBezTo>
                      <a:pt x="10" y="4"/>
                      <a:pt x="14" y="0"/>
                      <a:pt x="19" y="0"/>
                    </a:cubicBezTo>
                    <a:cubicBezTo>
                      <a:pt x="85" y="0"/>
                      <a:pt x="85" y="0"/>
                      <a:pt x="85" y="0"/>
                    </a:cubicBezTo>
                    <a:cubicBezTo>
                      <a:pt x="91" y="0"/>
                      <a:pt x="95" y="4"/>
                      <a:pt x="95" y="10"/>
                    </a:cubicBezTo>
                    <a:cubicBezTo>
                      <a:pt x="95" y="16"/>
                      <a:pt x="91" y="20"/>
                      <a:pt x="85" y="20"/>
                    </a:cubicBezTo>
                    <a:cubicBezTo>
                      <a:pt x="28" y="20"/>
                      <a:pt x="28" y="20"/>
                      <a:pt x="28" y="20"/>
                    </a:cubicBezTo>
                    <a:cubicBezTo>
                      <a:pt x="20" y="75"/>
                      <a:pt x="20" y="75"/>
                      <a:pt x="20" y="75"/>
                    </a:cubicBezTo>
                    <a:cubicBezTo>
                      <a:pt x="19" y="80"/>
                      <a:pt x="15" y="83"/>
                      <a:pt x="10" y="8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a:defRPr/>
                </a:pPr>
                <a:endParaRPr lang="en-US" sz="1350"/>
              </a:p>
            </p:txBody>
          </p:sp>
          <p:sp>
            <p:nvSpPr>
              <p:cNvPr id="114" name="Freeform 17">
                <a:extLst>
                  <a:ext uri="{FF2B5EF4-FFF2-40B4-BE49-F238E27FC236}">
                    <a16:creationId xmlns:a16="http://schemas.microsoft.com/office/drawing/2014/main" id="{6999551E-2BB5-22B1-BA69-3B6F4862364E}"/>
                  </a:ext>
                </a:extLst>
              </p:cNvPr>
              <p:cNvSpPr>
                <a:spLocks noEditPoints="1"/>
              </p:cNvSpPr>
              <p:nvPr/>
            </p:nvSpPr>
            <p:spPr bwMode="auto">
              <a:xfrm>
                <a:off x="5272545" y="3987733"/>
                <a:ext cx="935646" cy="33887"/>
              </a:xfrm>
              <a:custGeom>
                <a:avLst/>
                <a:gdLst>
                  <a:gd name="T0" fmla="*/ 570 w 580"/>
                  <a:gd name="T1" fmla="*/ 20 h 20"/>
                  <a:gd name="T2" fmla="*/ 458 w 580"/>
                  <a:gd name="T3" fmla="*/ 20 h 20"/>
                  <a:gd name="T4" fmla="*/ 448 w 580"/>
                  <a:gd name="T5" fmla="*/ 10 h 20"/>
                  <a:gd name="T6" fmla="*/ 458 w 580"/>
                  <a:gd name="T7" fmla="*/ 0 h 20"/>
                  <a:gd name="T8" fmla="*/ 570 w 580"/>
                  <a:gd name="T9" fmla="*/ 0 h 20"/>
                  <a:gd name="T10" fmla="*/ 580 w 580"/>
                  <a:gd name="T11" fmla="*/ 10 h 20"/>
                  <a:gd name="T12" fmla="*/ 570 w 580"/>
                  <a:gd name="T13" fmla="*/ 20 h 20"/>
                  <a:gd name="T14" fmla="*/ 346 w 580"/>
                  <a:gd name="T15" fmla="*/ 20 h 20"/>
                  <a:gd name="T16" fmla="*/ 234 w 580"/>
                  <a:gd name="T17" fmla="*/ 20 h 20"/>
                  <a:gd name="T18" fmla="*/ 224 w 580"/>
                  <a:gd name="T19" fmla="*/ 10 h 20"/>
                  <a:gd name="T20" fmla="*/ 234 w 580"/>
                  <a:gd name="T21" fmla="*/ 0 h 20"/>
                  <a:gd name="T22" fmla="*/ 346 w 580"/>
                  <a:gd name="T23" fmla="*/ 0 h 20"/>
                  <a:gd name="T24" fmla="*/ 356 w 580"/>
                  <a:gd name="T25" fmla="*/ 10 h 20"/>
                  <a:gd name="T26" fmla="*/ 346 w 580"/>
                  <a:gd name="T27" fmla="*/ 20 h 20"/>
                  <a:gd name="T28" fmla="*/ 122 w 580"/>
                  <a:gd name="T29" fmla="*/ 20 h 20"/>
                  <a:gd name="T30" fmla="*/ 10 w 580"/>
                  <a:gd name="T31" fmla="*/ 20 h 20"/>
                  <a:gd name="T32" fmla="*/ 0 w 580"/>
                  <a:gd name="T33" fmla="*/ 10 h 20"/>
                  <a:gd name="T34" fmla="*/ 10 w 580"/>
                  <a:gd name="T35" fmla="*/ 0 h 20"/>
                  <a:gd name="T36" fmla="*/ 122 w 580"/>
                  <a:gd name="T37" fmla="*/ 0 h 20"/>
                  <a:gd name="T38" fmla="*/ 132 w 580"/>
                  <a:gd name="T39" fmla="*/ 10 h 20"/>
                  <a:gd name="T40" fmla="*/ 122 w 580"/>
                  <a:gd name="T41"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80" h="20">
                    <a:moveTo>
                      <a:pt x="570" y="20"/>
                    </a:moveTo>
                    <a:cubicBezTo>
                      <a:pt x="458" y="20"/>
                      <a:pt x="458" y="20"/>
                      <a:pt x="458" y="20"/>
                    </a:cubicBezTo>
                    <a:cubicBezTo>
                      <a:pt x="452" y="20"/>
                      <a:pt x="448" y="16"/>
                      <a:pt x="448" y="10"/>
                    </a:cubicBezTo>
                    <a:cubicBezTo>
                      <a:pt x="448" y="4"/>
                      <a:pt x="452" y="0"/>
                      <a:pt x="458" y="0"/>
                    </a:cubicBezTo>
                    <a:cubicBezTo>
                      <a:pt x="570" y="0"/>
                      <a:pt x="570" y="0"/>
                      <a:pt x="570" y="0"/>
                    </a:cubicBezTo>
                    <a:cubicBezTo>
                      <a:pt x="576" y="0"/>
                      <a:pt x="580" y="4"/>
                      <a:pt x="580" y="10"/>
                    </a:cubicBezTo>
                    <a:cubicBezTo>
                      <a:pt x="580" y="16"/>
                      <a:pt x="576" y="20"/>
                      <a:pt x="570" y="20"/>
                    </a:cubicBezTo>
                    <a:close/>
                    <a:moveTo>
                      <a:pt x="346" y="20"/>
                    </a:moveTo>
                    <a:cubicBezTo>
                      <a:pt x="234" y="20"/>
                      <a:pt x="234" y="20"/>
                      <a:pt x="234" y="20"/>
                    </a:cubicBezTo>
                    <a:cubicBezTo>
                      <a:pt x="228" y="20"/>
                      <a:pt x="224" y="16"/>
                      <a:pt x="224" y="10"/>
                    </a:cubicBezTo>
                    <a:cubicBezTo>
                      <a:pt x="224" y="4"/>
                      <a:pt x="228" y="0"/>
                      <a:pt x="234" y="0"/>
                    </a:cubicBezTo>
                    <a:cubicBezTo>
                      <a:pt x="346" y="0"/>
                      <a:pt x="346" y="0"/>
                      <a:pt x="346" y="0"/>
                    </a:cubicBezTo>
                    <a:cubicBezTo>
                      <a:pt x="352" y="0"/>
                      <a:pt x="356" y="4"/>
                      <a:pt x="356" y="10"/>
                    </a:cubicBezTo>
                    <a:cubicBezTo>
                      <a:pt x="356" y="16"/>
                      <a:pt x="352" y="20"/>
                      <a:pt x="346" y="20"/>
                    </a:cubicBezTo>
                    <a:close/>
                    <a:moveTo>
                      <a:pt x="122" y="20"/>
                    </a:moveTo>
                    <a:cubicBezTo>
                      <a:pt x="10" y="20"/>
                      <a:pt x="10" y="20"/>
                      <a:pt x="10" y="20"/>
                    </a:cubicBezTo>
                    <a:cubicBezTo>
                      <a:pt x="4" y="20"/>
                      <a:pt x="0" y="16"/>
                      <a:pt x="0" y="10"/>
                    </a:cubicBezTo>
                    <a:cubicBezTo>
                      <a:pt x="0" y="4"/>
                      <a:pt x="4" y="0"/>
                      <a:pt x="10" y="0"/>
                    </a:cubicBezTo>
                    <a:cubicBezTo>
                      <a:pt x="122" y="0"/>
                      <a:pt x="122" y="0"/>
                      <a:pt x="122" y="0"/>
                    </a:cubicBezTo>
                    <a:cubicBezTo>
                      <a:pt x="128" y="0"/>
                      <a:pt x="132" y="4"/>
                      <a:pt x="132" y="10"/>
                    </a:cubicBezTo>
                    <a:cubicBezTo>
                      <a:pt x="132" y="16"/>
                      <a:pt x="128" y="20"/>
                      <a:pt x="122" y="2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a:defRPr/>
                </a:pPr>
                <a:endParaRPr lang="en-US" sz="1350"/>
              </a:p>
            </p:txBody>
          </p:sp>
          <p:sp>
            <p:nvSpPr>
              <p:cNvPr id="115" name="Freeform 18">
                <a:extLst>
                  <a:ext uri="{FF2B5EF4-FFF2-40B4-BE49-F238E27FC236}">
                    <a16:creationId xmlns:a16="http://schemas.microsoft.com/office/drawing/2014/main" id="{79F2AC02-2DE9-CFF7-2A97-FD5590D94973}"/>
                  </a:ext>
                </a:extLst>
              </p:cNvPr>
              <p:cNvSpPr>
                <a:spLocks/>
              </p:cNvSpPr>
              <p:nvPr/>
            </p:nvSpPr>
            <p:spPr bwMode="auto">
              <a:xfrm>
                <a:off x="6362720" y="3987733"/>
                <a:ext cx="162998" cy="133429"/>
              </a:xfrm>
              <a:custGeom>
                <a:avLst/>
                <a:gdLst>
                  <a:gd name="T0" fmla="*/ 90 w 101"/>
                  <a:gd name="T1" fmla="*/ 82 h 82"/>
                  <a:gd name="T2" fmla="*/ 80 w 101"/>
                  <a:gd name="T3" fmla="*/ 74 h 82"/>
                  <a:gd name="T4" fmla="*/ 67 w 101"/>
                  <a:gd name="T5" fmla="*/ 20 h 82"/>
                  <a:gd name="T6" fmla="*/ 10 w 101"/>
                  <a:gd name="T7" fmla="*/ 20 h 82"/>
                  <a:gd name="T8" fmla="*/ 0 w 101"/>
                  <a:gd name="T9" fmla="*/ 10 h 82"/>
                  <a:gd name="T10" fmla="*/ 10 w 101"/>
                  <a:gd name="T11" fmla="*/ 0 h 82"/>
                  <a:gd name="T12" fmla="*/ 74 w 101"/>
                  <a:gd name="T13" fmla="*/ 0 h 82"/>
                  <a:gd name="T14" fmla="*/ 84 w 101"/>
                  <a:gd name="T15" fmla="*/ 8 h 82"/>
                  <a:gd name="T16" fmla="*/ 100 w 101"/>
                  <a:gd name="T17" fmla="*/ 70 h 82"/>
                  <a:gd name="T18" fmla="*/ 93 w 101"/>
                  <a:gd name="T19" fmla="*/ 82 h 82"/>
                  <a:gd name="T20" fmla="*/ 90 w 101"/>
                  <a:gd name="T21" fmla="*/ 82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1" h="82">
                    <a:moveTo>
                      <a:pt x="90" y="82"/>
                    </a:moveTo>
                    <a:cubicBezTo>
                      <a:pt x="86" y="82"/>
                      <a:pt x="82" y="79"/>
                      <a:pt x="80" y="74"/>
                    </a:cubicBezTo>
                    <a:cubicBezTo>
                      <a:pt x="67" y="20"/>
                      <a:pt x="67" y="20"/>
                      <a:pt x="67" y="20"/>
                    </a:cubicBezTo>
                    <a:cubicBezTo>
                      <a:pt x="10" y="20"/>
                      <a:pt x="10" y="20"/>
                      <a:pt x="10" y="20"/>
                    </a:cubicBezTo>
                    <a:cubicBezTo>
                      <a:pt x="4" y="20"/>
                      <a:pt x="0" y="16"/>
                      <a:pt x="0" y="10"/>
                    </a:cubicBezTo>
                    <a:cubicBezTo>
                      <a:pt x="0" y="4"/>
                      <a:pt x="4" y="0"/>
                      <a:pt x="10" y="0"/>
                    </a:cubicBezTo>
                    <a:cubicBezTo>
                      <a:pt x="74" y="0"/>
                      <a:pt x="74" y="0"/>
                      <a:pt x="74" y="0"/>
                    </a:cubicBezTo>
                    <a:cubicBezTo>
                      <a:pt x="79" y="0"/>
                      <a:pt x="83" y="3"/>
                      <a:pt x="84" y="8"/>
                    </a:cubicBezTo>
                    <a:cubicBezTo>
                      <a:pt x="100" y="70"/>
                      <a:pt x="100" y="70"/>
                      <a:pt x="100" y="70"/>
                    </a:cubicBezTo>
                    <a:cubicBezTo>
                      <a:pt x="101" y="75"/>
                      <a:pt x="98" y="80"/>
                      <a:pt x="93" y="82"/>
                    </a:cubicBezTo>
                    <a:cubicBezTo>
                      <a:pt x="92" y="82"/>
                      <a:pt x="91" y="82"/>
                      <a:pt x="90" y="8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a:defRPr/>
                </a:pPr>
                <a:endParaRPr lang="en-US" sz="1350"/>
              </a:p>
            </p:txBody>
          </p:sp>
          <p:sp>
            <p:nvSpPr>
              <p:cNvPr id="116" name="Freeform 19">
                <a:extLst>
                  <a:ext uri="{FF2B5EF4-FFF2-40B4-BE49-F238E27FC236}">
                    <a16:creationId xmlns:a16="http://schemas.microsoft.com/office/drawing/2014/main" id="{C2ABC98D-2958-B9C8-3C61-79579830DA73}"/>
                  </a:ext>
                </a:extLst>
              </p:cNvPr>
              <p:cNvSpPr>
                <a:spLocks/>
              </p:cNvSpPr>
              <p:nvPr/>
            </p:nvSpPr>
            <p:spPr bwMode="auto">
              <a:xfrm>
                <a:off x="6521484" y="4203760"/>
                <a:ext cx="63505" cy="154608"/>
              </a:xfrm>
              <a:custGeom>
                <a:avLst/>
                <a:gdLst>
                  <a:gd name="T0" fmla="*/ 30 w 41"/>
                  <a:gd name="T1" fmla="*/ 95 h 95"/>
                  <a:gd name="T2" fmla="*/ 20 w 41"/>
                  <a:gd name="T3" fmla="*/ 88 h 95"/>
                  <a:gd name="T4" fmla="*/ 2 w 41"/>
                  <a:gd name="T5" fmla="*/ 14 h 95"/>
                  <a:gd name="T6" fmla="*/ 9 w 41"/>
                  <a:gd name="T7" fmla="*/ 2 h 95"/>
                  <a:gd name="T8" fmla="*/ 21 w 41"/>
                  <a:gd name="T9" fmla="*/ 9 h 95"/>
                  <a:gd name="T10" fmla="*/ 40 w 41"/>
                  <a:gd name="T11" fmla="*/ 83 h 95"/>
                  <a:gd name="T12" fmla="*/ 33 w 41"/>
                  <a:gd name="T13" fmla="*/ 95 h 95"/>
                  <a:gd name="T14" fmla="*/ 30 w 41"/>
                  <a:gd name="T15" fmla="*/ 95 h 9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1" h="95">
                    <a:moveTo>
                      <a:pt x="30" y="95"/>
                    </a:moveTo>
                    <a:cubicBezTo>
                      <a:pt x="26" y="95"/>
                      <a:pt x="22" y="92"/>
                      <a:pt x="20" y="88"/>
                    </a:cubicBezTo>
                    <a:cubicBezTo>
                      <a:pt x="2" y="14"/>
                      <a:pt x="2" y="14"/>
                      <a:pt x="2" y="14"/>
                    </a:cubicBezTo>
                    <a:cubicBezTo>
                      <a:pt x="0" y="9"/>
                      <a:pt x="3" y="3"/>
                      <a:pt x="9" y="2"/>
                    </a:cubicBezTo>
                    <a:cubicBezTo>
                      <a:pt x="14" y="0"/>
                      <a:pt x="20" y="4"/>
                      <a:pt x="21" y="9"/>
                    </a:cubicBezTo>
                    <a:cubicBezTo>
                      <a:pt x="40" y="83"/>
                      <a:pt x="40" y="83"/>
                      <a:pt x="40" y="83"/>
                    </a:cubicBezTo>
                    <a:cubicBezTo>
                      <a:pt x="41" y="88"/>
                      <a:pt x="38" y="94"/>
                      <a:pt x="33" y="95"/>
                    </a:cubicBezTo>
                    <a:cubicBezTo>
                      <a:pt x="32" y="95"/>
                      <a:pt x="31" y="95"/>
                      <a:pt x="30" y="95"/>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a:defRPr/>
                </a:pPr>
                <a:endParaRPr lang="en-US" sz="1350"/>
              </a:p>
            </p:txBody>
          </p:sp>
          <p:sp>
            <p:nvSpPr>
              <p:cNvPr id="117" name="Freeform 20">
                <a:extLst>
                  <a:ext uri="{FF2B5EF4-FFF2-40B4-BE49-F238E27FC236}">
                    <a16:creationId xmlns:a16="http://schemas.microsoft.com/office/drawing/2014/main" id="{5C103363-712D-FAF6-1DF0-DE896ED594C0}"/>
                  </a:ext>
                </a:extLst>
              </p:cNvPr>
              <p:cNvSpPr>
                <a:spLocks/>
              </p:cNvSpPr>
              <p:nvPr/>
            </p:nvSpPr>
            <p:spPr bwMode="auto">
              <a:xfrm>
                <a:off x="6580756" y="4440967"/>
                <a:ext cx="162997" cy="133429"/>
              </a:xfrm>
              <a:custGeom>
                <a:avLst/>
                <a:gdLst>
                  <a:gd name="T0" fmla="*/ 90 w 100"/>
                  <a:gd name="T1" fmla="*/ 83 h 83"/>
                  <a:gd name="T2" fmla="*/ 27 w 100"/>
                  <a:gd name="T3" fmla="*/ 83 h 83"/>
                  <a:gd name="T4" fmla="*/ 17 w 100"/>
                  <a:gd name="T5" fmla="*/ 76 h 83"/>
                  <a:gd name="T6" fmla="*/ 1 w 100"/>
                  <a:gd name="T7" fmla="*/ 14 h 83"/>
                  <a:gd name="T8" fmla="*/ 8 w 100"/>
                  <a:gd name="T9" fmla="*/ 1 h 83"/>
                  <a:gd name="T10" fmla="*/ 20 w 100"/>
                  <a:gd name="T11" fmla="*/ 8 h 83"/>
                  <a:gd name="T12" fmla="*/ 35 w 100"/>
                  <a:gd name="T13" fmla="*/ 63 h 83"/>
                  <a:gd name="T14" fmla="*/ 90 w 100"/>
                  <a:gd name="T15" fmla="*/ 63 h 83"/>
                  <a:gd name="T16" fmla="*/ 100 w 100"/>
                  <a:gd name="T17" fmla="*/ 73 h 83"/>
                  <a:gd name="T18" fmla="*/ 90 w 100"/>
                  <a:gd name="T19" fmla="*/ 83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0" h="83">
                    <a:moveTo>
                      <a:pt x="90" y="83"/>
                    </a:moveTo>
                    <a:cubicBezTo>
                      <a:pt x="27" y="83"/>
                      <a:pt x="27" y="83"/>
                      <a:pt x="27" y="83"/>
                    </a:cubicBezTo>
                    <a:cubicBezTo>
                      <a:pt x="23" y="83"/>
                      <a:pt x="19" y="80"/>
                      <a:pt x="17" y="76"/>
                    </a:cubicBezTo>
                    <a:cubicBezTo>
                      <a:pt x="1" y="14"/>
                      <a:pt x="1" y="14"/>
                      <a:pt x="1" y="14"/>
                    </a:cubicBezTo>
                    <a:cubicBezTo>
                      <a:pt x="0" y="8"/>
                      <a:pt x="3" y="3"/>
                      <a:pt x="8" y="1"/>
                    </a:cubicBezTo>
                    <a:cubicBezTo>
                      <a:pt x="13" y="0"/>
                      <a:pt x="19" y="3"/>
                      <a:pt x="20" y="8"/>
                    </a:cubicBezTo>
                    <a:cubicBezTo>
                      <a:pt x="35" y="63"/>
                      <a:pt x="35" y="63"/>
                      <a:pt x="35" y="63"/>
                    </a:cubicBezTo>
                    <a:cubicBezTo>
                      <a:pt x="90" y="63"/>
                      <a:pt x="90" y="63"/>
                      <a:pt x="90" y="63"/>
                    </a:cubicBezTo>
                    <a:cubicBezTo>
                      <a:pt x="96" y="63"/>
                      <a:pt x="100" y="67"/>
                      <a:pt x="100" y="73"/>
                    </a:cubicBezTo>
                    <a:cubicBezTo>
                      <a:pt x="100" y="79"/>
                      <a:pt x="96" y="83"/>
                      <a:pt x="90" y="8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a:defRPr/>
                </a:pPr>
                <a:endParaRPr lang="en-US" sz="1350"/>
              </a:p>
            </p:txBody>
          </p:sp>
          <p:sp>
            <p:nvSpPr>
              <p:cNvPr id="118" name="Freeform 21">
                <a:extLst>
                  <a:ext uri="{FF2B5EF4-FFF2-40B4-BE49-F238E27FC236}">
                    <a16:creationId xmlns:a16="http://schemas.microsoft.com/office/drawing/2014/main" id="{2613B96B-11C1-31D8-D3AC-62A7EAD4AF54}"/>
                  </a:ext>
                </a:extLst>
              </p:cNvPr>
              <p:cNvSpPr>
                <a:spLocks noEditPoints="1"/>
              </p:cNvSpPr>
              <p:nvPr/>
            </p:nvSpPr>
            <p:spPr bwMode="auto">
              <a:xfrm>
                <a:off x="6946970" y="4542627"/>
                <a:ext cx="730313" cy="31769"/>
              </a:xfrm>
              <a:custGeom>
                <a:avLst/>
                <a:gdLst>
                  <a:gd name="T0" fmla="*/ 442 w 452"/>
                  <a:gd name="T1" fmla="*/ 20 h 20"/>
                  <a:gd name="T2" fmla="*/ 298 w 452"/>
                  <a:gd name="T3" fmla="*/ 20 h 20"/>
                  <a:gd name="T4" fmla="*/ 288 w 452"/>
                  <a:gd name="T5" fmla="*/ 10 h 20"/>
                  <a:gd name="T6" fmla="*/ 298 w 452"/>
                  <a:gd name="T7" fmla="*/ 0 h 20"/>
                  <a:gd name="T8" fmla="*/ 442 w 452"/>
                  <a:gd name="T9" fmla="*/ 0 h 20"/>
                  <a:gd name="T10" fmla="*/ 452 w 452"/>
                  <a:gd name="T11" fmla="*/ 10 h 20"/>
                  <a:gd name="T12" fmla="*/ 442 w 452"/>
                  <a:gd name="T13" fmla="*/ 20 h 20"/>
                  <a:gd name="T14" fmla="*/ 154 w 452"/>
                  <a:gd name="T15" fmla="*/ 20 h 20"/>
                  <a:gd name="T16" fmla="*/ 10 w 452"/>
                  <a:gd name="T17" fmla="*/ 20 h 20"/>
                  <a:gd name="T18" fmla="*/ 0 w 452"/>
                  <a:gd name="T19" fmla="*/ 10 h 20"/>
                  <a:gd name="T20" fmla="*/ 10 w 452"/>
                  <a:gd name="T21" fmla="*/ 0 h 20"/>
                  <a:gd name="T22" fmla="*/ 154 w 452"/>
                  <a:gd name="T23" fmla="*/ 0 h 20"/>
                  <a:gd name="T24" fmla="*/ 164 w 452"/>
                  <a:gd name="T25" fmla="*/ 10 h 20"/>
                  <a:gd name="T26" fmla="*/ 154 w 452"/>
                  <a:gd name="T27"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52" h="20">
                    <a:moveTo>
                      <a:pt x="442" y="20"/>
                    </a:moveTo>
                    <a:cubicBezTo>
                      <a:pt x="298" y="20"/>
                      <a:pt x="298" y="20"/>
                      <a:pt x="298" y="20"/>
                    </a:cubicBezTo>
                    <a:cubicBezTo>
                      <a:pt x="292" y="20"/>
                      <a:pt x="288" y="16"/>
                      <a:pt x="288" y="10"/>
                    </a:cubicBezTo>
                    <a:cubicBezTo>
                      <a:pt x="288" y="4"/>
                      <a:pt x="292" y="0"/>
                      <a:pt x="298" y="0"/>
                    </a:cubicBezTo>
                    <a:cubicBezTo>
                      <a:pt x="442" y="0"/>
                      <a:pt x="442" y="0"/>
                      <a:pt x="442" y="0"/>
                    </a:cubicBezTo>
                    <a:cubicBezTo>
                      <a:pt x="448" y="0"/>
                      <a:pt x="452" y="4"/>
                      <a:pt x="452" y="10"/>
                    </a:cubicBezTo>
                    <a:cubicBezTo>
                      <a:pt x="452" y="16"/>
                      <a:pt x="448" y="20"/>
                      <a:pt x="442" y="20"/>
                    </a:cubicBezTo>
                    <a:close/>
                    <a:moveTo>
                      <a:pt x="154" y="20"/>
                    </a:moveTo>
                    <a:cubicBezTo>
                      <a:pt x="10" y="20"/>
                      <a:pt x="10" y="20"/>
                      <a:pt x="10" y="20"/>
                    </a:cubicBezTo>
                    <a:cubicBezTo>
                      <a:pt x="4" y="20"/>
                      <a:pt x="0" y="16"/>
                      <a:pt x="0" y="10"/>
                    </a:cubicBezTo>
                    <a:cubicBezTo>
                      <a:pt x="0" y="4"/>
                      <a:pt x="4" y="0"/>
                      <a:pt x="10" y="0"/>
                    </a:cubicBezTo>
                    <a:cubicBezTo>
                      <a:pt x="154" y="0"/>
                      <a:pt x="154" y="0"/>
                      <a:pt x="154" y="0"/>
                    </a:cubicBezTo>
                    <a:cubicBezTo>
                      <a:pt x="160" y="0"/>
                      <a:pt x="164" y="4"/>
                      <a:pt x="164" y="10"/>
                    </a:cubicBezTo>
                    <a:cubicBezTo>
                      <a:pt x="164" y="16"/>
                      <a:pt x="160" y="20"/>
                      <a:pt x="154" y="2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a:defRPr/>
                </a:pPr>
                <a:endParaRPr lang="en-US" sz="1350"/>
              </a:p>
            </p:txBody>
          </p:sp>
          <p:sp>
            <p:nvSpPr>
              <p:cNvPr id="119" name="Freeform 22">
                <a:extLst>
                  <a:ext uri="{FF2B5EF4-FFF2-40B4-BE49-F238E27FC236}">
                    <a16:creationId xmlns:a16="http://schemas.microsoft.com/office/drawing/2014/main" id="{849DF553-EDC2-C86A-682E-6B7B74BABEA6}"/>
                  </a:ext>
                </a:extLst>
              </p:cNvPr>
              <p:cNvSpPr>
                <a:spLocks/>
              </p:cNvSpPr>
              <p:nvPr/>
            </p:nvSpPr>
            <p:spPr bwMode="auto">
              <a:xfrm>
                <a:off x="7882616" y="4542627"/>
                <a:ext cx="182049" cy="127075"/>
              </a:xfrm>
              <a:custGeom>
                <a:avLst/>
                <a:gdLst>
                  <a:gd name="T0" fmla="*/ 100 w 112"/>
                  <a:gd name="T1" fmla="*/ 78 h 78"/>
                  <a:gd name="T2" fmla="*/ 91 w 112"/>
                  <a:gd name="T3" fmla="*/ 72 h 78"/>
                  <a:gd name="T4" fmla="*/ 66 w 112"/>
                  <a:gd name="T5" fmla="*/ 20 h 78"/>
                  <a:gd name="T6" fmla="*/ 10 w 112"/>
                  <a:gd name="T7" fmla="*/ 20 h 78"/>
                  <a:gd name="T8" fmla="*/ 0 w 112"/>
                  <a:gd name="T9" fmla="*/ 10 h 78"/>
                  <a:gd name="T10" fmla="*/ 10 w 112"/>
                  <a:gd name="T11" fmla="*/ 0 h 78"/>
                  <a:gd name="T12" fmla="*/ 72 w 112"/>
                  <a:gd name="T13" fmla="*/ 0 h 78"/>
                  <a:gd name="T14" fmla="*/ 81 w 112"/>
                  <a:gd name="T15" fmla="*/ 6 h 78"/>
                  <a:gd name="T16" fmla="*/ 109 w 112"/>
                  <a:gd name="T17" fmla="*/ 64 h 78"/>
                  <a:gd name="T18" fmla="*/ 105 w 112"/>
                  <a:gd name="T19" fmla="*/ 77 h 78"/>
                  <a:gd name="T20" fmla="*/ 100 w 112"/>
                  <a:gd name="T21" fmla="*/ 78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12" h="78">
                    <a:moveTo>
                      <a:pt x="100" y="78"/>
                    </a:moveTo>
                    <a:cubicBezTo>
                      <a:pt x="97" y="78"/>
                      <a:pt x="93" y="76"/>
                      <a:pt x="91" y="72"/>
                    </a:cubicBezTo>
                    <a:cubicBezTo>
                      <a:pt x="66" y="20"/>
                      <a:pt x="66" y="20"/>
                      <a:pt x="66" y="20"/>
                    </a:cubicBezTo>
                    <a:cubicBezTo>
                      <a:pt x="10" y="20"/>
                      <a:pt x="10" y="20"/>
                      <a:pt x="10" y="20"/>
                    </a:cubicBezTo>
                    <a:cubicBezTo>
                      <a:pt x="4" y="20"/>
                      <a:pt x="0" y="16"/>
                      <a:pt x="0" y="10"/>
                    </a:cubicBezTo>
                    <a:cubicBezTo>
                      <a:pt x="0" y="4"/>
                      <a:pt x="4" y="0"/>
                      <a:pt x="10" y="0"/>
                    </a:cubicBezTo>
                    <a:cubicBezTo>
                      <a:pt x="72" y="0"/>
                      <a:pt x="72" y="0"/>
                      <a:pt x="72" y="0"/>
                    </a:cubicBezTo>
                    <a:cubicBezTo>
                      <a:pt x="76" y="0"/>
                      <a:pt x="80" y="2"/>
                      <a:pt x="81" y="6"/>
                    </a:cubicBezTo>
                    <a:cubicBezTo>
                      <a:pt x="109" y="64"/>
                      <a:pt x="109" y="64"/>
                      <a:pt x="109" y="64"/>
                    </a:cubicBezTo>
                    <a:cubicBezTo>
                      <a:pt x="112" y="69"/>
                      <a:pt x="110" y="74"/>
                      <a:pt x="105" y="77"/>
                    </a:cubicBezTo>
                    <a:cubicBezTo>
                      <a:pt x="103" y="78"/>
                      <a:pt x="102" y="78"/>
                      <a:pt x="100" y="7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a:defRPr/>
                </a:pPr>
                <a:endParaRPr lang="en-US" sz="1350"/>
              </a:p>
            </p:txBody>
          </p:sp>
          <p:sp>
            <p:nvSpPr>
              <p:cNvPr id="120" name="Freeform 23">
                <a:extLst>
                  <a:ext uri="{FF2B5EF4-FFF2-40B4-BE49-F238E27FC236}">
                    <a16:creationId xmlns:a16="http://schemas.microsoft.com/office/drawing/2014/main" id="{14A34361-74AD-ABE4-2D9F-9CCA5D8D3DAC}"/>
                  </a:ext>
                </a:extLst>
              </p:cNvPr>
              <p:cNvSpPr>
                <a:spLocks noEditPoints="1"/>
              </p:cNvSpPr>
              <p:nvPr/>
            </p:nvSpPr>
            <p:spPr bwMode="auto">
              <a:xfrm>
                <a:off x="8115470" y="4824310"/>
                <a:ext cx="304826" cy="605724"/>
              </a:xfrm>
              <a:custGeom>
                <a:avLst/>
                <a:gdLst>
                  <a:gd name="T0" fmla="*/ 177 w 189"/>
                  <a:gd name="T1" fmla="*/ 375 h 375"/>
                  <a:gd name="T2" fmla="*/ 168 w 189"/>
                  <a:gd name="T3" fmla="*/ 369 h 375"/>
                  <a:gd name="T4" fmla="*/ 113 w 189"/>
                  <a:gd name="T5" fmla="*/ 251 h 375"/>
                  <a:gd name="T6" fmla="*/ 118 w 189"/>
                  <a:gd name="T7" fmla="*/ 238 h 375"/>
                  <a:gd name="T8" fmla="*/ 131 w 189"/>
                  <a:gd name="T9" fmla="*/ 243 h 375"/>
                  <a:gd name="T10" fmla="*/ 186 w 189"/>
                  <a:gd name="T11" fmla="*/ 360 h 375"/>
                  <a:gd name="T12" fmla="*/ 181 w 189"/>
                  <a:gd name="T13" fmla="*/ 374 h 375"/>
                  <a:gd name="T14" fmla="*/ 177 w 189"/>
                  <a:gd name="T15" fmla="*/ 375 h 375"/>
                  <a:gd name="T16" fmla="*/ 66 w 189"/>
                  <a:gd name="T17" fmla="*/ 139 h 375"/>
                  <a:gd name="T18" fmla="*/ 57 w 189"/>
                  <a:gd name="T19" fmla="*/ 134 h 375"/>
                  <a:gd name="T20" fmla="*/ 2 w 189"/>
                  <a:gd name="T21" fmla="*/ 16 h 375"/>
                  <a:gd name="T22" fmla="*/ 7 w 189"/>
                  <a:gd name="T23" fmla="*/ 3 h 375"/>
                  <a:gd name="T24" fmla="*/ 20 w 189"/>
                  <a:gd name="T25" fmla="*/ 8 h 375"/>
                  <a:gd name="T26" fmla="*/ 75 w 189"/>
                  <a:gd name="T27" fmla="*/ 125 h 375"/>
                  <a:gd name="T28" fmla="*/ 71 w 189"/>
                  <a:gd name="T29" fmla="*/ 138 h 375"/>
                  <a:gd name="T30" fmla="*/ 66 w 189"/>
                  <a:gd name="T31" fmla="*/ 139 h 3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9" h="375">
                    <a:moveTo>
                      <a:pt x="177" y="375"/>
                    </a:moveTo>
                    <a:cubicBezTo>
                      <a:pt x="173" y="375"/>
                      <a:pt x="170" y="372"/>
                      <a:pt x="168" y="369"/>
                    </a:cubicBezTo>
                    <a:cubicBezTo>
                      <a:pt x="113" y="251"/>
                      <a:pt x="113" y="251"/>
                      <a:pt x="113" y="251"/>
                    </a:cubicBezTo>
                    <a:cubicBezTo>
                      <a:pt x="110" y="246"/>
                      <a:pt x="113" y="240"/>
                      <a:pt x="118" y="238"/>
                    </a:cubicBezTo>
                    <a:cubicBezTo>
                      <a:pt x="123" y="236"/>
                      <a:pt x="128" y="238"/>
                      <a:pt x="131" y="243"/>
                    </a:cubicBezTo>
                    <a:cubicBezTo>
                      <a:pt x="186" y="360"/>
                      <a:pt x="186" y="360"/>
                      <a:pt x="186" y="360"/>
                    </a:cubicBezTo>
                    <a:cubicBezTo>
                      <a:pt x="189" y="365"/>
                      <a:pt x="186" y="371"/>
                      <a:pt x="181" y="374"/>
                    </a:cubicBezTo>
                    <a:cubicBezTo>
                      <a:pt x="180" y="374"/>
                      <a:pt x="179" y="375"/>
                      <a:pt x="177" y="375"/>
                    </a:cubicBezTo>
                    <a:close/>
                    <a:moveTo>
                      <a:pt x="66" y="139"/>
                    </a:moveTo>
                    <a:cubicBezTo>
                      <a:pt x="63" y="139"/>
                      <a:pt x="59" y="137"/>
                      <a:pt x="57" y="134"/>
                    </a:cubicBezTo>
                    <a:cubicBezTo>
                      <a:pt x="2" y="16"/>
                      <a:pt x="2" y="16"/>
                      <a:pt x="2" y="16"/>
                    </a:cubicBezTo>
                    <a:cubicBezTo>
                      <a:pt x="0" y="11"/>
                      <a:pt x="2" y="5"/>
                      <a:pt x="7" y="3"/>
                    </a:cubicBezTo>
                    <a:cubicBezTo>
                      <a:pt x="12" y="0"/>
                      <a:pt x="18" y="3"/>
                      <a:pt x="20" y="8"/>
                    </a:cubicBezTo>
                    <a:cubicBezTo>
                      <a:pt x="75" y="125"/>
                      <a:pt x="75" y="125"/>
                      <a:pt x="75" y="125"/>
                    </a:cubicBezTo>
                    <a:cubicBezTo>
                      <a:pt x="78" y="130"/>
                      <a:pt x="76" y="136"/>
                      <a:pt x="71" y="138"/>
                    </a:cubicBezTo>
                    <a:cubicBezTo>
                      <a:pt x="69" y="139"/>
                      <a:pt x="68" y="139"/>
                      <a:pt x="66" y="13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a:defRPr/>
                </a:pPr>
                <a:endParaRPr lang="en-US" sz="1350"/>
              </a:p>
            </p:txBody>
          </p:sp>
          <p:sp>
            <p:nvSpPr>
              <p:cNvPr id="121" name="Freeform 24">
                <a:extLst>
                  <a:ext uri="{FF2B5EF4-FFF2-40B4-BE49-F238E27FC236}">
                    <a16:creationId xmlns:a16="http://schemas.microsoft.com/office/drawing/2014/main" id="{7F16F3C5-16AF-4ED8-BB27-C399C9D1FE4B}"/>
                  </a:ext>
                </a:extLst>
              </p:cNvPr>
              <p:cNvSpPr>
                <a:spLocks/>
              </p:cNvSpPr>
              <p:nvPr/>
            </p:nvSpPr>
            <p:spPr bwMode="auto">
              <a:xfrm>
                <a:off x="8468984" y="5582524"/>
                <a:ext cx="179931" cy="127075"/>
              </a:xfrm>
              <a:custGeom>
                <a:avLst/>
                <a:gdLst>
                  <a:gd name="T0" fmla="*/ 102 w 112"/>
                  <a:gd name="T1" fmla="*/ 79 h 79"/>
                  <a:gd name="T2" fmla="*/ 40 w 112"/>
                  <a:gd name="T3" fmla="*/ 79 h 79"/>
                  <a:gd name="T4" fmla="*/ 31 w 112"/>
                  <a:gd name="T5" fmla="*/ 73 h 79"/>
                  <a:gd name="T6" fmla="*/ 3 w 112"/>
                  <a:gd name="T7" fmla="*/ 15 h 79"/>
                  <a:gd name="T8" fmla="*/ 7 w 112"/>
                  <a:gd name="T9" fmla="*/ 2 h 79"/>
                  <a:gd name="T10" fmla="*/ 21 w 112"/>
                  <a:gd name="T11" fmla="*/ 7 h 79"/>
                  <a:gd name="T12" fmla="*/ 46 w 112"/>
                  <a:gd name="T13" fmla="*/ 59 h 79"/>
                  <a:gd name="T14" fmla="*/ 102 w 112"/>
                  <a:gd name="T15" fmla="*/ 59 h 79"/>
                  <a:gd name="T16" fmla="*/ 112 w 112"/>
                  <a:gd name="T17" fmla="*/ 69 h 79"/>
                  <a:gd name="T18" fmla="*/ 102 w 112"/>
                  <a:gd name="T19" fmla="*/ 79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2" h="79">
                    <a:moveTo>
                      <a:pt x="102" y="79"/>
                    </a:moveTo>
                    <a:cubicBezTo>
                      <a:pt x="40" y="79"/>
                      <a:pt x="40" y="79"/>
                      <a:pt x="40" y="79"/>
                    </a:cubicBezTo>
                    <a:cubicBezTo>
                      <a:pt x="36" y="79"/>
                      <a:pt x="32" y="77"/>
                      <a:pt x="31" y="73"/>
                    </a:cubicBezTo>
                    <a:cubicBezTo>
                      <a:pt x="3" y="15"/>
                      <a:pt x="3" y="15"/>
                      <a:pt x="3" y="15"/>
                    </a:cubicBezTo>
                    <a:cubicBezTo>
                      <a:pt x="0" y="11"/>
                      <a:pt x="2" y="5"/>
                      <a:pt x="7" y="2"/>
                    </a:cubicBezTo>
                    <a:cubicBezTo>
                      <a:pt x="12" y="0"/>
                      <a:pt x="18" y="2"/>
                      <a:pt x="21" y="7"/>
                    </a:cubicBezTo>
                    <a:cubicBezTo>
                      <a:pt x="46" y="59"/>
                      <a:pt x="46" y="59"/>
                      <a:pt x="46" y="59"/>
                    </a:cubicBezTo>
                    <a:cubicBezTo>
                      <a:pt x="102" y="59"/>
                      <a:pt x="102" y="59"/>
                      <a:pt x="102" y="59"/>
                    </a:cubicBezTo>
                    <a:cubicBezTo>
                      <a:pt x="108" y="59"/>
                      <a:pt x="112" y="63"/>
                      <a:pt x="112" y="69"/>
                    </a:cubicBezTo>
                    <a:cubicBezTo>
                      <a:pt x="112" y="75"/>
                      <a:pt x="108" y="79"/>
                      <a:pt x="102" y="79"/>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a:defRPr/>
                </a:pPr>
                <a:endParaRPr lang="en-US" sz="1350"/>
              </a:p>
            </p:txBody>
          </p:sp>
          <p:sp>
            <p:nvSpPr>
              <p:cNvPr id="122" name="Freeform 25">
                <a:extLst>
                  <a:ext uri="{FF2B5EF4-FFF2-40B4-BE49-F238E27FC236}">
                    <a16:creationId xmlns:a16="http://schemas.microsoft.com/office/drawing/2014/main" id="{4A5A8236-6323-6D79-B601-15D49E6250F0}"/>
                  </a:ext>
                </a:extLst>
              </p:cNvPr>
              <p:cNvSpPr>
                <a:spLocks noEditPoints="1"/>
              </p:cNvSpPr>
              <p:nvPr/>
            </p:nvSpPr>
            <p:spPr bwMode="auto">
              <a:xfrm>
                <a:off x="8828848" y="5677829"/>
                <a:ext cx="3126582" cy="31769"/>
              </a:xfrm>
              <a:custGeom>
                <a:avLst/>
                <a:gdLst>
                  <a:gd name="T0" fmla="*/ 1930 w 1940"/>
                  <a:gd name="T1" fmla="*/ 20 h 20"/>
                  <a:gd name="T2" fmla="*/ 1802 w 1940"/>
                  <a:gd name="T3" fmla="*/ 20 h 20"/>
                  <a:gd name="T4" fmla="*/ 1792 w 1940"/>
                  <a:gd name="T5" fmla="*/ 10 h 20"/>
                  <a:gd name="T6" fmla="*/ 1802 w 1940"/>
                  <a:gd name="T7" fmla="*/ 0 h 20"/>
                  <a:gd name="T8" fmla="*/ 1930 w 1940"/>
                  <a:gd name="T9" fmla="*/ 0 h 20"/>
                  <a:gd name="T10" fmla="*/ 1940 w 1940"/>
                  <a:gd name="T11" fmla="*/ 10 h 20"/>
                  <a:gd name="T12" fmla="*/ 1930 w 1940"/>
                  <a:gd name="T13" fmla="*/ 20 h 20"/>
                  <a:gd name="T14" fmla="*/ 1674 w 1940"/>
                  <a:gd name="T15" fmla="*/ 20 h 20"/>
                  <a:gd name="T16" fmla="*/ 1546 w 1940"/>
                  <a:gd name="T17" fmla="*/ 20 h 20"/>
                  <a:gd name="T18" fmla="*/ 1536 w 1940"/>
                  <a:gd name="T19" fmla="*/ 10 h 20"/>
                  <a:gd name="T20" fmla="*/ 1546 w 1940"/>
                  <a:gd name="T21" fmla="*/ 0 h 20"/>
                  <a:gd name="T22" fmla="*/ 1674 w 1940"/>
                  <a:gd name="T23" fmla="*/ 0 h 20"/>
                  <a:gd name="T24" fmla="*/ 1684 w 1940"/>
                  <a:gd name="T25" fmla="*/ 10 h 20"/>
                  <a:gd name="T26" fmla="*/ 1674 w 1940"/>
                  <a:gd name="T27" fmla="*/ 20 h 20"/>
                  <a:gd name="T28" fmla="*/ 1418 w 1940"/>
                  <a:gd name="T29" fmla="*/ 20 h 20"/>
                  <a:gd name="T30" fmla="*/ 1290 w 1940"/>
                  <a:gd name="T31" fmla="*/ 20 h 20"/>
                  <a:gd name="T32" fmla="*/ 1280 w 1940"/>
                  <a:gd name="T33" fmla="*/ 10 h 20"/>
                  <a:gd name="T34" fmla="*/ 1290 w 1940"/>
                  <a:gd name="T35" fmla="*/ 0 h 20"/>
                  <a:gd name="T36" fmla="*/ 1418 w 1940"/>
                  <a:gd name="T37" fmla="*/ 0 h 20"/>
                  <a:gd name="T38" fmla="*/ 1428 w 1940"/>
                  <a:gd name="T39" fmla="*/ 10 h 20"/>
                  <a:gd name="T40" fmla="*/ 1418 w 1940"/>
                  <a:gd name="T41" fmla="*/ 20 h 20"/>
                  <a:gd name="T42" fmla="*/ 1162 w 1940"/>
                  <a:gd name="T43" fmla="*/ 20 h 20"/>
                  <a:gd name="T44" fmla="*/ 1034 w 1940"/>
                  <a:gd name="T45" fmla="*/ 20 h 20"/>
                  <a:gd name="T46" fmla="*/ 1024 w 1940"/>
                  <a:gd name="T47" fmla="*/ 10 h 20"/>
                  <a:gd name="T48" fmla="*/ 1034 w 1940"/>
                  <a:gd name="T49" fmla="*/ 0 h 20"/>
                  <a:gd name="T50" fmla="*/ 1162 w 1940"/>
                  <a:gd name="T51" fmla="*/ 0 h 20"/>
                  <a:gd name="T52" fmla="*/ 1172 w 1940"/>
                  <a:gd name="T53" fmla="*/ 10 h 20"/>
                  <a:gd name="T54" fmla="*/ 1162 w 1940"/>
                  <a:gd name="T55" fmla="*/ 20 h 20"/>
                  <a:gd name="T56" fmla="*/ 906 w 1940"/>
                  <a:gd name="T57" fmla="*/ 20 h 20"/>
                  <a:gd name="T58" fmla="*/ 778 w 1940"/>
                  <a:gd name="T59" fmla="*/ 20 h 20"/>
                  <a:gd name="T60" fmla="*/ 768 w 1940"/>
                  <a:gd name="T61" fmla="*/ 10 h 20"/>
                  <a:gd name="T62" fmla="*/ 778 w 1940"/>
                  <a:gd name="T63" fmla="*/ 0 h 20"/>
                  <a:gd name="T64" fmla="*/ 906 w 1940"/>
                  <a:gd name="T65" fmla="*/ 0 h 20"/>
                  <a:gd name="T66" fmla="*/ 916 w 1940"/>
                  <a:gd name="T67" fmla="*/ 10 h 20"/>
                  <a:gd name="T68" fmla="*/ 906 w 1940"/>
                  <a:gd name="T69" fmla="*/ 20 h 20"/>
                  <a:gd name="T70" fmla="*/ 650 w 1940"/>
                  <a:gd name="T71" fmla="*/ 20 h 20"/>
                  <a:gd name="T72" fmla="*/ 522 w 1940"/>
                  <a:gd name="T73" fmla="*/ 20 h 20"/>
                  <a:gd name="T74" fmla="*/ 512 w 1940"/>
                  <a:gd name="T75" fmla="*/ 10 h 20"/>
                  <a:gd name="T76" fmla="*/ 522 w 1940"/>
                  <a:gd name="T77" fmla="*/ 0 h 20"/>
                  <a:gd name="T78" fmla="*/ 650 w 1940"/>
                  <a:gd name="T79" fmla="*/ 0 h 20"/>
                  <a:gd name="T80" fmla="*/ 660 w 1940"/>
                  <a:gd name="T81" fmla="*/ 10 h 20"/>
                  <a:gd name="T82" fmla="*/ 650 w 1940"/>
                  <a:gd name="T83" fmla="*/ 20 h 20"/>
                  <a:gd name="T84" fmla="*/ 394 w 1940"/>
                  <a:gd name="T85" fmla="*/ 20 h 20"/>
                  <a:gd name="T86" fmla="*/ 266 w 1940"/>
                  <a:gd name="T87" fmla="*/ 20 h 20"/>
                  <a:gd name="T88" fmla="*/ 256 w 1940"/>
                  <a:gd name="T89" fmla="*/ 10 h 20"/>
                  <a:gd name="T90" fmla="*/ 266 w 1940"/>
                  <a:gd name="T91" fmla="*/ 0 h 20"/>
                  <a:gd name="T92" fmla="*/ 394 w 1940"/>
                  <a:gd name="T93" fmla="*/ 0 h 20"/>
                  <a:gd name="T94" fmla="*/ 404 w 1940"/>
                  <a:gd name="T95" fmla="*/ 10 h 20"/>
                  <a:gd name="T96" fmla="*/ 394 w 1940"/>
                  <a:gd name="T97" fmla="*/ 20 h 20"/>
                  <a:gd name="T98" fmla="*/ 138 w 1940"/>
                  <a:gd name="T99" fmla="*/ 20 h 20"/>
                  <a:gd name="T100" fmla="*/ 10 w 1940"/>
                  <a:gd name="T101" fmla="*/ 20 h 20"/>
                  <a:gd name="T102" fmla="*/ 0 w 1940"/>
                  <a:gd name="T103" fmla="*/ 10 h 20"/>
                  <a:gd name="T104" fmla="*/ 10 w 1940"/>
                  <a:gd name="T105" fmla="*/ 0 h 20"/>
                  <a:gd name="T106" fmla="*/ 138 w 1940"/>
                  <a:gd name="T107" fmla="*/ 0 h 20"/>
                  <a:gd name="T108" fmla="*/ 148 w 1940"/>
                  <a:gd name="T109" fmla="*/ 10 h 20"/>
                  <a:gd name="T110" fmla="*/ 138 w 1940"/>
                  <a:gd name="T111"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940" h="20">
                    <a:moveTo>
                      <a:pt x="1930" y="20"/>
                    </a:moveTo>
                    <a:cubicBezTo>
                      <a:pt x="1802" y="20"/>
                      <a:pt x="1802" y="20"/>
                      <a:pt x="1802" y="20"/>
                    </a:cubicBezTo>
                    <a:cubicBezTo>
                      <a:pt x="1796" y="20"/>
                      <a:pt x="1792" y="16"/>
                      <a:pt x="1792" y="10"/>
                    </a:cubicBezTo>
                    <a:cubicBezTo>
                      <a:pt x="1792" y="4"/>
                      <a:pt x="1796" y="0"/>
                      <a:pt x="1802" y="0"/>
                    </a:cubicBezTo>
                    <a:cubicBezTo>
                      <a:pt x="1930" y="0"/>
                      <a:pt x="1930" y="0"/>
                      <a:pt x="1930" y="0"/>
                    </a:cubicBezTo>
                    <a:cubicBezTo>
                      <a:pt x="1936" y="0"/>
                      <a:pt x="1940" y="4"/>
                      <a:pt x="1940" y="10"/>
                    </a:cubicBezTo>
                    <a:cubicBezTo>
                      <a:pt x="1940" y="16"/>
                      <a:pt x="1936" y="20"/>
                      <a:pt x="1930" y="20"/>
                    </a:cubicBezTo>
                    <a:close/>
                    <a:moveTo>
                      <a:pt x="1674" y="20"/>
                    </a:moveTo>
                    <a:cubicBezTo>
                      <a:pt x="1546" y="20"/>
                      <a:pt x="1546" y="20"/>
                      <a:pt x="1546" y="20"/>
                    </a:cubicBezTo>
                    <a:cubicBezTo>
                      <a:pt x="1540" y="20"/>
                      <a:pt x="1536" y="16"/>
                      <a:pt x="1536" y="10"/>
                    </a:cubicBezTo>
                    <a:cubicBezTo>
                      <a:pt x="1536" y="4"/>
                      <a:pt x="1540" y="0"/>
                      <a:pt x="1546" y="0"/>
                    </a:cubicBezTo>
                    <a:cubicBezTo>
                      <a:pt x="1674" y="0"/>
                      <a:pt x="1674" y="0"/>
                      <a:pt x="1674" y="0"/>
                    </a:cubicBezTo>
                    <a:cubicBezTo>
                      <a:pt x="1680" y="0"/>
                      <a:pt x="1684" y="4"/>
                      <a:pt x="1684" y="10"/>
                    </a:cubicBezTo>
                    <a:cubicBezTo>
                      <a:pt x="1684" y="16"/>
                      <a:pt x="1680" y="20"/>
                      <a:pt x="1674" y="20"/>
                    </a:cubicBezTo>
                    <a:close/>
                    <a:moveTo>
                      <a:pt x="1418" y="20"/>
                    </a:moveTo>
                    <a:cubicBezTo>
                      <a:pt x="1290" y="20"/>
                      <a:pt x="1290" y="20"/>
                      <a:pt x="1290" y="20"/>
                    </a:cubicBezTo>
                    <a:cubicBezTo>
                      <a:pt x="1284" y="20"/>
                      <a:pt x="1280" y="16"/>
                      <a:pt x="1280" y="10"/>
                    </a:cubicBezTo>
                    <a:cubicBezTo>
                      <a:pt x="1280" y="4"/>
                      <a:pt x="1284" y="0"/>
                      <a:pt x="1290" y="0"/>
                    </a:cubicBezTo>
                    <a:cubicBezTo>
                      <a:pt x="1418" y="0"/>
                      <a:pt x="1418" y="0"/>
                      <a:pt x="1418" y="0"/>
                    </a:cubicBezTo>
                    <a:cubicBezTo>
                      <a:pt x="1424" y="0"/>
                      <a:pt x="1428" y="4"/>
                      <a:pt x="1428" y="10"/>
                    </a:cubicBezTo>
                    <a:cubicBezTo>
                      <a:pt x="1428" y="16"/>
                      <a:pt x="1424" y="20"/>
                      <a:pt x="1418" y="20"/>
                    </a:cubicBezTo>
                    <a:close/>
                    <a:moveTo>
                      <a:pt x="1162" y="20"/>
                    </a:moveTo>
                    <a:cubicBezTo>
                      <a:pt x="1034" y="20"/>
                      <a:pt x="1034" y="20"/>
                      <a:pt x="1034" y="20"/>
                    </a:cubicBezTo>
                    <a:cubicBezTo>
                      <a:pt x="1028" y="20"/>
                      <a:pt x="1024" y="16"/>
                      <a:pt x="1024" y="10"/>
                    </a:cubicBezTo>
                    <a:cubicBezTo>
                      <a:pt x="1024" y="4"/>
                      <a:pt x="1028" y="0"/>
                      <a:pt x="1034" y="0"/>
                    </a:cubicBezTo>
                    <a:cubicBezTo>
                      <a:pt x="1162" y="0"/>
                      <a:pt x="1162" y="0"/>
                      <a:pt x="1162" y="0"/>
                    </a:cubicBezTo>
                    <a:cubicBezTo>
                      <a:pt x="1168" y="0"/>
                      <a:pt x="1172" y="4"/>
                      <a:pt x="1172" y="10"/>
                    </a:cubicBezTo>
                    <a:cubicBezTo>
                      <a:pt x="1172" y="16"/>
                      <a:pt x="1168" y="20"/>
                      <a:pt x="1162" y="20"/>
                    </a:cubicBezTo>
                    <a:close/>
                    <a:moveTo>
                      <a:pt x="906" y="20"/>
                    </a:moveTo>
                    <a:cubicBezTo>
                      <a:pt x="778" y="20"/>
                      <a:pt x="778" y="20"/>
                      <a:pt x="778" y="20"/>
                    </a:cubicBezTo>
                    <a:cubicBezTo>
                      <a:pt x="772" y="20"/>
                      <a:pt x="768" y="16"/>
                      <a:pt x="768" y="10"/>
                    </a:cubicBezTo>
                    <a:cubicBezTo>
                      <a:pt x="768" y="4"/>
                      <a:pt x="772" y="0"/>
                      <a:pt x="778" y="0"/>
                    </a:cubicBezTo>
                    <a:cubicBezTo>
                      <a:pt x="906" y="0"/>
                      <a:pt x="906" y="0"/>
                      <a:pt x="906" y="0"/>
                    </a:cubicBezTo>
                    <a:cubicBezTo>
                      <a:pt x="912" y="0"/>
                      <a:pt x="916" y="4"/>
                      <a:pt x="916" y="10"/>
                    </a:cubicBezTo>
                    <a:cubicBezTo>
                      <a:pt x="916" y="16"/>
                      <a:pt x="912" y="20"/>
                      <a:pt x="906" y="20"/>
                    </a:cubicBezTo>
                    <a:close/>
                    <a:moveTo>
                      <a:pt x="650" y="20"/>
                    </a:moveTo>
                    <a:cubicBezTo>
                      <a:pt x="522" y="20"/>
                      <a:pt x="522" y="20"/>
                      <a:pt x="522" y="20"/>
                    </a:cubicBezTo>
                    <a:cubicBezTo>
                      <a:pt x="516" y="20"/>
                      <a:pt x="512" y="16"/>
                      <a:pt x="512" y="10"/>
                    </a:cubicBezTo>
                    <a:cubicBezTo>
                      <a:pt x="512" y="4"/>
                      <a:pt x="516" y="0"/>
                      <a:pt x="522" y="0"/>
                    </a:cubicBezTo>
                    <a:cubicBezTo>
                      <a:pt x="650" y="0"/>
                      <a:pt x="650" y="0"/>
                      <a:pt x="650" y="0"/>
                    </a:cubicBezTo>
                    <a:cubicBezTo>
                      <a:pt x="656" y="0"/>
                      <a:pt x="660" y="4"/>
                      <a:pt x="660" y="10"/>
                    </a:cubicBezTo>
                    <a:cubicBezTo>
                      <a:pt x="660" y="16"/>
                      <a:pt x="656" y="20"/>
                      <a:pt x="650" y="20"/>
                    </a:cubicBezTo>
                    <a:close/>
                    <a:moveTo>
                      <a:pt x="394" y="20"/>
                    </a:moveTo>
                    <a:cubicBezTo>
                      <a:pt x="266" y="20"/>
                      <a:pt x="266" y="20"/>
                      <a:pt x="266" y="20"/>
                    </a:cubicBezTo>
                    <a:cubicBezTo>
                      <a:pt x="260" y="20"/>
                      <a:pt x="256" y="16"/>
                      <a:pt x="256" y="10"/>
                    </a:cubicBezTo>
                    <a:cubicBezTo>
                      <a:pt x="256" y="4"/>
                      <a:pt x="260" y="0"/>
                      <a:pt x="266" y="0"/>
                    </a:cubicBezTo>
                    <a:cubicBezTo>
                      <a:pt x="394" y="0"/>
                      <a:pt x="394" y="0"/>
                      <a:pt x="394" y="0"/>
                    </a:cubicBezTo>
                    <a:cubicBezTo>
                      <a:pt x="400" y="0"/>
                      <a:pt x="404" y="4"/>
                      <a:pt x="404" y="10"/>
                    </a:cubicBezTo>
                    <a:cubicBezTo>
                      <a:pt x="404" y="16"/>
                      <a:pt x="400" y="20"/>
                      <a:pt x="394" y="20"/>
                    </a:cubicBezTo>
                    <a:close/>
                    <a:moveTo>
                      <a:pt x="138" y="20"/>
                    </a:moveTo>
                    <a:cubicBezTo>
                      <a:pt x="10" y="20"/>
                      <a:pt x="10" y="20"/>
                      <a:pt x="10" y="20"/>
                    </a:cubicBezTo>
                    <a:cubicBezTo>
                      <a:pt x="4" y="20"/>
                      <a:pt x="0" y="16"/>
                      <a:pt x="0" y="10"/>
                    </a:cubicBezTo>
                    <a:cubicBezTo>
                      <a:pt x="0" y="4"/>
                      <a:pt x="4" y="0"/>
                      <a:pt x="10" y="0"/>
                    </a:cubicBezTo>
                    <a:cubicBezTo>
                      <a:pt x="138" y="0"/>
                      <a:pt x="138" y="0"/>
                      <a:pt x="138" y="0"/>
                    </a:cubicBezTo>
                    <a:cubicBezTo>
                      <a:pt x="144" y="0"/>
                      <a:pt x="148" y="4"/>
                      <a:pt x="148" y="10"/>
                    </a:cubicBezTo>
                    <a:cubicBezTo>
                      <a:pt x="148" y="16"/>
                      <a:pt x="144" y="20"/>
                      <a:pt x="138" y="2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a:defRPr/>
                </a:pPr>
                <a:endParaRPr lang="en-US" sz="1350"/>
              </a:p>
            </p:txBody>
          </p:sp>
          <p:sp>
            <p:nvSpPr>
              <p:cNvPr id="123" name="Freeform 26">
                <a:extLst>
                  <a:ext uri="{FF2B5EF4-FFF2-40B4-BE49-F238E27FC236}">
                    <a16:creationId xmlns:a16="http://schemas.microsoft.com/office/drawing/2014/main" id="{A2CF7B54-BA51-20EB-C329-CCB2985DD9B5}"/>
                  </a:ext>
                </a:extLst>
              </p:cNvPr>
              <p:cNvSpPr>
                <a:spLocks/>
              </p:cNvSpPr>
              <p:nvPr/>
            </p:nvSpPr>
            <p:spPr bwMode="auto">
              <a:xfrm>
                <a:off x="12173466" y="5677829"/>
                <a:ext cx="135478" cy="31769"/>
              </a:xfrm>
              <a:custGeom>
                <a:avLst/>
                <a:gdLst>
                  <a:gd name="T0" fmla="*/ 74 w 84"/>
                  <a:gd name="T1" fmla="*/ 20 h 20"/>
                  <a:gd name="T2" fmla="*/ 10 w 84"/>
                  <a:gd name="T3" fmla="*/ 20 h 20"/>
                  <a:gd name="T4" fmla="*/ 0 w 84"/>
                  <a:gd name="T5" fmla="*/ 10 h 20"/>
                  <a:gd name="T6" fmla="*/ 10 w 84"/>
                  <a:gd name="T7" fmla="*/ 0 h 20"/>
                  <a:gd name="T8" fmla="*/ 74 w 84"/>
                  <a:gd name="T9" fmla="*/ 0 h 20"/>
                  <a:gd name="T10" fmla="*/ 84 w 84"/>
                  <a:gd name="T11" fmla="*/ 10 h 20"/>
                  <a:gd name="T12" fmla="*/ 74 w 84"/>
                  <a:gd name="T13" fmla="*/ 20 h 20"/>
                </a:gdLst>
                <a:ahLst/>
                <a:cxnLst>
                  <a:cxn ang="0">
                    <a:pos x="T0" y="T1"/>
                  </a:cxn>
                  <a:cxn ang="0">
                    <a:pos x="T2" y="T3"/>
                  </a:cxn>
                  <a:cxn ang="0">
                    <a:pos x="T4" y="T5"/>
                  </a:cxn>
                  <a:cxn ang="0">
                    <a:pos x="T6" y="T7"/>
                  </a:cxn>
                  <a:cxn ang="0">
                    <a:pos x="T8" y="T9"/>
                  </a:cxn>
                  <a:cxn ang="0">
                    <a:pos x="T10" y="T11"/>
                  </a:cxn>
                  <a:cxn ang="0">
                    <a:pos x="T12" y="T13"/>
                  </a:cxn>
                </a:cxnLst>
                <a:rect l="0" t="0" r="r" b="b"/>
                <a:pathLst>
                  <a:path w="84" h="20">
                    <a:moveTo>
                      <a:pt x="74" y="20"/>
                    </a:moveTo>
                    <a:cubicBezTo>
                      <a:pt x="10" y="20"/>
                      <a:pt x="10" y="20"/>
                      <a:pt x="10" y="20"/>
                    </a:cubicBezTo>
                    <a:cubicBezTo>
                      <a:pt x="4" y="20"/>
                      <a:pt x="0" y="16"/>
                      <a:pt x="0" y="10"/>
                    </a:cubicBezTo>
                    <a:cubicBezTo>
                      <a:pt x="0" y="4"/>
                      <a:pt x="4" y="0"/>
                      <a:pt x="10" y="0"/>
                    </a:cubicBezTo>
                    <a:cubicBezTo>
                      <a:pt x="74" y="0"/>
                      <a:pt x="74" y="0"/>
                      <a:pt x="74" y="0"/>
                    </a:cubicBezTo>
                    <a:cubicBezTo>
                      <a:pt x="80" y="0"/>
                      <a:pt x="84" y="4"/>
                      <a:pt x="84" y="10"/>
                    </a:cubicBezTo>
                    <a:cubicBezTo>
                      <a:pt x="84" y="16"/>
                      <a:pt x="80" y="20"/>
                      <a:pt x="74" y="2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lIns="68580" tIns="34290" rIns="68580" bIns="34290"/>
              <a:lstStyle/>
              <a:p>
                <a:pPr>
                  <a:defRPr/>
                </a:pPr>
                <a:endParaRPr lang="en-US" sz="1350"/>
              </a:p>
            </p:txBody>
          </p:sp>
        </p:grpSp>
      </p:grpSp>
      <p:grpSp>
        <p:nvGrpSpPr>
          <p:cNvPr id="124" name="Group 123">
            <a:extLst>
              <a:ext uri="{FF2B5EF4-FFF2-40B4-BE49-F238E27FC236}">
                <a16:creationId xmlns:a16="http://schemas.microsoft.com/office/drawing/2014/main" id="{5AACF647-EB34-E40F-3493-FE387B2E93B5}"/>
              </a:ext>
            </a:extLst>
          </p:cNvPr>
          <p:cNvGrpSpPr>
            <a:grpSpLocks/>
          </p:cNvGrpSpPr>
          <p:nvPr/>
        </p:nvGrpSpPr>
        <p:grpSpPr bwMode="auto">
          <a:xfrm>
            <a:off x="8352101" y="3746757"/>
            <a:ext cx="494157" cy="714723"/>
            <a:chOff x="2682876" y="1790701"/>
            <a:chExt cx="514350" cy="746125"/>
          </a:xfrm>
        </p:grpSpPr>
        <p:sp>
          <p:nvSpPr>
            <p:cNvPr id="125" name="Freeform 30">
              <a:extLst>
                <a:ext uri="{FF2B5EF4-FFF2-40B4-BE49-F238E27FC236}">
                  <a16:creationId xmlns:a16="http://schemas.microsoft.com/office/drawing/2014/main" id="{BB6958B6-8750-C960-8798-93FCE062D26A}"/>
                </a:ext>
              </a:extLst>
            </p:cNvPr>
            <p:cNvSpPr>
              <a:spLocks/>
            </p:cNvSpPr>
            <p:nvPr/>
          </p:nvSpPr>
          <p:spPr bwMode="auto">
            <a:xfrm>
              <a:off x="2682876" y="1790701"/>
              <a:ext cx="514350" cy="746125"/>
            </a:xfrm>
            <a:custGeom>
              <a:avLst/>
              <a:gdLst>
                <a:gd name="T0" fmla="*/ 298 w 298"/>
                <a:gd name="T1" fmla="*/ 149 h 435"/>
                <a:gd name="T2" fmla="*/ 149 w 298"/>
                <a:gd name="T3" fmla="*/ 435 h 435"/>
                <a:gd name="T4" fmla="*/ 0 w 298"/>
                <a:gd name="T5" fmla="*/ 149 h 435"/>
                <a:gd name="T6" fmla="*/ 149 w 298"/>
                <a:gd name="T7" fmla="*/ 0 h 435"/>
                <a:gd name="T8" fmla="*/ 298 w 298"/>
                <a:gd name="T9" fmla="*/ 149 h 435"/>
              </a:gdLst>
              <a:ahLst/>
              <a:cxnLst>
                <a:cxn ang="0">
                  <a:pos x="T0" y="T1"/>
                </a:cxn>
                <a:cxn ang="0">
                  <a:pos x="T2" y="T3"/>
                </a:cxn>
                <a:cxn ang="0">
                  <a:pos x="T4" y="T5"/>
                </a:cxn>
                <a:cxn ang="0">
                  <a:pos x="T6" y="T7"/>
                </a:cxn>
                <a:cxn ang="0">
                  <a:pos x="T8" y="T9"/>
                </a:cxn>
              </a:cxnLst>
              <a:rect l="0" t="0" r="r" b="b"/>
              <a:pathLst>
                <a:path w="298" h="435">
                  <a:moveTo>
                    <a:pt x="298" y="149"/>
                  </a:moveTo>
                  <a:cubicBezTo>
                    <a:pt x="298" y="268"/>
                    <a:pt x="149" y="435"/>
                    <a:pt x="149" y="435"/>
                  </a:cubicBezTo>
                  <a:cubicBezTo>
                    <a:pt x="149" y="435"/>
                    <a:pt x="0" y="265"/>
                    <a:pt x="0" y="149"/>
                  </a:cubicBezTo>
                  <a:cubicBezTo>
                    <a:pt x="0" y="67"/>
                    <a:pt x="67" y="0"/>
                    <a:pt x="149" y="0"/>
                  </a:cubicBezTo>
                  <a:cubicBezTo>
                    <a:pt x="231" y="0"/>
                    <a:pt x="298" y="67"/>
                    <a:pt x="298" y="149"/>
                  </a:cubicBezTo>
                </a:path>
              </a:pathLst>
            </a:custGeom>
            <a:solidFill>
              <a:schemeClr val="accent1"/>
            </a:solidFill>
            <a:ln>
              <a:noFill/>
            </a:ln>
          </p:spPr>
          <p:txBody>
            <a:bodyPr lIns="68580" tIns="34290" rIns="68580" bIns="34290"/>
            <a:lstStyle/>
            <a:p>
              <a:pPr>
                <a:defRPr/>
              </a:pPr>
              <a:endParaRPr lang="en-US" sz="1350"/>
            </a:p>
          </p:txBody>
        </p:sp>
        <p:sp>
          <p:nvSpPr>
            <p:cNvPr id="126" name="Freeform 31">
              <a:extLst>
                <a:ext uri="{FF2B5EF4-FFF2-40B4-BE49-F238E27FC236}">
                  <a16:creationId xmlns:a16="http://schemas.microsoft.com/office/drawing/2014/main" id="{FBBC484F-15DC-10B8-70BB-9B7078504E13}"/>
                </a:ext>
              </a:extLst>
            </p:cNvPr>
            <p:cNvSpPr>
              <a:spLocks/>
            </p:cNvSpPr>
            <p:nvPr/>
          </p:nvSpPr>
          <p:spPr bwMode="auto">
            <a:xfrm>
              <a:off x="2941155" y="1790701"/>
              <a:ext cx="256071" cy="746125"/>
            </a:xfrm>
            <a:custGeom>
              <a:avLst/>
              <a:gdLst>
                <a:gd name="T0" fmla="*/ 0 w 149"/>
                <a:gd name="T1" fmla="*/ 0 h 435"/>
                <a:gd name="T2" fmla="*/ 0 w 149"/>
                <a:gd name="T3" fmla="*/ 435 h 435"/>
                <a:gd name="T4" fmla="*/ 149 w 149"/>
                <a:gd name="T5" fmla="*/ 149 h 435"/>
                <a:gd name="T6" fmla="*/ 0 w 149"/>
                <a:gd name="T7" fmla="*/ 0 h 435"/>
              </a:gdLst>
              <a:ahLst/>
              <a:cxnLst>
                <a:cxn ang="0">
                  <a:pos x="T0" y="T1"/>
                </a:cxn>
                <a:cxn ang="0">
                  <a:pos x="T2" y="T3"/>
                </a:cxn>
                <a:cxn ang="0">
                  <a:pos x="T4" y="T5"/>
                </a:cxn>
                <a:cxn ang="0">
                  <a:pos x="T6" y="T7"/>
                </a:cxn>
              </a:cxnLst>
              <a:rect l="0" t="0" r="r" b="b"/>
              <a:pathLst>
                <a:path w="149" h="435">
                  <a:moveTo>
                    <a:pt x="0" y="0"/>
                  </a:moveTo>
                  <a:cubicBezTo>
                    <a:pt x="0" y="435"/>
                    <a:pt x="0" y="435"/>
                    <a:pt x="0" y="435"/>
                  </a:cubicBezTo>
                  <a:cubicBezTo>
                    <a:pt x="0" y="435"/>
                    <a:pt x="149" y="268"/>
                    <a:pt x="149" y="149"/>
                  </a:cubicBezTo>
                  <a:cubicBezTo>
                    <a:pt x="149" y="67"/>
                    <a:pt x="82" y="0"/>
                    <a:pt x="0" y="0"/>
                  </a:cubicBezTo>
                </a:path>
              </a:pathLst>
            </a:custGeom>
            <a:solidFill>
              <a:schemeClr val="accent1">
                <a:lumMod val="75000"/>
              </a:schemeClr>
            </a:solidFill>
            <a:ln>
              <a:noFill/>
            </a:ln>
          </p:spPr>
          <p:txBody>
            <a:bodyPr lIns="68580" tIns="34290" rIns="68580" bIns="34290"/>
            <a:lstStyle/>
            <a:p>
              <a:pPr>
                <a:defRPr/>
              </a:pPr>
              <a:endParaRPr lang="en-US" sz="1350"/>
            </a:p>
          </p:txBody>
        </p:sp>
        <p:sp>
          <p:nvSpPr>
            <p:cNvPr id="127" name="Oval 126">
              <a:extLst>
                <a:ext uri="{FF2B5EF4-FFF2-40B4-BE49-F238E27FC236}">
                  <a16:creationId xmlns:a16="http://schemas.microsoft.com/office/drawing/2014/main" id="{002EA80A-3222-5586-5F87-5A69854F2263}"/>
                </a:ext>
              </a:extLst>
            </p:cNvPr>
            <p:cNvSpPr>
              <a:spLocks noChangeArrowheads="1"/>
            </p:cNvSpPr>
            <p:nvPr/>
          </p:nvSpPr>
          <p:spPr bwMode="auto">
            <a:xfrm>
              <a:off x="2746894" y="1854907"/>
              <a:ext cx="386313" cy="383027"/>
            </a:xfrm>
            <a:prstGeom prst="ellipse">
              <a:avLst/>
            </a:prstGeom>
            <a:solidFill>
              <a:schemeClr val="bg2"/>
            </a:solidFill>
            <a:ln>
              <a:noFill/>
            </a:ln>
          </p:spPr>
          <p:txBody>
            <a:bodyPr lIns="68580" tIns="34290" rIns="68580" bIns="34290"/>
            <a:lstStyle/>
            <a:p>
              <a:pPr>
                <a:defRPr/>
              </a:pPr>
              <a:endParaRPr lang="en-US" sz="1350"/>
            </a:p>
          </p:txBody>
        </p:sp>
      </p:grpSp>
      <p:grpSp>
        <p:nvGrpSpPr>
          <p:cNvPr id="128" name="Group 127">
            <a:extLst>
              <a:ext uri="{FF2B5EF4-FFF2-40B4-BE49-F238E27FC236}">
                <a16:creationId xmlns:a16="http://schemas.microsoft.com/office/drawing/2014/main" id="{C9CC80FB-1A96-B9E1-35BC-56B975FD5FEA}"/>
              </a:ext>
            </a:extLst>
          </p:cNvPr>
          <p:cNvGrpSpPr>
            <a:grpSpLocks/>
          </p:cNvGrpSpPr>
          <p:nvPr/>
        </p:nvGrpSpPr>
        <p:grpSpPr bwMode="auto">
          <a:xfrm>
            <a:off x="4529772" y="3782258"/>
            <a:ext cx="494156" cy="714725"/>
            <a:chOff x="2682876" y="1790701"/>
            <a:chExt cx="514350" cy="746125"/>
          </a:xfrm>
        </p:grpSpPr>
        <p:sp>
          <p:nvSpPr>
            <p:cNvPr id="129" name="Freeform 35">
              <a:extLst>
                <a:ext uri="{FF2B5EF4-FFF2-40B4-BE49-F238E27FC236}">
                  <a16:creationId xmlns:a16="http://schemas.microsoft.com/office/drawing/2014/main" id="{ACCAA164-67EE-A35D-1EF4-A06439E85C54}"/>
                </a:ext>
              </a:extLst>
            </p:cNvPr>
            <p:cNvSpPr>
              <a:spLocks/>
            </p:cNvSpPr>
            <p:nvPr/>
          </p:nvSpPr>
          <p:spPr bwMode="auto">
            <a:xfrm>
              <a:off x="2682876" y="1790701"/>
              <a:ext cx="514350" cy="746125"/>
            </a:xfrm>
            <a:custGeom>
              <a:avLst/>
              <a:gdLst>
                <a:gd name="T0" fmla="*/ 298 w 298"/>
                <a:gd name="T1" fmla="*/ 149 h 435"/>
                <a:gd name="T2" fmla="*/ 149 w 298"/>
                <a:gd name="T3" fmla="*/ 435 h 435"/>
                <a:gd name="T4" fmla="*/ 0 w 298"/>
                <a:gd name="T5" fmla="*/ 149 h 435"/>
                <a:gd name="T6" fmla="*/ 149 w 298"/>
                <a:gd name="T7" fmla="*/ 0 h 435"/>
                <a:gd name="T8" fmla="*/ 298 w 298"/>
                <a:gd name="T9" fmla="*/ 149 h 435"/>
              </a:gdLst>
              <a:ahLst/>
              <a:cxnLst>
                <a:cxn ang="0">
                  <a:pos x="T0" y="T1"/>
                </a:cxn>
                <a:cxn ang="0">
                  <a:pos x="T2" y="T3"/>
                </a:cxn>
                <a:cxn ang="0">
                  <a:pos x="T4" y="T5"/>
                </a:cxn>
                <a:cxn ang="0">
                  <a:pos x="T6" y="T7"/>
                </a:cxn>
                <a:cxn ang="0">
                  <a:pos x="T8" y="T9"/>
                </a:cxn>
              </a:cxnLst>
              <a:rect l="0" t="0" r="r" b="b"/>
              <a:pathLst>
                <a:path w="298" h="435">
                  <a:moveTo>
                    <a:pt x="298" y="149"/>
                  </a:moveTo>
                  <a:cubicBezTo>
                    <a:pt x="298" y="268"/>
                    <a:pt x="149" y="435"/>
                    <a:pt x="149" y="435"/>
                  </a:cubicBezTo>
                  <a:cubicBezTo>
                    <a:pt x="149" y="435"/>
                    <a:pt x="0" y="265"/>
                    <a:pt x="0" y="149"/>
                  </a:cubicBezTo>
                  <a:cubicBezTo>
                    <a:pt x="0" y="67"/>
                    <a:pt x="67" y="0"/>
                    <a:pt x="149" y="0"/>
                  </a:cubicBezTo>
                  <a:cubicBezTo>
                    <a:pt x="231" y="0"/>
                    <a:pt x="298" y="67"/>
                    <a:pt x="298" y="149"/>
                  </a:cubicBezTo>
                </a:path>
              </a:pathLst>
            </a:custGeom>
            <a:solidFill>
              <a:schemeClr val="accent2"/>
            </a:solidFill>
            <a:ln>
              <a:noFill/>
            </a:ln>
          </p:spPr>
          <p:txBody>
            <a:bodyPr lIns="68580" tIns="34290" rIns="68580" bIns="34290"/>
            <a:lstStyle/>
            <a:p>
              <a:pPr>
                <a:defRPr/>
              </a:pPr>
              <a:endParaRPr lang="en-US" sz="1350"/>
            </a:p>
          </p:txBody>
        </p:sp>
        <p:sp>
          <p:nvSpPr>
            <p:cNvPr id="130" name="Freeform 36">
              <a:extLst>
                <a:ext uri="{FF2B5EF4-FFF2-40B4-BE49-F238E27FC236}">
                  <a16:creationId xmlns:a16="http://schemas.microsoft.com/office/drawing/2014/main" id="{0A370B67-01BE-F0A0-9F2D-DC231614FC39}"/>
                </a:ext>
              </a:extLst>
            </p:cNvPr>
            <p:cNvSpPr>
              <a:spLocks/>
            </p:cNvSpPr>
            <p:nvPr/>
          </p:nvSpPr>
          <p:spPr bwMode="auto">
            <a:xfrm>
              <a:off x="2941154" y="1790701"/>
              <a:ext cx="256072" cy="746125"/>
            </a:xfrm>
            <a:custGeom>
              <a:avLst/>
              <a:gdLst>
                <a:gd name="T0" fmla="*/ 0 w 149"/>
                <a:gd name="T1" fmla="*/ 0 h 435"/>
                <a:gd name="T2" fmla="*/ 0 w 149"/>
                <a:gd name="T3" fmla="*/ 435 h 435"/>
                <a:gd name="T4" fmla="*/ 149 w 149"/>
                <a:gd name="T5" fmla="*/ 149 h 435"/>
                <a:gd name="T6" fmla="*/ 0 w 149"/>
                <a:gd name="T7" fmla="*/ 0 h 435"/>
              </a:gdLst>
              <a:ahLst/>
              <a:cxnLst>
                <a:cxn ang="0">
                  <a:pos x="T0" y="T1"/>
                </a:cxn>
                <a:cxn ang="0">
                  <a:pos x="T2" y="T3"/>
                </a:cxn>
                <a:cxn ang="0">
                  <a:pos x="T4" y="T5"/>
                </a:cxn>
                <a:cxn ang="0">
                  <a:pos x="T6" y="T7"/>
                </a:cxn>
              </a:cxnLst>
              <a:rect l="0" t="0" r="r" b="b"/>
              <a:pathLst>
                <a:path w="149" h="435">
                  <a:moveTo>
                    <a:pt x="0" y="0"/>
                  </a:moveTo>
                  <a:cubicBezTo>
                    <a:pt x="0" y="435"/>
                    <a:pt x="0" y="435"/>
                    <a:pt x="0" y="435"/>
                  </a:cubicBezTo>
                  <a:cubicBezTo>
                    <a:pt x="0" y="435"/>
                    <a:pt x="149" y="268"/>
                    <a:pt x="149" y="149"/>
                  </a:cubicBezTo>
                  <a:cubicBezTo>
                    <a:pt x="149" y="67"/>
                    <a:pt x="82" y="0"/>
                    <a:pt x="0" y="0"/>
                  </a:cubicBezTo>
                </a:path>
              </a:pathLst>
            </a:custGeom>
            <a:solidFill>
              <a:schemeClr val="accent2">
                <a:lumMod val="75000"/>
              </a:schemeClr>
            </a:solidFill>
            <a:ln>
              <a:noFill/>
            </a:ln>
          </p:spPr>
          <p:txBody>
            <a:bodyPr lIns="68580" tIns="34290" rIns="68580" bIns="34290"/>
            <a:lstStyle/>
            <a:p>
              <a:pPr>
                <a:defRPr/>
              </a:pPr>
              <a:endParaRPr lang="en-US" sz="1350"/>
            </a:p>
          </p:txBody>
        </p:sp>
        <p:sp>
          <p:nvSpPr>
            <p:cNvPr id="131" name="Oval 130">
              <a:extLst>
                <a:ext uri="{FF2B5EF4-FFF2-40B4-BE49-F238E27FC236}">
                  <a16:creationId xmlns:a16="http://schemas.microsoft.com/office/drawing/2014/main" id="{5B774128-A455-7C75-F431-7B8EBA26B4A7}"/>
                </a:ext>
              </a:extLst>
            </p:cNvPr>
            <p:cNvSpPr>
              <a:spLocks noChangeArrowheads="1"/>
            </p:cNvSpPr>
            <p:nvPr/>
          </p:nvSpPr>
          <p:spPr bwMode="auto">
            <a:xfrm>
              <a:off x="2746893" y="1854908"/>
              <a:ext cx="386316" cy="383025"/>
            </a:xfrm>
            <a:prstGeom prst="ellipse">
              <a:avLst/>
            </a:prstGeom>
            <a:solidFill>
              <a:schemeClr val="bg2"/>
            </a:solidFill>
            <a:ln>
              <a:noFill/>
            </a:ln>
          </p:spPr>
          <p:txBody>
            <a:bodyPr lIns="68580" tIns="34290" rIns="68580" bIns="34290"/>
            <a:lstStyle/>
            <a:p>
              <a:pPr>
                <a:defRPr/>
              </a:pPr>
              <a:endParaRPr lang="en-US" sz="1350"/>
            </a:p>
          </p:txBody>
        </p:sp>
      </p:grpSp>
      <p:grpSp>
        <p:nvGrpSpPr>
          <p:cNvPr id="132" name="Group 131">
            <a:extLst>
              <a:ext uri="{FF2B5EF4-FFF2-40B4-BE49-F238E27FC236}">
                <a16:creationId xmlns:a16="http://schemas.microsoft.com/office/drawing/2014/main" id="{AFCEAAAA-5851-4A42-D10E-95506D8098F0}"/>
              </a:ext>
            </a:extLst>
          </p:cNvPr>
          <p:cNvGrpSpPr>
            <a:grpSpLocks/>
          </p:cNvGrpSpPr>
          <p:nvPr/>
        </p:nvGrpSpPr>
        <p:grpSpPr bwMode="auto">
          <a:xfrm>
            <a:off x="6627284" y="3162972"/>
            <a:ext cx="492036" cy="714725"/>
            <a:chOff x="2682876" y="1790701"/>
            <a:chExt cx="514350" cy="746125"/>
          </a:xfrm>
        </p:grpSpPr>
        <p:sp>
          <p:nvSpPr>
            <p:cNvPr id="133" name="Freeform 39">
              <a:extLst>
                <a:ext uri="{FF2B5EF4-FFF2-40B4-BE49-F238E27FC236}">
                  <a16:creationId xmlns:a16="http://schemas.microsoft.com/office/drawing/2014/main" id="{E6DEF393-C2C7-CAA3-2A35-A7511FA6ADBD}"/>
                </a:ext>
              </a:extLst>
            </p:cNvPr>
            <p:cNvSpPr>
              <a:spLocks/>
            </p:cNvSpPr>
            <p:nvPr/>
          </p:nvSpPr>
          <p:spPr bwMode="auto">
            <a:xfrm>
              <a:off x="2682876" y="1790701"/>
              <a:ext cx="514350" cy="746125"/>
            </a:xfrm>
            <a:custGeom>
              <a:avLst/>
              <a:gdLst>
                <a:gd name="T0" fmla="*/ 298 w 298"/>
                <a:gd name="T1" fmla="*/ 149 h 435"/>
                <a:gd name="T2" fmla="*/ 149 w 298"/>
                <a:gd name="T3" fmla="*/ 435 h 435"/>
                <a:gd name="T4" fmla="*/ 0 w 298"/>
                <a:gd name="T5" fmla="*/ 149 h 435"/>
                <a:gd name="T6" fmla="*/ 149 w 298"/>
                <a:gd name="T7" fmla="*/ 0 h 435"/>
                <a:gd name="T8" fmla="*/ 298 w 298"/>
                <a:gd name="T9" fmla="*/ 149 h 435"/>
              </a:gdLst>
              <a:ahLst/>
              <a:cxnLst>
                <a:cxn ang="0">
                  <a:pos x="T0" y="T1"/>
                </a:cxn>
                <a:cxn ang="0">
                  <a:pos x="T2" y="T3"/>
                </a:cxn>
                <a:cxn ang="0">
                  <a:pos x="T4" y="T5"/>
                </a:cxn>
                <a:cxn ang="0">
                  <a:pos x="T6" y="T7"/>
                </a:cxn>
                <a:cxn ang="0">
                  <a:pos x="T8" y="T9"/>
                </a:cxn>
              </a:cxnLst>
              <a:rect l="0" t="0" r="r" b="b"/>
              <a:pathLst>
                <a:path w="298" h="435">
                  <a:moveTo>
                    <a:pt x="298" y="149"/>
                  </a:moveTo>
                  <a:cubicBezTo>
                    <a:pt x="298" y="268"/>
                    <a:pt x="149" y="435"/>
                    <a:pt x="149" y="435"/>
                  </a:cubicBezTo>
                  <a:cubicBezTo>
                    <a:pt x="149" y="435"/>
                    <a:pt x="0" y="265"/>
                    <a:pt x="0" y="149"/>
                  </a:cubicBezTo>
                  <a:cubicBezTo>
                    <a:pt x="0" y="67"/>
                    <a:pt x="67" y="0"/>
                    <a:pt x="149" y="0"/>
                  </a:cubicBezTo>
                  <a:cubicBezTo>
                    <a:pt x="231" y="0"/>
                    <a:pt x="298" y="67"/>
                    <a:pt x="298" y="149"/>
                  </a:cubicBezTo>
                </a:path>
              </a:pathLst>
            </a:custGeom>
            <a:solidFill>
              <a:schemeClr val="accent3"/>
            </a:solidFill>
            <a:ln>
              <a:noFill/>
            </a:ln>
          </p:spPr>
          <p:txBody>
            <a:bodyPr lIns="68580" tIns="34290" rIns="68580" bIns="34290"/>
            <a:lstStyle/>
            <a:p>
              <a:pPr>
                <a:defRPr/>
              </a:pPr>
              <a:endParaRPr lang="en-US" sz="1350"/>
            </a:p>
          </p:txBody>
        </p:sp>
        <p:sp>
          <p:nvSpPr>
            <p:cNvPr id="134" name="Freeform 40">
              <a:extLst>
                <a:ext uri="{FF2B5EF4-FFF2-40B4-BE49-F238E27FC236}">
                  <a16:creationId xmlns:a16="http://schemas.microsoft.com/office/drawing/2014/main" id="{F822746D-0FF2-F03C-D367-4D2B2B0866C6}"/>
                </a:ext>
              </a:extLst>
            </p:cNvPr>
            <p:cNvSpPr>
              <a:spLocks/>
            </p:cNvSpPr>
            <p:nvPr/>
          </p:nvSpPr>
          <p:spPr bwMode="auto">
            <a:xfrm>
              <a:off x="2940051" y="1790701"/>
              <a:ext cx="257175" cy="746125"/>
            </a:xfrm>
            <a:custGeom>
              <a:avLst/>
              <a:gdLst>
                <a:gd name="T0" fmla="*/ 0 w 149"/>
                <a:gd name="T1" fmla="*/ 0 h 435"/>
                <a:gd name="T2" fmla="*/ 0 w 149"/>
                <a:gd name="T3" fmla="*/ 435 h 435"/>
                <a:gd name="T4" fmla="*/ 149 w 149"/>
                <a:gd name="T5" fmla="*/ 149 h 435"/>
                <a:gd name="T6" fmla="*/ 0 w 149"/>
                <a:gd name="T7" fmla="*/ 0 h 435"/>
              </a:gdLst>
              <a:ahLst/>
              <a:cxnLst>
                <a:cxn ang="0">
                  <a:pos x="T0" y="T1"/>
                </a:cxn>
                <a:cxn ang="0">
                  <a:pos x="T2" y="T3"/>
                </a:cxn>
                <a:cxn ang="0">
                  <a:pos x="T4" y="T5"/>
                </a:cxn>
                <a:cxn ang="0">
                  <a:pos x="T6" y="T7"/>
                </a:cxn>
              </a:cxnLst>
              <a:rect l="0" t="0" r="r" b="b"/>
              <a:pathLst>
                <a:path w="149" h="435">
                  <a:moveTo>
                    <a:pt x="0" y="0"/>
                  </a:moveTo>
                  <a:cubicBezTo>
                    <a:pt x="0" y="435"/>
                    <a:pt x="0" y="435"/>
                    <a:pt x="0" y="435"/>
                  </a:cubicBezTo>
                  <a:cubicBezTo>
                    <a:pt x="0" y="435"/>
                    <a:pt x="149" y="268"/>
                    <a:pt x="149" y="149"/>
                  </a:cubicBezTo>
                  <a:cubicBezTo>
                    <a:pt x="149" y="67"/>
                    <a:pt x="82" y="0"/>
                    <a:pt x="0" y="0"/>
                  </a:cubicBezTo>
                </a:path>
              </a:pathLst>
            </a:custGeom>
            <a:solidFill>
              <a:schemeClr val="accent3">
                <a:lumMod val="75000"/>
              </a:schemeClr>
            </a:solidFill>
            <a:ln>
              <a:noFill/>
            </a:ln>
          </p:spPr>
          <p:txBody>
            <a:bodyPr lIns="68580" tIns="34290" rIns="68580" bIns="34290"/>
            <a:lstStyle/>
            <a:p>
              <a:pPr>
                <a:defRPr/>
              </a:pPr>
              <a:endParaRPr lang="en-US" sz="1350"/>
            </a:p>
          </p:txBody>
        </p:sp>
        <p:sp>
          <p:nvSpPr>
            <p:cNvPr id="135" name="Oval 134">
              <a:extLst>
                <a:ext uri="{FF2B5EF4-FFF2-40B4-BE49-F238E27FC236}">
                  <a16:creationId xmlns:a16="http://schemas.microsoft.com/office/drawing/2014/main" id="{CD398E0A-E9A9-B23B-E913-65776CDACAA3}"/>
                </a:ext>
              </a:extLst>
            </p:cNvPr>
            <p:cNvSpPr>
              <a:spLocks noChangeArrowheads="1"/>
            </p:cNvSpPr>
            <p:nvPr/>
          </p:nvSpPr>
          <p:spPr bwMode="auto">
            <a:xfrm>
              <a:off x="2747170" y="1854908"/>
              <a:ext cx="385763" cy="383025"/>
            </a:xfrm>
            <a:prstGeom prst="ellipse">
              <a:avLst/>
            </a:prstGeom>
            <a:solidFill>
              <a:schemeClr val="bg2"/>
            </a:solidFill>
            <a:ln>
              <a:noFill/>
            </a:ln>
          </p:spPr>
          <p:txBody>
            <a:bodyPr lIns="68580" tIns="34290" rIns="68580" bIns="34290"/>
            <a:lstStyle/>
            <a:p>
              <a:pPr>
                <a:defRPr/>
              </a:pPr>
              <a:endParaRPr lang="en-US" sz="1350"/>
            </a:p>
          </p:txBody>
        </p:sp>
      </p:grpSp>
      <p:grpSp>
        <p:nvGrpSpPr>
          <p:cNvPr id="136" name="Group 135">
            <a:extLst>
              <a:ext uri="{FF2B5EF4-FFF2-40B4-BE49-F238E27FC236}">
                <a16:creationId xmlns:a16="http://schemas.microsoft.com/office/drawing/2014/main" id="{14C2E2D1-53D5-4A30-4CCF-F662DD04C3DF}"/>
              </a:ext>
            </a:extLst>
          </p:cNvPr>
          <p:cNvGrpSpPr>
            <a:grpSpLocks/>
          </p:cNvGrpSpPr>
          <p:nvPr/>
        </p:nvGrpSpPr>
        <p:grpSpPr bwMode="auto">
          <a:xfrm>
            <a:off x="1705867" y="2607309"/>
            <a:ext cx="494157" cy="714725"/>
            <a:chOff x="2682876" y="1790701"/>
            <a:chExt cx="514350" cy="746125"/>
          </a:xfrm>
        </p:grpSpPr>
        <p:sp>
          <p:nvSpPr>
            <p:cNvPr id="137" name="Freeform 43">
              <a:extLst>
                <a:ext uri="{FF2B5EF4-FFF2-40B4-BE49-F238E27FC236}">
                  <a16:creationId xmlns:a16="http://schemas.microsoft.com/office/drawing/2014/main" id="{91EC297C-F798-82F2-ED40-1DE88E9EF8A0}"/>
                </a:ext>
              </a:extLst>
            </p:cNvPr>
            <p:cNvSpPr>
              <a:spLocks/>
            </p:cNvSpPr>
            <p:nvPr/>
          </p:nvSpPr>
          <p:spPr bwMode="auto">
            <a:xfrm>
              <a:off x="2682876" y="1790701"/>
              <a:ext cx="514350" cy="746125"/>
            </a:xfrm>
            <a:custGeom>
              <a:avLst/>
              <a:gdLst>
                <a:gd name="T0" fmla="*/ 298 w 298"/>
                <a:gd name="T1" fmla="*/ 149 h 435"/>
                <a:gd name="T2" fmla="*/ 149 w 298"/>
                <a:gd name="T3" fmla="*/ 435 h 435"/>
                <a:gd name="T4" fmla="*/ 0 w 298"/>
                <a:gd name="T5" fmla="*/ 149 h 435"/>
                <a:gd name="T6" fmla="*/ 149 w 298"/>
                <a:gd name="T7" fmla="*/ 0 h 435"/>
                <a:gd name="T8" fmla="*/ 298 w 298"/>
                <a:gd name="T9" fmla="*/ 149 h 435"/>
              </a:gdLst>
              <a:ahLst/>
              <a:cxnLst>
                <a:cxn ang="0">
                  <a:pos x="T0" y="T1"/>
                </a:cxn>
                <a:cxn ang="0">
                  <a:pos x="T2" y="T3"/>
                </a:cxn>
                <a:cxn ang="0">
                  <a:pos x="T4" y="T5"/>
                </a:cxn>
                <a:cxn ang="0">
                  <a:pos x="T6" y="T7"/>
                </a:cxn>
                <a:cxn ang="0">
                  <a:pos x="T8" y="T9"/>
                </a:cxn>
              </a:cxnLst>
              <a:rect l="0" t="0" r="r" b="b"/>
              <a:pathLst>
                <a:path w="298" h="435">
                  <a:moveTo>
                    <a:pt x="298" y="149"/>
                  </a:moveTo>
                  <a:cubicBezTo>
                    <a:pt x="298" y="268"/>
                    <a:pt x="149" y="435"/>
                    <a:pt x="149" y="435"/>
                  </a:cubicBezTo>
                  <a:cubicBezTo>
                    <a:pt x="149" y="435"/>
                    <a:pt x="0" y="265"/>
                    <a:pt x="0" y="149"/>
                  </a:cubicBezTo>
                  <a:cubicBezTo>
                    <a:pt x="0" y="67"/>
                    <a:pt x="67" y="0"/>
                    <a:pt x="149" y="0"/>
                  </a:cubicBezTo>
                  <a:cubicBezTo>
                    <a:pt x="231" y="0"/>
                    <a:pt x="298" y="67"/>
                    <a:pt x="298" y="149"/>
                  </a:cubicBezTo>
                </a:path>
              </a:pathLst>
            </a:custGeom>
            <a:solidFill>
              <a:schemeClr val="accent4"/>
            </a:solidFill>
            <a:ln>
              <a:noFill/>
            </a:ln>
          </p:spPr>
          <p:txBody>
            <a:bodyPr lIns="68580" tIns="34290" rIns="68580" bIns="34290"/>
            <a:lstStyle/>
            <a:p>
              <a:pPr>
                <a:defRPr/>
              </a:pPr>
              <a:endParaRPr lang="en-US" sz="1350"/>
            </a:p>
          </p:txBody>
        </p:sp>
        <p:sp>
          <p:nvSpPr>
            <p:cNvPr id="138" name="Freeform 44">
              <a:extLst>
                <a:ext uri="{FF2B5EF4-FFF2-40B4-BE49-F238E27FC236}">
                  <a16:creationId xmlns:a16="http://schemas.microsoft.com/office/drawing/2014/main" id="{87CF28C2-9CFF-F8D0-9FFD-332171266B01}"/>
                </a:ext>
              </a:extLst>
            </p:cNvPr>
            <p:cNvSpPr>
              <a:spLocks/>
            </p:cNvSpPr>
            <p:nvPr/>
          </p:nvSpPr>
          <p:spPr bwMode="auto">
            <a:xfrm>
              <a:off x="2941155" y="1790701"/>
              <a:ext cx="256071" cy="746125"/>
            </a:xfrm>
            <a:custGeom>
              <a:avLst/>
              <a:gdLst>
                <a:gd name="T0" fmla="*/ 0 w 149"/>
                <a:gd name="T1" fmla="*/ 0 h 435"/>
                <a:gd name="T2" fmla="*/ 0 w 149"/>
                <a:gd name="T3" fmla="*/ 435 h 435"/>
                <a:gd name="T4" fmla="*/ 149 w 149"/>
                <a:gd name="T5" fmla="*/ 149 h 435"/>
                <a:gd name="T6" fmla="*/ 0 w 149"/>
                <a:gd name="T7" fmla="*/ 0 h 435"/>
              </a:gdLst>
              <a:ahLst/>
              <a:cxnLst>
                <a:cxn ang="0">
                  <a:pos x="T0" y="T1"/>
                </a:cxn>
                <a:cxn ang="0">
                  <a:pos x="T2" y="T3"/>
                </a:cxn>
                <a:cxn ang="0">
                  <a:pos x="T4" y="T5"/>
                </a:cxn>
                <a:cxn ang="0">
                  <a:pos x="T6" y="T7"/>
                </a:cxn>
              </a:cxnLst>
              <a:rect l="0" t="0" r="r" b="b"/>
              <a:pathLst>
                <a:path w="149" h="435">
                  <a:moveTo>
                    <a:pt x="0" y="0"/>
                  </a:moveTo>
                  <a:cubicBezTo>
                    <a:pt x="0" y="435"/>
                    <a:pt x="0" y="435"/>
                    <a:pt x="0" y="435"/>
                  </a:cubicBezTo>
                  <a:cubicBezTo>
                    <a:pt x="0" y="435"/>
                    <a:pt x="149" y="268"/>
                    <a:pt x="149" y="149"/>
                  </a:cubicBezTo>
                  <a:cubicBezTo>
                    <a:pt x="149" y="67"/>
                    <a:pt x="82" y="0"/>
                    <a:pt x="0" y="0"/>
                  </a:cubicBezTo>
                </a:path>
              </a:pathLst>
            </a:custGeom>
            <a:solidFill>
              <a:schemeClr val="accent4">
                <a:lumMod val="75000"/>
              </a:schemeClr>
            </a:solidFill>
            <a:ln>
              <a:noFill/>
            </a:ln>
          </p:spPr>
          <p:txBody>
            <a:bodyPr lIns="68580" tIns="34290" rIns="68580" bIns="34290"/>
            <a:lstStyle/>
            <a:p>
              <a:pPr>
                <a:defRPr/>
              </a:pPr>
              <a:endParaRPr lang="en-US" sz="1350"/>
            </a:p>
          </p:txBody>
        </p:sp>
        <p:sp>
          <p:nvSpPr>
            <p:cNvPr id="139" name="Oval 138">
              <a:extLst>
                <a:ext uri="{FF2B5EF4-FFF2-40B4-BE49-F238E27FC236}">
                  <a16:creationId xmlns:a16="http://schemas.microsoft.com/office/drawing/2014/main" id="{850072DD-9152-7585-D947-EE01C262C028}"/>
                </a:ext>
              </a:extLst>
            </p:cNvPr>
            <p:cNvSpPr>
              <a:spLocks noChangeArrowheads="1"/>
            </p:cNvSpPr>
            <p:nvPr/>
          </p:nvSpPr>
          <p:spPr bwMode="auto">
            <a:xfrm>
              <a:off x="2746894" y="1854908"/>
              <a:ext cx="386313" cy="383025"/>
            </a:xfrm>
            <a:prstGeom prst="ellipse">
              <a:avLst/>
            </a:prstGeom>
            <a:solidFill>
              <a:schemeClr val="bg2"/>
            </a:solidFill>
            <a:ln>
              <a:noFill/>
            </a:ln>
          </p:spPr>
          <p:txBody>
            <a:bodyPr lIns="68580" tIns="34290" rIns="68580" bIns="34290"/>
            <a:lstStyle/>
            <a:p>
              <a:pPr>
                <a:defRPr/>
              </a:pPr>
              <a:endParaRPr lang="en-US" sz="1350"/>
            </a:p>
          </p:txBody>
        </p:sp>
      </p:grpSp>
      <p:grpSp>
        <p:nvGrpSpPr>
          <p:cNvPr id="140" name="Group 139">
            <a:extLst>
              <a:ext uri="{FF2B5EF4-FFF2-40B4-BE49-F238E27FC236}">
                <a16:creationId xmlns:a16="http://schemas.microsoft.com/office/drawing/2014/main" id="{9200A061-068A-A4B2-A489-9B87E437C753}"/>
              </a:ext>
            </a:extLst>
          </p:cNvPr>
          <p:cNvGrpSpPr>
            <a:grpSpLocks/>
          </p:cNvGrpSpPr>
          <p:nvPr/>
        </p:nvGrpSpPr>
        <p:grpSpPr bwMode="auto">
          <a:xfrm>
            <a:off x="10268773" y="4878735"/>
            <a:ext cx="492036" cy="714723"/>
            <a:chOff x="2682876" y="1790701"/>
            <a:chExt cx="514350" cy="746125"/>
          </a:xfrm>
        </p:grpSpPr>
        <p:sp>
          <p:nvSpPr>
            <p:cNvPr id="141" name="Freeform 47">
              <a:extLst>
                <a:ext uri="{FF2B5EF4-FFF2-40B4-BE49-F238E27FC236}">
                  <a16:creationId xmlns:a16="http://schemas.microsoft.com/office/drawing/2014/main" id="{D9E1E64F-8C62-DB54-E509-9CE037446CE3}"/>
                </a:ext>
              </a:extLst>
            </p:cNvPr>
            <p:cNvSpPr>
              <a:spLocks/>
            </p:cNvSpPr>
            <p:nvPr/>
          </p:nvSpPr>
          <p:spPr bwMode="auto">
            <a:xfrm>
              <a:off x="2682876" y="1790701"/>
              <a:ext cx="514350" cy="746125"/>
            </a:xfrm>
            <a:custGeom>
              <a:avLst/>
              <a:gdLst>
                <a:gd name="T0" fmla="*/ 298 w 298"/>
                <a:gd name="T1" fmla="*/ 149 h 435"/>
                <a:gd name="T2" fmla="*/ 149 w 298"/>
                <a:gd name="T3" fmla="*/ 435 h 435"/>
                <a:gd name="T4" fmla="*/ 0 w 298"/>
                <a:gd name="T5" fmla="*/ 149 h 435"/>
                <a:gd name="T6" fmla="*/ 149 w 298"/>
                <a:gd name="T7" fmla="*/ 0 h 435"/>
                <a:gd name="T8" fmla="*/ 298 w 298"/>
                <a:gd name="T9" fmla="*/ 149 h 435"/>
              </a:gdLst>
              <a:ahLst/>
              <a:cxnLst>
                <a:cxn ang="0">
                  <a:pos x="T0" y="T1"/>
                </a:cxn>
                <a:cxn ang="0">
                  <a:pos x="T2" y="T3"/>
                </a:cxn>
                <a:cxn ang="0">
                  <a:pos x="T4" y="T5"/>
                </a:cxn>
                <a:cxn ang="0">
                  <a:pos x="T6" y="T7"/>
                </a:cxn>
                <a:cxn ang="0">
                  <a:pos x="T8" y="T9"/>
                </a:cxn>
              </a:cxnLst>
              <a:rect l="0" t="0" r="r" b="b"/>
              <a:pathLst>
                <a:path w="298" h="435">
                  <a:moveTo>
                    <a:pt x="298" y="149"/>
                  </a:moveTo>
                  <a:cubicBezTo>
                    <a:pt x="298" y="268"/>
                    <a:pt x="149" y="435"/>
                    <a:pt x="149" y="435"/>
                  </a:cubicBezTo>
                  <a:cubicBezTo>
                    <a:pt x="149" y="435"/>
                    <a:pt x="0" y="265"/>
                    <a:pt x="0" y="149"/>
                  </a:cubicBezTo>
                  <a:cubicBezTo>
                    <a:pt x="0" y="67"/>
                    <a:pt x="67" y="0"/>
                    <a:pt x="149" y="0"/>
                  </a:cubicBezTo>
                  <a:cubicBezTo>
                    <a:pt x="231" y="0"/>
                    <a:pt x="298" y="67"/>
                    <a:pt x="298" y="149"/>
                  </a:cubicBezTo>
                </a:path>
              </a:pathLst>
            </a:custGeom>
            <a:solidFill>
              <a:schemeClr val="accent5"/>
            </a:solidFill>
            <a:ln>
              <a:noFill/>
            </a:ln>
          </p:spPr>
          <p:txBody>
            <a:bodyPr lIns="68580" tIns="34290" rIns="68580" bIns="34290"/>
            <a:lstStyle/>
            <a:p>
              <a:pPr>
                <a:defRPr/>
              </a:pPr>
              <a:endParaRPr lang="en-US" sz="1350"/>
            </a:p>
          </p:txBody>
        </p:sp>
        <p:sp>
          <p:nvSpPr>
            <p:cNvPr id="142" name="Freeform 48">
              <a:extLst>
                <a:ext uri="{FF2B5EF4-FFF2-40B4-BE49-F238E27FC236}">
                  <a16:creationId xmlns:a16="http://schemas.microsoft.com/office/drawing/2014/main" id="{83FBB313-5BE5-62AD-1CCB-71E6D642FFCE}"/>
                </a:ext>
              </a:extLst>
            </p:cNvPr>
            <p:cNvSpPr>
              <a:spLocks/>
            </p:cNvSpPr>
            <p:nvPr/>
          </p:nvSpPr>
          <p:spPr bwMode="auto">
            <a:xfrm>
              <a:off x="2940051" y="1790701"/>
              <a:ext cx="257175" cy="746125"/>
            </a:xfrm>
            <a:custGeom>
              <a:avLst/>
              <a:gdLst>
                <a:gd name="T0" fmla="*/ 0 w 149"/>
                <a:gd name="T1" fmla="*/ 0 h 435"/>
                <a:gd name="T2" fmla="*/ 0 w 149"/>
                <a:gd name="T3" fmla="*/ 435 h 435"/>
                <a:gd name="T4" fmla="*/ 149 w 149"/>
                <a:gd name="T5" fmla="*/ 149 h 435"/>
                <a:gd name="T6" fmla="*/ 0 w 149"/>
                <a:gd name="T7" fmla="*/ 0 h 435"/>
              </a:gdLst>
              <a:ahLst/>
              <a:cxnLst>
                <a:cxn ang="0">
                  <a:pos x="T0" y="T1"/>
                </a:cxn>
                <a:cxn ang="0">
                  <a:pos x="T2" y="T3"/>
                </a:cxn>
                <a:cxn ang="0">
                  <a:pos x="T4" y="T5"/>
                </a:cxn>
                <a:cxn ang="0">
                  <a:pos x="T6" y="T7"/>
                </a:cxn>
              </a:cxnLst>
              <a:rect l="0" t="0" r="r" b="b"/>
              <a:pathLst>
                <a:path w="149" h="435">
                  <a:moveTo>
                    <a:pt x="0" y="0"/>
                  </a:moveTo>
                  <a:cubicBezTo>
                    <a:pt x="0" y="435"/>
                    <a:pt x="0" y="435"/>
                    <a:pt x="0" y="435"/>
                  </a:cubicBezTo>
                  <a:cubicBezTo>
                    <a:pt x="0" y="435"/>
                    <a:pt x="149" y="268"/>
                    <a:pt x="149" y="149"/>
                  </a:cubicBezTo>
                  <a:cubicBezTo>
                    <a:pt x="149" y="67"/>
                    <a:pt x="82" y="0"/>
                    <a:pt x="0" y="0"/>
                  </a:cubicBezTo>
                </a:path>
              </a:pathLst>
            </a:custGeom>
            <a:solidFill>
              <a:schemeClr val="accent5">
                <a:lumMod val="75000"/>
              </a:schemeClr>
            </a:solidFill>
            <a:ln>
              <a:noFill/>
            </a:ln>
          </p:spPr>
          <p:txBody>
            <a:bodyPr lIns="68580" tIns="34290" rIns="68580" bIns="34290"/>
            <a:lstStyle/>
            <a:p>
              <a:pPr>
                <a:defRPr/>
              </a:pPr>
              <a:endParaRPr lang="en-US" sz="1350"/>
            </a:p>
          </p:txBody>
        </p:sp>
        <p:sp>
          <p:nvSpPr>
            <p:cNvPr id="143" name="Oval 142">
              <a:extLst>
                <a:ext uri="{FF2B5EF4-FFF2-40B4-BE49-F238E27FC236}">
                  <a16:creationId xmlns:a16="http://schemas.microsoft.com/office/drawing/2014/main" id="{D62607C3-D26E-5175-5933-1E7989B348AF}"/>
                </a:ext>
              </a:extLst>
            </p:cNvPr>
            <p:cNvSpPr>
              <a:spLocks noChangeArrowheads="1"/>
            </p:cNvSpPr>
            <p:nvPr/>
          </p:nvSpPr>
          <p:spPr bwMode="auto">
            <a:xfrm>
              <a:off x="2747169" y="1854907"/>
              <a:ext cx="385763" cy="383027"/>
            </a:xfrm>
            <a:prstGeom prst="ellipse">
              <a:avLst/>
            </a:prstGeom>
            <a:solidFill>
              <a:schemeClr val="bg2"/>
            </a:solidFill>
            <a:ln>
              <a:noFill/>
            </a:ln>
          </p:spPr>
          <p:txBody>
            <a:bodyPr lIns="68580" tIns="34290" rIns="68580" bIns="34290"/>
            <a:lstStyle/>
            <a:p>
              <a:pPr>
                <a:defRPr/>
              </a:pPr>
              <a:endParaRPr lang="en-US" sz="1350"/>
            </a:p>
          </p:txBody>
        </p:sp>
      </p:grpSp>
      <p:sp>
        <p:nvSpPr>
          <p:cNvPr id="144" name="TextBox 143">
            <a:extLst>
              <a:ext uri="{FF2B5EF4-FFF2-40B4-BE49-F238E27FC236}">
                <a16:creationId xmlns:a16="http://schemas.microsoft.com/office/drawing/2014/main" id="{FD1FFF7C-55BA-7602-9F4A-9689226974BD}"/>
              </a:ext>
            </a:extLst>
          </p:cNvPr>
          <p:cNvSpPr txBox="1"/>
          <p:nvPr/>
        </p:nvSpPr>
        <p:spPr>
          <a:xfrm>
            <a:off x="1049311" y="1212310"/>
            <a:ext cx="2572739" cy="369332"/>
          </a:xfrm>
          <a:prstGeom prst="rect">
            <a:avLst/>
          </a:prstGeom>
          <a:noFill/>
        </p:spPr>
        <p:txBody>
          <a:bodyPr wrap="square">
            <a:spAutoFit/>
          </a:bodyPr>
          <a:lstStyle/>
          <a:p>
            <a:pPr algn="ctr">
              <a:defRPr/>
            </a:pPr>
            <a:r>
              <a:rPr lang="en-US" sz="1800" b="1" dirty="0">
                <a:solidFill>
                  <a:srgbClr val="012169"/>
                </a:solidFill>
                <a:latin typeface="+mj-lt"/>
              </a:rPr>
              <a:t>Inception Report</a:t>
            </a:r>
            <a:endParaRPr lang="id-ID" sz="1800" b="1" dirty="0">
              <a:solidFill>
                <a:srgbClr val="012169"/>
              </a:solidFill>
              <a:latin typeface="+mj-lt"/>
            </a:endParaRPr>
          </a:p>
        </p:txBody>
      </p:sp>
      <p:sp>
        <p:nvSpPr>
          <p:cNvPr id="145" name="Rectangle 144">
            <a:extLst>
              <a:ext uri="{FF2B5EF4-FFF2-40B4-BE49-F238E27FC236}">
                <a16:creationId xmlns:a16="http://schemas.microsoft.com/office/drawing/2014/main" id="{84DF3D80-DBD7-8DF5-B1BF-0CBE0534D67D}"/>
              </a:ext>
            </a:extLst>
          </p:cNvPr>
          <p:cNvSpPr/>
          <p:nvPr/>
        </p:nvSpPr>
        <p:spPr>
          <a:xfrm>
            <a:off x="606499" y="1564939"/>
            <a:ext cx="3833300" cy="954107"/>
          </a:xfrm>
          <a:prstGeom prst="rect">
            <a:avLst/>
          </a:prstGeom>
        </p:spPr>
        <p:txBody>
          <a:bodyPr wrap="square">
            <a:spAutoFit/>
          </a:bodyPr>
          <a:lstStyle/>
          <a:p>
            <a:pPr marL="176213" indent="-176213">
              <a:buFont typeface="Arial" panose="020B0604020202020204" pitchFamily="34" charset="0"/>
              <a:buChar char="•"/>
              <a:defRPr/>
            </a:pPr>
            <a:r>
              <a:rPr lang="en-US" sz="1400" i="1" dirty="0"/>
              <a:t>Define objectives, criteria, and work plan.</a:t>
            </a:r>
          </a:p>
          <a:p>
            <a:pPr marL="176213" indent="-176213">
              <a:buFont typeface="Arial" panose="020B0604020202020204" pitchFamily="34" charset="0"/>
              <a:buChar char="•"/>
              <a:defRPr/>
            </a:pPr>
            <a:r>
              <a:rPr lang="en-US" sz="1400" i="1" dirty="0"/>
              <a:t>Assess progress against key goals.</a:t>
            </a:r>
          </a:p>
          <a:p>
            <a:pPr marL="176213" indent="-176213">
              <a:buFont typeface="Arial" panose="020B0604020202020204" pitchFamily="34" charset="0"/>
              <a:buChar char="•"/>
              <a:defRPr/>
            </a:pPr>
            <a:r>
              <a:rPr lang="en-US" sz="1400" i="1" dirty="0"/>
              <a:t>Include initial observations and risks</a:t>
            </a:r>
            <a:endParaRPr lang="id-ID" sz="1400" i="1" dirty="0"/>
          </a:p>
        </p:txBody>
      </p:sp>
      <p:sp>
        <p:nvSpPr>
          <p:cNvPr id="154" name="TextBox 153">
            <a:extLst>
              <a:ext uri="{FF2B5EF4-FFF2-40B4-BE49-F238E27FC236}">
                <a16:creationId xmlns:a16="http://schemas.microsoft.com/office/drawing/2014/main" id="{19F3DF59-9D33-F7DC-C05A-123DBDDC6182}"/>
              </a:ext>
            </a:extLst>
          </p:cNvPr>
          <p:cNvSpPr txBox="1"/>
          <p:nvPr/>
        </p:nvSpPr>
        <p:spPr>
          <a:xfrm>
            <a:off x="8406424" y="3827348"/>
            <a:ext cx="377026" cy="253916"/>
          </a:xfrm>
          <a:prstGeom prst="rect">
            <a:avLst/>
          </a:prstGeom>
          <a:noFill/>
        </p:spPr>
        <p:txBody>
          <a:bodyPr wrap="none">
            <a:spAutoFit/>
          </a:bodyPr>
          <a:lstStyle/>
          <a:p>
            <a:pPr algn="ctr">
              <a:defRPr/>
            </a:pPr>
            <a:r>
              <a:rPr lang="en-US" sz="1050" b="1" dirty="0">
                <a:solidFill>
                  <a:schemeClr val="accent1"/>
                </a:solidFill>
                <a:latin typeface="+mj-lt"/>
              </a:rPr>
              <a:t>04</a:t>
            </a:r>
            <a:endParaRPr lang="id-ID" sz="1050" b="1" dirty="0">
              <a:solidFill>
                <a:schemeClr val="accent1"/>
              </a:solidFill>
              <a:latin typeface="+mj-lt"/>
            </a:endParaRPr>
          </a:p>
        </p:txBody>
      </p:sp>
      <p:sp>
        <p:nvSpPr>
          <p:cNvPr id="155" name="TextBox 154">
            <a:extLst>
              <a:ext uri="{FF2B5EF4-FFF2-40B4-BE49-F238E27FC236}">
                <a16:creationId xmlns:a16="http://schemas.microsoft.com/office/drawing/2014/main" id="{DAA0F06B-6029-90B0-5FA2-8EAC983355D6}"/>
              </a:ext>
            </a:extLst>
          </p:cNvPr>
          <p:cNvSpPr txBox="1"/>
          <p:nvPr/>
        </p:nvSpPr>
        <p:spPr>
          <a:xfrm>
            <a:off x="4559287" y="3864971"/>
            <a:ext cx="430881" cy="339223"/>
          </a:xfrm>
          <a:prstGeom prst="rect">
            <a:avLst/>
          </a:prstGeom>
          <a:noFill/>
        </p:spPr>
        <p:txBody>
          <a:bodyPr wrap="none">
            <a:spAutoFit/>
          </a:bodyPr>
          <a:lstStyle/>
          <a:p>
            <a:pPr algn="ctr">
              <a:defRPr/>
            </a:pPr>
            <a:r>
              <a:rPr lang="en-US" sz="1050" b="1" dirty="0">
                <a:solidFill>
                  <a:schemeClr val="accent2"/>
                </a:solidFill>
                <a:latin typeface="+mj-lt"/>
              </a:rPr>
              <a:t>02</a:t>
            </a:r>
            <a:endParaRPr lang="id-ID" sz="1050" b="1" dirty="0">
              <a:solidFill>
                <a:schemeClr val="accent2"/>
              </a:solidFill>
              <a:latin typeface="+mj-lt"/>
            </a:endParaRPr>
          </a:p>
        </p:txBody>
      </p:sp>
      <p:sp>
        <p:nvSpPr>
          <p:cNvPr id="156" name="TextBox 155">
            <a:extLst>
              <a:ext uri="{FF2B5EF4-FFF2-40B4-BE49-F238E27FC236}">
                <a16:creationId xmlns:a16="http://schemas.microsoft.com/office/drawing/2014/main" id="{276B04FC-29A2-DDD0-A80B-DDC9BCF5204C}"/>
              </a:ext>
            </a:extLst>
          </p:cNvPr>
          <p:cNvSpPr txBox="1"/>
          <p:nvPr/>
        </p:nvSpPr>
        <p:spPr>
          <a:xfrm>
            <a:off x="6665284" y="3247805"/>
            <a:ext cx="430881" cy="339223"/>
          </a:xfrm>
          <a:prstGeom prst="rect">
            <a:avLst/>
          </a:prstGeom>
          <a:noFill/>
        </p:spPr>
        <p:txBody>
          <a:bodyPr wrap="none">
            <a:spAutoFit/>
          </a:bodyPr>
          <a:lstStyle/>
          <a:p>
            <a:pPr algn="ctr">
              <a:defRPr/>
            </a:pPr>
            <a:r>
              <a:rPr lang="en-US" sz="1050" b="1" dirty="0">
                <a:solidFill>
                  <a:schemeClr val="accent3"/>
                </a:solidFill>
                <a:latin typeface="+mj-lt"/>
              </a:rPr>
              <a:t>03</a:t>
            </a:r>
            <a:endParaRPr lang="id-ID" sz="1050" b="1" dirty="0">
              <a:solidFill>
                <a:schemeClr val="accent3"/>
              </a:solidFill>
              <a:latin typeface="+mj-lt"/>
            </a:endParaRPr>
          </a:p>
        </p:txBody>
      </p:sp>
      <p:sp>
        <p:nvSpPr>
          <p:cNvPr id="157" name="TextBox 156">
            <a:extLst>
              <a:ext uri="{FF2B5EF4-FFF2-40B4-BE49-F238E27FC236}">
                <a16:creationId xmlns:a16="http://schemas.microsoft.com/office/drawing/2014/main" id="{78D7B253-1A8C-5913-086A-BB5466A72E79}"/>
              </a:ext>
            </a:extLst>
          </p:cNvPr>
          <p:cNvSpPr txBox="1"/>
          <p:nvPr/>
        </p:nvSpPr>
        <p:spPr>
          <a:xfrm>
            <a:off x="1770794" y="2692143"/>
            <a:ext cx="377026" cy="253916"/>
          </a:xfrm>
          <a:prstGeom prst="rect">
            <a:avLst/>
          </a:prstGeom>
          <a:noFill/>
        </p:spPr>
        <p:txBody>
          <a:bodyPr wrap="none">
            <a:spAutoFit/>
          </a:bodyPr>
          <a:lstStyle/>
          <a:p>
            <a:pPr algn="ctr">
              <a:defRPr/>
            </a:pPr>
            <a:r>
              <a:rPr lang="en-US" sz="1050" b="1" dirty="0">
                <a:solidFill>
                  <a:schemeClr val="accent4"/>
                </a:solidFill>
                <a:latin typeface="+mj-lt"/>
              </a:rPr>
              <a:t>01</a:t>
            </a:r>
            <a:endParaRPr lang="id-ID" sz="1050" b="1" dirty="0">
              <a:solidFill>
                <a:schemeClr val="accent4"/>
              </a:solidFill>
              <a:latin typeface="+mj-lt"/>
            </a:endParaRPr>
          </a:p>
        </p:txBody>
      </p:sp>
      <p:sp>
        <p:nvSpPr>
          <p:cNvPr id="158" name="TextBox 157">
            <a:extLst>
              <a:ext uri="{FF2B5EF4-FFF2-40B4-BE49-F238E27FC236}">
                <a16:creationId xmlns:a16="http://schemas.microsoft.com/office/drawing/2014/main" id="{8AC0C7EC-A95D-0599-732E-E5BCBF716BCF}"/>
              </a:ext>
            </a:extLst>
          </p:cNvPr>
          <p:cNvSpPr txBox="1"/>
          <p:nvPr/>
        </p:nvSpPr>
        <p:spPr>
          <a:xfrm>
            <a:off x="10304652" y="4965688"/>
            <a:ext cx="430881" cy="339223"/>
          </a:xfrm>
          <a:prstGeom prst="rect">
            <a:avLst/>
          </a:prstGeom>
          <a:noFill/>
        </p:spPr>
        <p:txBody>
          <a:bodyPr wrap="none">
            <a:spAutoFit/>
          </a:bodyPr>
          <a:lstStyle/>
          <a:p>
            <a:pPr algn="ctr">
              <a:defRPr/>
            </a:pPr>
            <a:r>
              <a:rPr lang="en-US" sz="1050" b="1" dirty="0">
                <a:solidFill>
                  <a:schemeClr val="accent5"/>
                </a:solidFill>
                <a:latin typeface="+mj-lt"/>
              </a:rPr>
              <a:t>05</a:t>
            </a:r>
            <a:endParaRPr lang="id-ID" sz="1050" b="1" dirty="0">
              <a:solidFill>
                <a:schemeClr val="accent5"/>
              </a:solidFill>
              <a:latin typeface="+mj-lt"/>
            </a:endParaRPr>
          </a:p>
        </p:txBody>
      </p:sp>
      <p:sp>
        <p:nvSpPr>
          <p:cNvPr id="159" name="TextBox 158">
            <a:extLst>
              <a:ext uri="{FF2B5EF4-FFF2-40B4-BE49-F238E27FC236}">
                <a16:creationId xmlns:a16="http://schemas.microsoft.com/office/drawing/2014/main" id="{BC3FE970-961C-0159-5627-FC2A6444D390}"/>
              </a:ext>
            </a:extLst>
          </p:cNvPr>
          <p:cNvSpPr txBox="1"/>
          <p:nvPr/>
        </p:nvSpPr>
        <p:spPr>
          <a:xfrm>
            <a:off x="3209268" y="4890396"/>
            <a:ext cx="3169458" cy="338554"/>
          </a:xfrm>
          <a:prstGeom prst="rect">
            <a:avLst/>
          </a:prstGeom>
          <a:noFill/>
        </p:spPr>
        <p:txBody>
          <a:bodyPr wrap="none">
            <a:spAutoFit/>
          </a:bodyPr>
          <a:lstStyle/>
          <a:p>
            <a:pPr algn="ctr">
              <a:defRPr/>
            </a:pPr>
            <a:r>
              <a:rPr lang="en-US" sz="1600" b="1" dirty="0">
                <a:solidFill>
                  <a:srgbClr val="03502A"/>
                </a:solidFill>
                <a:latin typeface="+mj-lt"/>
              </a:rPr>
              <a:t>Monthly Progress Reports</a:t>
            </a:r>
            <a:endParaRPr lang="id-ID" sz="1600" b="1" dirty="0">
              <a:solidFill>
                <a:srgbClr val="03502A"/>
              </a:solidFill>
              <a:latin typeface="+mj-lt"/>
            </a:endParaRPr>
          </a:p>
        </p:txBody>
      </p:sp>
      <p:sp>
        <p:nvSpPr>
          <p:cNvPr id="160" name="Rectangle 159">
            <a:extLst>
              <a:ext uri="{FF2B5EF4-FFF2-40B4-BE49-F238E27FC236}">
                <a16:creationId xmlns:a16="http://schemas.microsoft.com/office/drawing/2014/main" id="{1A78C2BA-8EA1-820B-C16D-53C20C7D038E}"/>
              </a:ext>
            </a:extLst>
          </p:cNvPr>
          <p:cNvSpPr/>
          <p:nvPr/>
        </p:nvSpPr>
        <p:spPr>
          <a:xfrm>
            <a:off x="3132149" y="5207818"/>
            <a:ext cx="3599057" cy="1384995"/>
          </a:xfrm>
          <a:prstGeom prst="rect">
            <a:avLst/>
          </a:prstGeom>
        </p:spPr>
        <p:txBody>
          <a:bodyPr wrap="square">
            <a:spAutoFit/>
          </a:bodyPr>
          <a:lstStyle/>
          <a:p>
            <a:pPr marL="176213" indent="-176213">
              <a:buFont typeface="Arial" panose="020B0604020202020204" pitchFamily="34" charset="0"/>
              <a:buChar char="•"/>
              <a:defRPr/>
            </a:pPr>
            <a:r>
              <a:rPr lang="en-US" sz="1400" i="1" dirty="0"/>
              <a:t>Review progress against monthly objectives.</a:t>
            </a:r>
          </a:p>
          <a:p>
            <a:pPr marL="176213" indent="-176213">
              <a:buFont typeface="Arial" panose="020B0604020202020204" pitchFamily="34" charset="0"/>
              <a:buChar char="•"/>
              <a:defRPr/>
            </a:pPr>
            <a:r>
              <a:rPr lang="en-US" sz="1400" i="1" dirty="0"/>
              <a:t>Address obstacles, assign actions, and resources.</a:t>
            </a:r>
          </a:p>
          <a:p>
            <a:pPr marL="176213" indent="-176213">
              <a:buFont typeface="Arial" panose="020B0604020202020204" pitchFamily="34" charset="0"/>
              <a:buChar char="•"/>
              <a:defRPr/>
            </a:pPr>
            <a:r>
              <a:rPr lang="en-US" sz="1400" i="1" dirty="0"/>
              <a:t>Include immediate and near-term challenges.</a:t>
            </a:r>
            <a:endParaRPr lang="id-ID" sz="1400" i="1" dirty="0"/>
          </a:p>
        </p:txBody>
      </p:sp>
      <p:sp>
        <p:nvSpPr>
          <p:cNvPr id="161" name="TextBox 160">
            <a:extLst>
              <a:ext uri="{FF2B5EF4-FFF2-40B4-BE49-F238E27FC236}">
                <a16:creationId xmlns:a16="http://schemas.microsoft.com/office/drawing/2014/main" id="{31C514CD-3ED9-127A-A8CF-B765B4295D54}"/>
              </a:ext>
            </a:extLst>
          </p:cNvPr>
          <p:cNvSpPr txBox="1"/>
          <p:nvPr/>
        </p:nvSpPr>
        <p:spPr>
          <a:xfrm>
            <a:off x="5503631" y="1405592"/>
            <a:ext cx="3342582" cy="338554"/>
          </a:xfrm>
          <a:prstGeom prst="rect">
            <a:avLst/>
          </a:prstGeom>
          <a:noFill/>
        </p:spPr>
        <p:txBody>
          <a:bodyPr wrap="none">
            <a:spAutoFit/>
          </a:bodyPr>
          <a:lstStyle/>
          <a:p>
            <a:pPr algn="ctr">
              <a:defRPr/>
            </a:pPr>
            <a:r>
              <a:rPr lang="en-US" sz="1600" b="1" dirty="0">
                <a:solidFill>
                  <a:srgbClr val="2392D2"/>
                </a:solidFill>
                <a:latin typeface="+mj-lt"/>
              </a:rPr>
              <a:t>Quarterly Progress Reports</a:t>
            </a:r>
            <a:endParaRPr lang="id-ID" sz="1600" b="1" dirty="0">
              <a:solidFill>
                <a:srgbClr val="2392D2"/>
              </a:solidFill>
              <a:latin typeface="+mj-lt"/>
            </a:endParaRPr>
          </a:p>
        </p:txBody>
      </p:sp>
      <p:sp>
        <p:nvSpPr>
          <p:cNvPr id="162" name="Rectangle 161">
            <a:extLst>
              <a:ext uri="{FF2B5EF4-FFF2-40B4-BE49-F238E27FC236}">
                <a16:creationId xmlns:a16="http://schemas.microsoft.com/office/drawing/2014/main" id="{8EC21C65-0AA4-C8A2-35A8-123D8FA8824C}"/>
              </a:ext>
            </a:extLst>
          </p:cNvPr>
          <p:cNvSpPr/>
          <p:nvPr/>
        </p:nvSpPr>
        <p:spPr>
          <a:xfrm>
            <a:off x="5460387" y="1724562"/>
            <a:ext cx="3671614" cy="1384995"/>
          </a:xfrm>
          <a:prstGeom prst="rect">
            <a:avLst/>
          </a:prstGeom>
        </p:spPr>
        <p:txBody>
          <a:bodyPr wrap="square">
            <a:spAutoFit/>
          </a:bodyPr>
          <a:lstStyle/>
          <a:p>
            <a:pPr marL="176213" indent="-176213">
              <a:buFont typeface="Arial" panose="020B0604020202020204" pitchFamily="34" charset="0"/>
              <a:buChar char="•"/>
              <a:defRPr/>
            </a:pPr>
            <a:r>
              <a:rPr lang="en-US" sz="1400" i="1" dirty="0"/>
              <a:t>Evaluate longer-term progress and planning.</a:t>
            </a:r>
          </a:p>
          <a:p>
            <a:pPr marL="176213" indent="-176213">
              <a:buFont typeface="Arial" panose="020B0604020202020204" pitchFamily="34" charset="0"/>
              <a:buChar char="•"/>
              <a:defRPr/>
            </a:pPr>
            <a:r>
              <a:rPr lang="en-US" sz="1400" i="1" dirty="0"/>
              <a:t>Jointly agree on next quarter's activities.</a:t>
            </a:r>
          </a:p>
          <a:p>
            <a:pPr marL="176213" indent="-176213">
              <a:buFont typeface="Arial" panose="020B0604020202020204" pitchFamily="34" charset="0"/>
              <a:buChar char="•"/>
              <a:defRPr/>
            </a:pPr>
            <a:r>
              <a:rPr lang="en-US" sz="1400" i="1" dirty="0"/>
              <a:t>Assess lessons learned and corrective actions.</a:t>
            </a:r>
            <a:endParaRPr lang="id-ID" sz="1400" i="1" dirty="0"/>
          </a:p>
        </p:txBody>
      </p:sp>
      <p:sp>
        <p:nvSpPr>
          <p:cNvPr id="163" name="TextBox 162">
            <a:extLst>
              <a:ext uri="{FF2B5EF4-FFF2-40B4-BE49-F238E27FC236}">
                <a16:creationId xmlns:a16="http://schemas.microsoft.com/office/drawing/2014/main" id="{AD3D9DA3-EF27-30EF-AFBB-DADC6816D5C5}"/>
              </a:ext>
            </a:extLst>
          </p:cNvPr>
          <p:cNvSpPr txBox="1"/>
          <p:nvPr/>
        </p:nvSpPr>
        <p:spPr>
          <a:xfrm>
            <a:off x="9669122" y="2493006"/>
            <a:ext cx="1837362" cy="338554"/>
          </a:xfrm>
          <a:prstGeom prst="rect">
            <a:avLst/>
          </a:prstGeom>
          <a:noFill/>
        </p:spPr>
        <p:txBody>
          <a:bodyPr wrap="none">
            <a:spAutoFit/>
          </a:bodyPr>
          <a:lstStyle/>
          <a:p>
            <a:pPr algn="ctr">
              <a:defRPr/>
            </a:pPr>
            <a:r>
              <a:rPr lang="en-US" sz="1600" b="1" dirty="0">
                <a:solidFill>
                  <a:srgbClr val="648D1C"/>
                </a:solidFill>
                <a:latin typeface="+mj-lt"/>
              </a:rPr>
              <a:t>Annual Report</a:t>
            </a:r>
            <a:endParaRPr lang="id-ID" sz="1600" b="1" dirty="0">
              <a:solidFill>
                <a:srgbClr val="648D1C"/>
              </a:solidFill>
              <a:latin typeface="+mj-lt"/>
            </a:endParaRPr>
          </a:p>
        </p:txBody>
      </p:sp>
      <p:sp>
        <p:nvSpPr>
          <p:cNvPr id="164" name="Rectangle 163">
            <a:extLst>
              <a:ext uri="{FF2B5EF4-FFF2-40B4-BE49-F238E27FC236}">
                <a16:creationId xmlns:a16="http://schemas.microsoft.com/office/drawing/2014/main" id="{41F1032C-131A-ABA3-A39D-7C975D8065F6}"/>
              </a:ext>
            </a:extLst>
          </p:cNvPr>
          <p:cNvSpPr/>
          <p:nvPr/>
        </p:nvSpPr>
        <p:spPr>
          <a:xfrm>
            <a:off x="8840221" y="2811976"/>
            <a:ext cx="4102935" cy="1600438"/>
          </a:xfrm>
          <a:prstGeom prst="rect">
            <a:avLst/>
          </a:prstGeom>
        </p:spPr>
        <p:txBody>
          <a:bodyPr wrap="square">
            <a:spAutoFit/>
          </a:bodyPr>
          <a:lstStyle/>
          <a:p>
            <a:pPr marL="176213" indent="-176213">
              <a:buFont typeface="Arial" panose="020B0604020202020204" pitchFamily="34" charset="0"/>
              <a:buChar char="•"/>
              <a:defRPr/>
            </a:pPr>
            <a:r>
              <a:rPr lang="en-US" sz="1400" i="1" dirty="0"/>
              <a:t>Comprehensive review of annual activities, successes, and challenges.</a:t>
            </a:r>
          </a:p>
          <a:p>
            <a:pPr marL="176213" indent="-176213">
              <a:buFont typeface="Arial" panose="020B0604020202020204" pitchFamily="34" charset="0"/>
              <a:buChar char="•"/>
              <a:defRPr/>
            </a:pPr>
            <a:r>
              <a:rPr lang="en-US" sz="1400" i="1" dirty="0"/>
              <a:t>Update overall project objectives, priorities, and focus areas for the next year.</a:t>
            </a:r>
          </a:p>
          <a:p>
            <a:pPr marL="176213" indent="-176213">
              <a:buFont typeface="Arial" panose="020B0604020202020204" pitchFamily="34" charset="0"/>
              <a:buChar char="•"/>
              <a:defRPr/>
            </a:pPr>
            <a:r>
              <a:rPr lang="en-US" sz="1400" i="1" dirty="0"/>
              <a:t>Analyze progress and propose corrective actions, if required</a:t>
            </a:r>
            <a:endParaRPr lang="id-ID" sz="1400" i="1" dirty="0"/>
          </a:p>
        </p:txBody>
      </p:sp>
      <p:sp>
        <p:nvSpPr>
          <p:cNvPr id="165" name="TextBox 164">
            <a:extLst>
              <a:ext uri="{FF2B5EF4-FFF2-40B4-BE49-F238E27FC236}">
                <a16:creationId xmlns:a16="http://schemas.microsoft.com/office/drawing/2014/main" id="{99C9681F-79D8-E53E-D114-7ED62389CE57}"/>
              </a:ext>
            </a:extLst>
          </p:cNvPr>
          <p:cNvSpPr txBox="1"/>
          <p:nvPr/>
        </p:nvSpPr>
        <p:spPr>
          <a:xfrm>
            <a:off x="10208986" y="5894424"/>
            <a:ext cx="1590500" cy="338554"/>
          </a:xfrm>
          <a:prstGeom prst="rect">
            <a:avLst/>
          </a:prstGeom>
          <a:noFill/>
        </p:spPr>
        <p:txBody>
          <a:bodyPr wrap="none">
            <a:spAutoFit/>
          </a:bodyPr>
          <a:lstStyle/>
          <a:p>
            <a:pPr algn="ctr">
              <a:defRPr/>
            </a:pPr>
            <a:r>
              <a:rPr lang="en-US" sz="1600" b="1" dirty="0">
                <a:solidFill>
                  <a:srgbClr val="00717F"/>
                </a:solidFill>
                <a:latin typeface="+mj-lt"/>
              </a:rPr>
              <a:t>Final Report</a:t>
            </a:r>
            <a:endParaRPr lang="id-ID" sz="1600" b="1" dirty="0">
              <a:solidFill>
                <a:srgbClr val="00717F"/>
              </a:solidFill>
              <a:latin typeface="+mj-lt"/>
            </a:endParaRPr>
          </a:p>
        </p:txBody>
      </p:sp>
      <p:sp>
        <p:nvSpPr>
          <p:cNvPr id="166" name="Rectangle 165">
            <a:extLst>
              <a:ext uri="{FF2B5EF4-FFF2-40B4-BE49-F238E27FC236}">
                <a16:creationId xmlns:a16="http://schemas.microsoft.com/office/drawing/2014/main" id="{2412737A-4B32-AB75-AF17-CD928020F4F5}"/>
              </a:ext>
            </a:extLst>
          </p:cNvPr>
          <p:cNvSpPr/>
          <p:nvPr/>
        </p:nvSpPr>
        <p:spPr>
          <a:xfrm>
            <a:off x="9289699" y="6213394"/>
            <a:ext cx="3671614" cy="738664"/>
          </a:xfrm>
          <a:prstGeom prst="rect">
            <a:avLst/>
          </a:prstGeom>
        </p:spPr>
        <p:txBody>
          <a:bodyPr wrap="square">
            <a:spAutoFit/>
          </a:bodyPr>
          <a:lstStyle/>
          <a:p>
            <a:pPr marL="176213" indent="-176213">
              <a:buFont typeface="Arial" panose="020B0604020202020204" pitchFamily="34" charset="0"/>
              <a:buChar char="•"/>
              <a:defRPr/>
            </a:pPr>
            <a:r>
              <a:rPr lang="en-US" sz="1400" i="1" dirty="0"/>
              <a:t>Shall cover all the cumulative issues/activities and deliverables completed</a:t>
            </a:r>
          </a:p>
        </p:txBody>
      </p:sp>
      <p:pic>
        <p:nvPicPr>
          <p:cNvPr id="168" name="Graphic 167" descr="Race Flag with solid fill">
            <a:extLst>
              <a:ext uri="{FF2B5EF4-FFF2-40B4-BE49-F238E27FC236}">
                <a16:creationId xmlns:a16="http://schemas.microsoft.com/office/drawing/2014/main" id="{82EB0BB4-5414-E770-A932-91072E9D73C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2175295" y="4666492"/>
            <a:ext cx="914400" cy="914400"/>
          </a:xfrm>
          <a:prstGeom prst="rect">
            <a:avLst/>
          </a:prstGeom>
        </p:spPr>
      </p:pic>
    </p:spTree>
    <p:extLst>
      <p:ext uri="{BB962C8B-B14F-4D97-AF65-F5344CB8AC3E}">
        <p14:creationId xmlns:p14="http://schemas.microsoft.com/office/powerpoint/2010/main" val="1092538"/>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B0F0"/>
        </a:solidFill>
        <a:effectLst/>
      </p:bgPr>
    </p:bg>
    <p:spTree>
      <p:nvGrpSpPr>
        <p:cNvPr id="1" name="">
          <a:extLst>
            <a:ext uri="{FF2B5EF4-FFF2-40B4-BE49-F238E27FC236}">
              <a16:creationId xmlns:a16="http://schemas.microsoft.com/office/drawing/2014/main" id="{78719962-553B-D9BE-042C-4A0B128200CE}"/>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4592004E-04CC-AA6A-B037-7726451D1CF8}"/>
              </a:ext>
            </a:extLst>
          </p:cNvPr>
          <p:cNvGraphicFramePr>
            <a:graphicFrameLocks noChangeAspect="1"/>
          </p:cNvGraphicFramePr>
          <p:nvPr>
            <p:custDataLst>
              <p:tags r:id="rId1"/>
            </p:custDataLst>
            <p:extLst>
              <p:ext uri="{D42A27DB-BD31-4B8C-83A1-F6EECF244321}">
                <p14:modId xmlns:p14="http://schemas.microsoft.com/office/powerpoint/2010/main" val="20776107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4592004E-04CC-AA6A-B037-7726451D1CF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Title 2">
            <a:extLst>
              <a:ext uri="{FF2B5EF4-FFF2-40B4-BE49-F238E27FC236}">
                <a16:creationId xmlns:a16="http://schemas.microsoft.com/office/drawing/2014/main" id="{EC0CEF08-985C-4817-4CB3-EA1F48E8AFDA}"/>
              </a:ext>
            </a:extLst>
          </p:cNvPr>
          <p:cNvSpPr>
            <a:spLocks noGrp="1"/>
          </p:cNvSpPr>
          <p:nvPr>
            <p:ph type="title"/>
          </p:nvPr>
        </p:nvSpPr>
        <p:spPr>
          <a:xfrm>
            <a:off x="396779" y="3412986"/>
            <a:ext cx="12309107" cy="368439"/>
          </a:xfrm>
        </p:spPr>
        <p:txBody>
          <a:bodyPr vert="horz"/>
          <a:lstStyle/>
          <a:p>
            <a:r>
              <a:rPr lang="en-US" sz="4000" b="1" cap="small" dirty="0">
                <a:solidFill>
                  <a:schemeClr val="bg1"/>
                </a:solidFill>
              </a:rPr>
              <a:t>ERC Five Year Roadmap</a:t>
            </a:r>
          </a:p>
        </p:txBody>
      </p:sp>
    </p:spTree>
    <p:extLst>
      <p:ext uri="{BB962C8B-B14F-4D97-AF65-F5344CB8AC3E}">
        <p14:creationId xmlns:p14="http://schemas.microsoft.com/office/powerpoint/2010/main" val="2325362262"/>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96F243-A820-F284-45E5-CD7CCEF1C3CD}"/>
            </a:ext>
          </a:extLst>
        </p:cNvPr>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F158042-CEAB-5EC6-7F57-1B6D9608227D}"/>
              </a:ext>
            </a:extLst>
          </p:cNvPr>
          <p:cNvGraphicFramePr>
            <a:graphicFrameLocks noChangeAspect="1"/>
          </p:cNvGraphicFramePr>
          <p:nvPr>
            <p:custDataLst>
              <p:tags r:id="rId1"/>
            </p:custDataLst>
            <p:extLst>
              <p:ext uri="{D42A27DB-BD31-4B8C-83A1-F6EECF244321}">
                <p14:modId xmlns:p14="http://schemas.microsoft.com/office/powerpoint/2010/main" val="33525760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6" name="Object 5" hidden="1">
                        <a:extLst>
                          <a:ext uri="{FF2B5EF4-FFF2-40B4-BE49-F238E27FC236}">
                            <a16:creationId xmlns:a16="http://schemas.microsoft.com/office/drawing/2014/main" id="{7F158042-CEAB-5EC6-7F57-1B6D9608227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607CA80B-706F-24B0-A241-D8A23B602EBA}"/>
              </a:ext>
            </a:extLst>
          </p:cNvPr>
          <p:cNvSpPr>
            <a:spLocks noGrp="1"/>
          </p:cNvSpPr>
          <p:nvPr>
            <p:ph type="title"/>
          </p:nvPr>
        </p:nvSpPr>
        <p:spPr/>
        <p:txBody>
          <a:bodyPr vert="horz"/>
          <a:lstStyle/>
          <a:p>
            <a:r>
              <a:rPr lang="en-IN" dirty="0"/>
              <a:t>Background - Current Challenges</a:t>
            </a:r>
          </a:p>
        </p:txBody>
      </p:sp>
      <p:grpSp>
        <p:nvGrpSpPr>
          <p:cNvPr id="106" name="Group 105">
            <a:extLst>
              <a:ext uri="{FF2B5EF4-FFF2-40B4-BE49-F238E27FC236}">
                <a16:creationId xmlns:a16="http://schemas.microsoft.com/office/drawing/2014/main" id="{22CDE998-72C5-62A4-C9E3-8F21796E25E3}"/>
              </a:ext>
            </a:extLst>
          </p:cNvPr>
          <p:cNvGrpSpPr/>
          <p:nvPr/>
        </p:nvGrpSpPr>
        <p:grpSpPr>
          <a:xfrm>
            <a:off x="760381" y="1784261"/>
            <a:ext cx="1773500" cy="4991112"/>
            <a:chOff x="760381" y="1784261"/>
            <a:chExt cx="1715124" cy="4633912"/>
          </a:xfrm>
        </p:grpSpPr>
        <p:grpSp>
          <p:nvGrpSpPr>
            <p:cNvPr id="48" name="Group 47">
              <a:extLst>
                <a:ext uri="{FF2B5EF4-FFF2-40B4-BE49-F238E27FC236}">
                  <a16:creationId xmlns:a16="http://schemas.microsoft.com/office/drawing/2014/main" id="{101C12AC-A4D0-6D95-CFCF-4FE85FD287D1}"/>
                </a:ext>
              </a:extLst>
            </p:cNvPr>
            <p:cNvGrpSpPr/>
            <p:nvPr/>
          </p:nvGrpSpPr>
          <p:grpSpPr>
            <a:xfrm>
              <a:off x="1550311" y="5958281"/>
              <a:ext cx="925194" cy="135262"/>
              <a:chOff x="1259831" y="5839310"/>
              <a:chExt cx="925194" cy="135262"/>
            </a:xfrm>
            <a:solidFill>
              <a:schemeClr val="tx1"/>
            </a:solidFill>
          </p:grpSpPr>
          <p:sp>
            <p:nvSpPr>
              <p:cNvPr id="49" name="Freeform 11">
                <a:extLst>
                  <a:ext uri="{FF2B5EF4-FFF2-40B4-BE49-F238E27FC236}">
                    <a16:creationId xmlns:a16="http://schemas.microsoft.com/office/drawing/2014/main" id="{1828DECC-5BB8-3808-DACF-0C93BDB93841}"/>
                  </a:ext>
                </a:extLst>
              </p:cNvPr>
              <p:cNvSpPr>
                <a:spLocks/>
              </p:cNvSpPr>
              <p:nvPr/>
            </p:nvSpPr>
            <p:spPr bwMode="auto">
              <a:xfrm>
                <a:off x="1259831" y="5893414"/>
                <a:ext cx="871087" cy="27053"/>
              </a:xfrm>
              <a:custGeom>
                <a:avLst/>
                <a:gdLst>
                  <a:gd name="T0" fmla="*/ 32 w 32"/>
                  <a:gd name="T1" fmla="*/ 1 h 1"/>
                  <a:gd name="T2" fmla="*/ 31 w 32"/>
                  <a:gd name="T3" fmla="*/ 1 h 1"/>
                  <a:gd name="T4" fmla="*/ 0 w 32"/>
                  <a:gd name="T5" fmla="*/ 1 h 1"/>
                  <a:gd name="T6" fmla="*/ 0 w 32"/>
                  <a:gd name="T7" fmla="*/ 1 h 1"/>
                  <a:gd name="T8" fmla="*/ 0 w 32"/>
                  <a:gd name="T9" fmla="*/ 0 h 1"/>
                  <a:gd name="T10" fmla="*/ 31 w 32"/>
                  <a:gd name="T11" fmla="*/ 0 h 1"/>
                  <a:gd name="T12" fmla="*/ 32 w 32"/>
                  <a:gd name="T13" fmla="*/ 1 h 1"/>
                </a:gdLst>
                <a:ahLst/>
                <a:cxnLst>
                  <a:cxn ang="0">
                    <a:pos x="T0" y="T1"/>
                  </a:cxn>
                  <a:cxn ang="0">
                    <a:pos x="T2" y="T3"/>
                  </a:cxn>
                  <a:cxn ang="0">
                    <a:pos x="T4" y="T5"/>
                  </a:cxn>
                  <a:cxn ang="0">
                    <a:pos x="T6" y="T7"/>
                  </a:cxn>
                  <a:cxn ang="0">
                    <a:pos x="T8" y="T9"/>
                  </a:cxn>
                  <a:cxn ang="0">
                    <a:pos x="T10" y="T11"/>
                  </a:cxn>
                  <a:cxn ang="0">
                    <a:pos x="T12" y="T13"/>
                  </a:cxn>
                </a:cxnLst>
                <a:rect l="0" t="0" r="r" b="b"/>
                <a:pathLst>
                  <a:path w="32" h="1">
                    <a:moveTo>
                      <a:pt x="32" y="1"/>
                    </a:moveTo>
                    <a:cubicBezTo>
                      <a:pt x="32" y="1"/>
                      <a:pt x="32" y="1"/>
                      <a:pt x="31" y="1"/>
                    </a:cubicBezTo>
                    <a:cubicBezTo>
                      <a:pt x="0" y="1"/>
                      <a:pt x="0" y="1"/>
                      <a:pt x="0" y="1"/>
                    </a:cubicBezTo>
                    <a:cubicBezTo>
                      <a:pt x="0" y="1"/>
                      <a:pt x="0" y="1"/>
                      <a:pt x="0" y="1"/>
                    </a:cubicBezTo>
                    <a:cubicBezTo>
                      <a:pt x="0" y="0"/>
                      <a:pt x="0" y="0"/>
                      <a:pt x="0" y="0"/>
                    </a:cubicBezTo>
                    <a:cubicBezTo>
                      <a:pt x="31" y="0"/>
                      <a:pt x="31" y="0"/>
                      <a:pt x="31" y="0"/>
                    </a:cubicBezTo>
                    <a:cubicBezTo>
                      <a:pt x="32" y="0"/>
                      <a:pt x="32" y="0"/>
                      <a:pt x="32" y="1"/>
                    </a:cubicBezTo>
                  </a:path>
                </a:pathLst>
              </a:custGeom>
              <a:grpFill/>
              <a:ln>
                <a:noFill/>
              </a:ln>
            </p:spPr>
            <p:txBody>
              <a:bodyPr vert="horz" wrap="square" lIns="91440" tIns="45720" rIns="91440" bIns="45720" numCol="1" anchor="t" anchorCtr="0" compatLnSpc="1">
                <a:prstTxWarp prst="textNoShape">
                  <a:avLst/>
                </a:prstTxWarp>
              </a:bodyPr>
              <a:lstStyle/>
              <a:p>
                <a:pPr defTabSz="913686"/>
                <a:endParaRPr lang="en-GB" dirty="0">
                  <a:solidFill>
                    <a:prstClr val="black"/>
                  </a:solidFill>
                </a:endParaRPr>
              </a:p>
            </p:txBody>
          </p:sp>
          <p:sp>
            <p:nvSpPr>
              <p:cNvPr id="50" name="Oval 12">
                <a:extLst>
                  <a:ext uri="{FF2B5EF4-FFF2-40B4-BE49-F238E27FC236}">
                    <a16:creationId xmlns:a16="http://schemas.microsoft.com/office/drawing/2014/main" id="{749FFA29-8519-23EC-78D3-2355C50DD866}"/>
                  </a:ext>
                </a:extLst>
              </p:cNvPr>
              <p:cNvSpPr>
                <a:spLocks noChangeArrowheads="1"/>
              </p:cNvSpPr>
              <p:nvPr/>
            </p:nvSpPr>
            <p:spPr bwMode="auto">
              <a:xfrm>
                <a:off x="2048410" y="5839310"/>
                <a:ext cx="136615" cy="135262"/>
              </a:xfrm>
              <a:prstGeom prst="ellipse">
                <a:avLst/>
              </a:prstGeom>
              <a:grpFill/>
              <a:ln>
                <a:noFill/>
              </a:ln>
            </p:spPr>
            <p:txBody>
              <a:bodyPr vert="horz" wrap="square" lIns="91440" tIns="45720" rIns="91440" bIns="45720" numCol="1" anchor="t" anchorCtr="0" compatLnSpc="1">
                <a:prstTxWarp prst="textNoShape">
                  <a:avLst/>
                </a:prstTxWarp>
              </a:bodyPr>
              <a:lstStyle/>
              <a:p>
                <a:pPr defTabSz="913686"/>
                <a:endParaRPr lang="en-GB" dirty="0">
                  <a:solidFill>
                    <a:prstClr val="black"/>
                  </a:solidFill>
                </a:endParaRPr>
              </a:p>
            </p:txBody>
          </p:sp>
        </p:grpSp>
        <p:grpSp>
          <p:nvGrpSpPr>
            <p:cNvPr id="51" name="Group 50">
              <a:extLst>
                <a:ext uri="{FF2B5EF4-FFF2-40B4-BE49-F238E27FC236}">
                  <a16:creationId xmlns:a16="http://schemas.microsoft.com/office/drawing/2014/main" id="{D67D01A7-307A-EDD3-4AA4-8EDDB38CC559}"/>
                </a:ext>
              </a:extLst>
            </p:cNvPr>
            <p:cNvGrpSpPr/>
            <p:nvPr/>
          </p:nvGrpSpPr>
          <p:grpSpPr>
            <a:xfrm>
              <a:off x="1550311" y="5168482"/>
              <a:ext cx="925194" cy="135262"/>
              <a:chOff x="1259831" y="5839310"/>
              <a:chExt cx="925194" cy="135262"/>
            </a:xfrm>
            <a:solidFill>
              <a:schemeClr val="tx1"/>
            </a:solidFill>
          </p:grpSpPr>
          <p:sp>
            <p:nvSpPr>
              <p:cNvPr id="52" name="Freeform 11">
                <a:extLst>
                  <a:ext uri="{FF2B5EF4-FFF2-40B4-BE49-F238E27FC236}">
                    <a16:creationId xmlns:a16="http://schemas.microsoft.com/office/drawing/2014/main" id="{24338037-60F6-F52A-4C2E-3DF839493017}"/>
                  </a:ext>
                </a:extLst>
              </p:cNvPr>
              <p:cNvSpPr>
                <a:spLocks/>
              </p:cNvSpPr>
              <p:nvPr/>
            </p:nvSpPr>
            <p:spPr bwMode="auto">
              <a:xfrm>
                <a:off x="1259831" y="5893414"/>
                <a:ext cx="871087" cy="27053"/>
              </a:xfrm>
              <a:custGeom>
                <a:avLst/>
                <a:gdLst>
                  <a:gd name="T0" fmla="*/ 32 w 32"/>
                  <a:gd name="T1" fmla="*/ 1 h 1"/>
                  <a:gd name="T2" fmla="*/ 31 w 32"/>
                  <a:gd name="T3" fmla="*/ 1 h 1"/>
                  <a:gd name="T4" fmla="*/ 0 w 32"/>
                  <a:gd name="T5" fmla="*/ 1 h 1"/>
                  <a:gd name="T6" fmla="*/ 0 w 32"/>
                  <a:gd name="T7" fmla="*/ 1 h 1"/>
                  <a:gd name="T8" fmla="*/ 0 w 32"/>
                  <a:gd name="T9" fmla="*/ 0 h 1"/>
                  <a:gd name="T10" fmla="*/ 31 w 32"/>
                  <a:gd name="T11" fmla="*/ 0 h 1"/>
                  <a:gd name="T12" fmla="*/ 32 w 32"/>
                  <a:gd name="T13" fmla="*/ 1 h 1"/>
                </a:gdLst>
                <a:ahLst/>
                <a:cxnLst>
                  <a:cxn ang="0">
                    <a:pos x="T0" y="T1"/>
                  </a:cxn>
                  <a:cxn ang="0">
                    <a:pos x="T2" y="T3"/>
                  </a:cxn>
                  <a:cxn ang="0">
                    <a:pos x="T4" y="T5"/>
                  </a:cxn>
                  <a:cxn ang="0">
                    <a:pos x="T6" y="T7"/>
                  </a:cxn>
                  <a:cxn ang="0">
                    <a:pos x="T8" y="T9"/>
                  </a:cxn>
                  <a:cxn ang="0">
                    <a:pos x="T10" y="T11"/>
                  </a:cxn>
                  <a:cxn ang="0">
                    <a:pos x="T12" y="T13"/>
                  </a:cxn>
                </a:cxnLst>
                <a:rect l="0" t="0" r="r" b="b"/>
                <a:pathLst>
                  <a:path w="32" h="1">
                    <a:moveTo>
                      <a:pt x="32" y="1"/>
                    </a:moveTo>
                    <a:cubicBezTo>
                      <a:pt x="32" y="1"/>
                      <a:pt x="32" y="1"/>
                      <a:pt x="31" y="1"/>
                    </a:cubicBezTo>
                    <a:cubicBezTo>
                      <a:pt x="0" y="1"/>
                      <a:pt x="0" y="1"/>
                      <a:pt x="0" y="1"/>
                    </a:cubicBezTo>
                    <a:cubicBezTo>
                      <a:pt x="0" y="1"/>
                      <a:pt x="0" y="1"/>
                      <a:pt x="0" y="1"/>
                    </a:cubicBezTo>
                    <a:cubicBezTo>
                      <a:pt x="0" y="0"/>
                      <a:pt x="0" y="0"/>
                      <a:pt x="0" y="0"/>
                    </a:cubicBezTo>
                    <a:cubicBezTo>
                      <a:pt x="31" y="0"/>
                      <a:pt x="31" y="0"/>
                      <a:pt x="31" y="0"/>
                    </a:cubicBezTo>
                    <a:cubicBezTo>
                      <a:pt x="32" y="0"/>
                      <a:pt x="32" y="0"/>
                      <a:pt x="32" y="1"/>
                    </a:cubicBezTo>
                  </a:path>
                </a:pathLst>
              </a:custGeom>
              <a:grpFill/>
              <a:ln>
                <a:noFill/>
              </a:ln>
            </p:spPr>
            <p:txBody>
              <a:bodyPr vert="horz" wrap="square" lIns="91440" tIns="45720" rIns="91440" bIns="45720" numCol="1" anchor="t" anchorCtr="0" compatLnSpc="1">
                <a:prstTxWarp prst="textNoShape">
                  <a:avLst/>
                </a:prstTxWarp>
              </a:bodyPr>
              <a:lstStyle/>
              <a:p>
                <a:pPr defTabSz="913686"/>
                <a:endParaRPr lang="en-GB" dirty="0">
                  <a:solidFill>
                    <a:prstClr val="black"/>
                  </a:solidFill>
                </a:endParaRPr>
              </a:p>
            </p:txBody>
          </p:sp>
          <p:sp>
            <p:nvSpPr>
              <p:cNvPr id="53" name="Oval 12">
                <a:extLst>
                  <a:ext uri="{FF2B5EF4-FFF2-40B4-BE49-F238E27FC236}">
                    <a16:creationId xmlns:a16="http://schemas.microsoft.com/office/drawing/2014/main" id="{76EC0217-B1B3-043D-D493-D3916000F115}"/>
                  </a:ext>
                </a:extLst>
              </p:cNvPr>
              <p:cNvSpPr>
                <a:spLocks noChangeArrowheads="1"/>
              </p:cNvSpPr>
              <p:nvPr/>
            </p:nvSpPr>
            <p:spPr bwMode="auto">
              <a:xfrm>
                <a:off x="2048410" y="5839310"/>
                <a:ext cx="136615" cy="135262"/>
              </a:xfrm>
              <a:prstGeom prst="ellipse">
                <a:avLst/>
              </a:prstGeom>
              <a:grpFill/>
              <a:ln>
                <a:noFill/>
              </a:ln>
            </p:spPr>
            <p:txBody>
              <a:bodyPr vert="horz" wrap="square" lIns="91440" tIns="45720" rIns="91440" bIns="45720" numCol="1" anchor="t" anchorCtr="0" compatLnSpc="1">
                <a:prstTxWarp prst="textNoShape">
                  <a:avLst/>
                </a:prstTxWarp>
              </a:bodyPr>
              <a:lstStyle/>
              <a:p>
                <a:pPr defTabSz="913686"/>
                <a:endParaRPr lang="en-GB" dirty="0">
                  <a:solidFill>
                    <a:prstClr val="black"/>
                  </a:solidFill>
                </a:endParaRPr>
              </a:p>
            </p:txBody>
          </p:sp>
        </p:grpSp>
        <p:grpSp>
          <p:nvGrpSpPr>
            <p:cNvPr id="54" name="Group 53">
              <a:extLst>
                <a:ext uri="{FF2B5EF4-FFF2-40B4-BE49-F238E27FC236}">
                  <a16:creationId xmlns:a16="http://schemas.microsoft.com/office/drawing/2014/main" id="{F1E3A7E2-A119-FB54-96C6-7A9E1E63C2C3}"/>
                </a:ext>
              </a:extLst>
            </p:cNvPr>
            <p:cNvGrpSpPr/>
            <p:nvPr/>
          </p:nvGrpSpPr>
          <p:grpSpPr>
            <a:xfrm>
              <a:off x="1550311" y="2135941"/>
              <a:ext cx="925194" cy="135262"/>
              <a:chOff x="1259831" y="5839310"/>
              <a:chExt cx="925194" cy="135262"/>
            </a:xfrm>
            <a:solidFill>
              <a:schemeClr val="tx1"/>
            </a:solidFill>
          </p:grpSpPr>
          <p:sp>
            <p:nvSpPr>
              <p:cNvPr id="55" name="Freeform 11">
                <a:extLst>
                  <a:ext uri="{FF2B5EF4-FFF2-40B4-BE49-F238E27FC236}">
                    <a16:creationId xmlns:a16="http://schemas.microsoft.com/office/drawing/2014/main" id="{D4E371F1-2558-3540-23BD-C449A568CC8A}"/>
                  </a:ext>
                </a:extLst>
              </p:cNvPr>
              <p:cNvSpPr>
                <a:spLocks/>
              </p:cNvSpPr>
              <p:nvPr/>
            </p:nvSpPr>
            <p:spPr bwMode="auto">
              <a:xfrm>
                <a:off x="1259831" y="5893414"/>
                <a:ext cx="871087" cy="27053"/>
              </a:xfrm>
              <a:custGeom>
                <a:avLst/>
                <a:gdLst>
                  <a:gd name="T0" fmla="*/ 32 w 32"/>
                  <a:gd name="T1" fmla="*/ 1 h 1"/>
                  <a:gd name="T2" fmla="*/ 31 w 32"/>
                  <a:gd name="T3" fmla="*/ 1 h 1"/>
                  <a:gd name="T4" fmla="*/ 0 w 32"/>
                  <a:gd name="T5" fmla="*/ 1 h 1"/>
                  <a:gd name="T6" fmla="*/ 0 w 32"/>
                  <a:gd name="T7" fmla="*/ 1 h 1"/>
                  <a:gd name="T8" fmla="*/ 0 w 32"/>
                  <a:gd name="T9" fmla="*/ 0 h 1"/>
                  <a:gd name="T10" fmla="*/ 31 w 32"/>
                  <a:gd name="T11" fmla="*/ 0 h 1"/>
                  <a:gd name="T12" fmla="*/ 32 w 32"/>
                  <a:gd name="T13" fmla="*/ 1 h 1"/>
                </a:gdLst>
                <a:ahLst/>
                <a:cxnLst>
                  <a:cxn ang="0">
                    <a:pos x="T0" y="T1"/>
                  </a:cxn>
                  <a:cxn ang="0">
                    <a:pos x="T2" y="T3"/>
                  </a:cxn>
                  <a:cxn ang="0">
                    <a:pos x="T4" y="T5"/>
                  </a:cxn>
                  <a:cxn ang="0">
                    <a:pos x="T6" y="T7"/>
                  </a:cxn>
                  <a:cxn ang="0">
                    <a:pos x="T8" y="T9"/>
                  </a:cxn>
                  <a:cxn ang="0">
                    <a:pos x="T10" y="T11"/>
                  </a:cxn>
                  <a:cxn ang="0">
                    <a:pos x="T12" y="T13"/>
                  </a:cxn>
                </a:cxnLst>
                <a:rect l="0" t="0" r="r" b="b"/>
                <a:pathLst>
                  <a:path w="32" h="1">
                    <a:moveTo>
                      <a:pt x="32" y="1"/>
                    </a:moveTo>
                    <a:cubicBezTo>
                      <a:pt x="32" y="1"/>
                      <a:pt x="32" y="1"/>
                      <a:pt x="31" y="1"/>
                    </a:cubicBezTo>
                    <a:cubicBezTo>
                      <a:pt x="0" y="1"/>
                      <a:pt x="0" y="1"/>
                      <a:pt x="0" y="1"/>
                    </a:cubicBezTo>
                    <a:cubicBezTo>
                      <a:pt x="0" y="1"/>
                      <a:pt x="0" y="1"/>
                      <a:pt x="0" y="1"/>
                    </a:cubicBezTo>
                    <a:cubicBezTo>
                      <a:pt x="0" y="0"/>
                      <a:pt x="0" y="0"/>
                      <a:pt x="0" y="0"/>
                    </a:cubicBezTo>
                    <a:cubicBezTo>
                      <a:pt x="31" y="0"/>
                      <a:pt x="31" y="0"/>
                      <a:pt x="31" y="0"/>
                    </a:cubicBezTo>
                    <a:cubicBezTo>
                      <a:pt x="32" y="0"/>
                      <a:pt x="32" y="0"/>
                      <a:pt x="32" y="1"/>
                    </a:cubicBezTo>
                  </a:path>
                </a:pathLst>
              </a:custGeom>
              <a:grpFill/>
              <a:ln>
                <a:noFill/>
              </a:ln>
            </p:spPr>
            <p:txBody>
              <a:bodyPr vert="horz" wrap="square" lIns="91440" tIns="45720" rIns="91440" bIns="45720" numCol="1" anchor="t" anchorCtr="0" compatLnSpc="1">
                <a:prstTxWarp prst="textNoShape">
                  <a:avLst/>
                </a:prstTxWarp>
              </a:bodyPr>
              <a:lstStyle/>
              <a:p>
                <a:pPr defTabSz="913686"/>
                <a:endParaRPr lang="en-GB" dirty="0">
                  <a:solidFill>
                    <a:prstClr val="black"/>
                  </a:solidFill>
                </a:endParaRPr>
              </a:p>
            </p:txBody>
          </p:sp>
          <p:sp>
            <p:nvSpPr>
              <p:cNvPr id="56" name="Oval 12">
                <a:extLst>
                  <a:ext uri="{FF2B5EF4-FFF2-40B4-BE49-F238E27FC236}">
                    <a16:creationId xmlns:a16="http://schemas.microsoft.com/office/drawing/2014/main" id="{38C63007-AB43-CE71-AC16-DB7312389CFE}"/>
                  </a:ext>
                </a:extLst>
              </p:cNvPr>
              <p:cNvSpPr>
                <a:spLocks noChangeArrowheads="1"/>
              </p:cNvSpPr>
              <p:nvPr/>
            </p:nvSpPr>
            <p:spPr bwMode="auto">
              <a:xfrm>
                <a:off x="2048410" y="5839310"/>
                <a:ext cx="136615" cy="135262"/>
              </a:xfrm>
              <a:prstGeom prst="ellipse">
                <a:avLst/>
              </a:prstGeom>
              <a:grpFill/>
              <a:ln>
                <a:noFill/>
              </a:ln>
            </p:spPr>
            <p:txBody>
              <a:bodyPr vert="horz" wrap="square" lIns="91440" tIns="45720" rIns="91440" bIns="45720" numCol="1" anchor="t" anchorCtr="0" compatLnSpc="1">
                <a:prstTxWarp prst="textNoShape">
                  <a:avLst/>
                </a:prstTxWarp>
              </a:bodyPr>
              <a:lstStyle/>
              <a:p>
                <a:pPr defTabSz="913686"/>
                <a:endParaRPr lang="en-GB" dirty="0">
                  <a:solidFill>
                    <a:prstClr val="black"/>
                  </a:solidFill>
                </a:endParaRPr>
              </a:p>
            </p:txBody>
          </p:sp>
        </p:grpSp>
        <p:grpSp>
          <p:nvGrpSpPr>
            <p:cNvPr id="57" name="Group 56">
              <a:extLst>
                <a:ext uri="{FF2B5EF4-FFF2-40B4-BE49-F238E27FC236}">
                  <a16:creationId xmlns:a16="http://schemas.microsoft.com/office/drawing/2014/main" id="{C471B48C-3EC1-14AD-05BC-7723E9E2BDA8}"/>
                </a:ext>
              </a:extLst>
            </p:cNvPr>
            <p:cNvGrpSpPr/>
            <p:nvPr/>
          </p:nvGrpSpPr>
          <p:grpSpPr>
            <a:xfrm>
              <a:off x="1550311" y="2893409"/>
              <a:ext cx="925194" cy="135262"/>
              <a:chOff x="1259831" y="5839310"/>
              <a:chExt cx="925194" cy="135262"/>
            </a:xfrm>
            <a:solidFill>
              <a:schemeClr val="tx1"/>
            </a:solidFill>
          </p:grpSpPr>
          <p:sp>
            <p:nvSpPr>
              <p:cNvPr id="58" name="Freeform 11">
                <a:extLst>
                  <a:ext uri="{FF2B5EF4-FFF2-40B4-BE49-F238E27FC236}">
                    <a16:creationId xmlns:a16="http://schemas.microsoft.com/office/drawing/2014/main" id="{1EC4F9D3-9A03-659E-24C3-08E25EADB476}"/>
                  </a:ext>
                </a:extLst>
              </p:cNvPr>
              <p:cNvSpPr>
                <a:spLocks/>
              </p:cNvSpPr>
              <p:nvPr/>
            </p:nvSpPr>
            <p:spPr bwMode="auto">
              <a:xfrm>
                <a:off x="1259831" y="5893414"/>
                <a:ext cx="871087" cy="27053"/>
              </a:xfrm>
              <a:custGeom>
                <a:avLst/>
                <a:gdLst>
                  <a:gd name="T0" fmla="*/ 32 w 32"/>
                  <a:gd name="T1" fmla="*/ 1 h 1"/>
                  <a:gd name="T2" fmla="*/ 31 w 32"/>
                  <a:gd name="T3" fmla="*/ 1 h 1"/>
                  <a:gd name="T4" fmla="*/ 0 w 32"/>
                  <a:gd name="T5" fmla="*/ 1 h 1"/>
                  <a:gd name="T6" fmla="*/ 0 w 32"/>
                  <a:gd name="T7" fmla="*/ 1 h 1"/>
                  <a:gd name="T8" fmla="*/ 0 w 32"/>
                  <a:gd name="T9" fmla="*/ 0 h 1"/>
                  <a:gd name="T10" fmla="*/ 31 w 32"/>
                  <a:gd name="T11" fmla="*/ 0 h 1"/>
                  <a:gd name="T12" fmla="*/ 32 w 32"/>
                  <a:gd name="T13" fmla="*/ 1 h 1"/>
                </a:gdLst>
                <a:ahLst/>
                <a:cxnLst>
                  <a:cxn ang="0">
                    <a:pos x="T0" y="T1"/>
                  </a:cxn>
                  <a:cxn ang="0">
                    <a:pos x="T2" y="T3"/>
                  </a:cxn>
                  <a:cxn ang="0">
                    <a:pos x="T4" y="T5"/>
                  </a:cxn>
                  <a:cxn ang="0">
                    <a:pos x="T6" y="T7"/>
                  </a:cxn>
                  <a:cxn ang="0">
                    <a:pos x="T8" y="T9"/>
                  </a:cxn>
                  <a:cxn ang="0">
                    <a:pos x="T10" y="T11"/>
                  </a:cxn>
                  <a:cxn ang="0">
                    <a:pos x="T12" y="T13"/>
                  </a:cxn>
                </a:cxnLst>
                <a:rect l="0" t="0" r="r" b="b"/>
                <a:pathLst>
                  <a:path w="32" h="1">
                    <a:moveTo>
                      <a:pt x="32" y="1"/>
                    </a:moveTo>
                    <a:cubicBezTo>
                      <a:pt x="32" y="1"/>
                      <a:pt x="32" y="1"/>
                      <a:pt x="31" y="1"/>
                    </a:cubicBezTo>
                    <a:cubicBezTo>
                      <a:pt x="0" y="1"/>
                      <a:pt x="0" y="1"/>
                      <a:pt x="0" y="1"/>
                    </a:cubicBezTo>
                    <a:cubicBezTo>
                      <a:pt x="0" y="1"/>
                      <a:pt x="0" y="1"/>
                      <a:pt x="0" y="1"/>
                    </a:cubicBezTo>
                    <a:cubicBezTo>
                      <a:pt x="0" y="0"/>
                      <a:pt x="0" y="0"/>
                      <a:pt x="0" y="0"/>
                    </a:cubicBezTo>
                    <a:cubicBezTo>
                      <a:pt x="31" y="0"/>
                      <a:pt x="31" y="0"/>
                      <a:pt x="31" y="0"/>
                    </a:cubicBezTo>
                    <a:cubicBezTo>
                      <a:pt x="32" y="0"/>
                      <a:pt x="32" y="0"/>
                      <a:pt x="32" y="1"/>
                    </a:cubicBezTo>
                  </a:path>
                </a:pathLst>
              </a:custGeom>
              <a:grpFill/>
              <a:ln>
                <a:noFill/>
              </a:ln>
            </p:spPr>
            <p:txBody>
              <a:bodyPr vert="horz" wrap="square" lIns="91440" tIns="45720" rIns="91440" bIns="45720" numCol="1" anchor="t" anchorCtr="0" compatLnSpc="1">
                <a:prstTxWarp prst="textNoShape">
                  <a:avLst/>
                </a:prstTxWarp>
              </a:bodyPr>
              <a:lstStyle/>
              <a:p>
                <a:pPr defTabSz="913686"/>
                <a:endParaRPr lang="en-GB" dirty="0">
                  <a:solidFill>
                    <a:prstClr val="black"/>
                  </a:solidFill>
                </a:endParaRPr>
              </a:p>
            </p:txBody>
          </p:sp>
          <p:sp>
            <p:nvSpPr>
              <p:cNvPr id="59" name="Oval 12">
                <a:extLst>
                  <a:ext uri="{FF2B5EF4-FFF2-40B4-BE49-F238E27FC236}">
                    <a16:creationId xmlns:a16="http://schemas.microsoft.com/office/drawing/2014/main" id="{01AE99E0-C8F7-5C77-709C-30EF16F743F6}"/>
                  </a:ext>
                </a:extLst>
              </p:cNvPr>
              <p:cNvSpPr>
                <a:spLocks noChangeArrowheads="1"/>
              </p:cNvSpPr>
              <p:nvPr/>
            </p:nvSpPr>
            <p:spPr bwMode="auto">
              <a:xfrm>
                <a:off x="2048410" y="5839310"/>
                <a:ext cx="136615" cy="135262"/>
              </a:xfrm>
              <a:prstGeom prst="ellipse">
                <a:avLst/>
              </a:prstGeom>
              <a:grpFill/>
              <a:ln>
                <a:noFill/>
              </a:ln>
            </p:spPr>
            <p:txBody>
              <a:bodyPr vert="horz" wrap="square" lIns="91440" tIns="45720" rIns="91440" bIns="45720" numCol="1" anchor="t" anchorCtr="0" compatLnSpc="1">
                <a:prstTxWarp prst="textNoShape">
                  <a:avLst/>
                </a:prstTxWarp>
              </a:bodyPr>
              <a:lstStyle/>
              <a:p>
                <a:pPr defTabSz="913686"/>
                <a:endParaRPr lang="en-GB" dirty="0">
                  <a:solidFill>
                    <a:prstClr val="black"/>
                  </a:solidFill>
                </a:endParaRPr>
              </a:p>
            </p:txBody>
          </p:sp>
        </p:grpSp>
        <p:grpSp>
          <p:nvGrpSpPr>
            <p:cNvPr id="60" name="Group 59">
              <a:extLst>
                <a:ext uri="{FF2B5EF4-FFF2-40B4-BE49-F238E27FC236}">
                  <a16:creationId xmlns:a16="http://schemas.microsoft.com/office/drawing/2014/main" id="{7B74C867-268D-B085-5933-C4E4E8D7AF38}"/>
                </a:ext>
              </a:extLst>
            </p:cNvPr>
            <p:cNvGrpSpPr/>
            <p:nvPr/>
          </p:nvGrpSpPr>
          <p:grpSpPr>
            <a:xfrm>
              <a:off x="1550311" y="3650201"/>
              <a:ext cx="925194" cy="135262"/>
              <a:chOff x="1259831" y="5839310"/>
              <a:chExt cx="925194" cy="135262"/>
            </a:xfrm>
            <a:solidFill>
              <a:schemeClr val="tx1"/>
            </a:solidFill>
          </p:grpSpPr>
          <p:sp>
            <p:nvSpPr>
              <p:cNvPr id="61" name="Freeform 11">
                <a:extLst>
                  <a:ext uri="{FF2B5EF4-FFF2-40B4-BE49-F238E27FC236}">
                    <a16:creationId xmlns:a16="http://schemas.microsoft.com/office/drawing/2014/main" id="{C9C277CB-22B2-D36E-BEE7-4D39A9123A7D}"/>
                  </a:ext>
                </a:extLst>
              </p:cNvPr>
              <p:cNvSpPr>
                <a:spLocks/>
              </p:cNvSpPr>
              <p:nvPr/>
            </p:nvSpPr>
            <p:spPr bwMode="auto">
              <a:xfrm>
                <a:off x="1259831" y="5893414"/>
                <a:ext cx="871087" cy="27053"/>
              </a:xfrm>
              <a:custGeom>
                <a:avLst/>
                <a:gdLst>
                  <a:gd name="T0" fmla="*/ 32 w 32"/>
                  <a:gd name="T1" fmla="*/ 1 h 1"/>
                  <a:gd name="T2" fmla="*/ 31 w 32"/>
                  <a:gd name="T3" fmla="*/ 1 h 1"/>
                  <a:gd name="T4" fmla="*/ 0 w 32"/>
                  <a:gd name="T5" fmla="*/ 1 h 1"/>
                  <a:gd name="T6" fmla="*/ 0 w 32"/>
                  <a:gd name="T7" fmla="*/ 1 h 1"/>
                  <a:gd name="T8" fmla="*/ 0 w 32"/>
                  <a:gd name="T9" fmla="*/ 0 h 1"/>
                  <a:gd name="T10" fmla="*/ 31 w 32"/>
                  <a:gd name="T11" fmla="*/ 0 h 1"/>
                  <a:gd name="T12" fmla="*/ 32 w 32"/>
                  <a:gd name="T13" fmla="*/ 1 h 1"/>
                </a:gdLst>
                <a:ahLst/>
                <a:cxnLst>
                  <a:cxn ang="0">
                    <a:pos x="T0" y="T1"/>
                  </a:cxn>
                  <a:cxn ang="0">
                    <a:pos x="T2" y="T3"/>
                  </a:cxn>
                  <a:cxn ang="0">
                    <a:pos x="T4" y="T5"/>
                  </a:cxn>
                  <a:cxn ang="0">
                    <a:pos x="T6" y="T7"/>
                  </a:cxn>
                  <a:cxn ang="0">
                    <a:pos x="T8" y="T9"/>
                  </a:cxn>
                  <a:cxn ang="0">
                    <a:pos x="T10" y="T11"/>
                  </a:cxn>
                  <a:cxn ang="0">
                    <a:pos x="T12" y="T13"/>
                  </a:cxn>
                </a:cxnLst>
                <a:rect l="0" t="0" r="r" b="b"/>
                <a:pathLst>
                  <a:path w="32" h="1">
                    <a:moveTo>
                      <a:pt x="32" y="1"/>
                    </a:moveTo>
                    <a:cubicBezTo>
                      <a:pt x="32" y="1"/>
                      <a:pt x="32" y="1"/>
                      <a:pt x="31" y="1"/>
                    </a:cubicBezTo>
                    <a:cubicBezTo>
                      <a:pt x="0" y="1"/>
                      <a:pt x="0" y="1"/>
                      <a:pt x="0" y="1"/>
                    </a:cubicBezTo>
                    <a:cubicBezTo>
                      <a:pt x="0" y="1"/>
                      <a:pt x="0" y="1"/>
                      <a:pt x="0" y="1"/>
                    </a:cubicBezTo>
                    <a:cubicBezTo>
                      <a:pt x="0" y="0"/>
                      <a:pt x="0" y="0"/>
                      <a:pt x="0" y="0"/>
                    </a:cubicBezTo>
                    <a:cubicBezTo>
                      <a:pt x="31" y="0"/>
                      <a:pt x="31" y="0"/>
                      <a:pt x="31" y="0"/>
                    </a:cubicBezTo>
                    <a:cubicBezTo>
                      <a:pt x="32" y="0"/>
                      <a:pt x="32" y="0"/>
                      <a:pt x="32" y="1"/>
                    </a:cubicBezTo>
                  </a:path>
                </a:pathLst>
              </a:custGeom>
              <a:grpFill/>
              <a:ln>
                <a:noFill/>
              </a:ln>
            </p:spPr>
            <p:txBody>
              <a:bodyPr vert="horz" wrap="square" lIns="91440" tIns="45720" rIns="91440" bIns="45720" numCol="1" anchor="t" anchorCtr="0" compatLnSpc="1">
                <a:prstTxWarp prst="textNoShape">
                  <a:avLst/>
                </a:prstTxWarp>
              </a:bodyPr>
              <a:lstStyle/>
              <a:p>
                <a:pPr defTabSz="913686"/>
                <a:endParaRPr lang="en-GB" dirty="0">
                  <a:solidFill>
                    <a:prstClr val="black"/>
                  </a:solidFill>
                </a:endParaRPr>
              </a:p>
            </p:txBody>
          </p:sp>
          <p:sp>
            <p:nvSpPr>
              <p:cNvPr id="62" name="Oval 12">
                <a:extLst>
                  <a:ext uri="{FF2B5EF4-FFF2-40B4-BE49-F238E27FC236}">
                    <a16:creationId xmlns:a16="http://schemas.microsoft.com/office/drawing/2014/main" id="{B40C01DA-AFA1-042E-6652-B219FDAFEF04}"/>
                  </a:ext>
                </a:extLst>
              </p:cNvPr>
              <p:cNvSpPr>
                <a:spLocks noChangeArrowheads="1"/>
              </p:cNvSpPr>
              <p:nvPr/>
            </p:nvSpPr>
            <p:spPr bwMode="auto">
              <a:xfrm>
                <a:off x="2048410" y="5839310"/>
                <a:ext cx="136615" cy="135262"/>
              </a:xfrm>
              <a:prstGeom prst="ellipse">
                <a:avLst/>
              </a:prstGeom>
              <a:grpFill/>
              <a:ln>
                <a:noFill/>
              </a:ln>
            </p:spPr>
            <p:txBody>
              <a:bodyPr vert="horz" wrap="square" lIns="91440" tIns="45720" rIns="91440" bIns="45720" numCol="1" anchor="t" anchorCtr="0" compatLnSpc="1">
                <a:prstTxWarp prst="textNoShape">
                  <a:avLst/>
                </a:prstTxWarp>
              </a:bodyPr>
              <a:lstStyle/>
              <a:p>
                <a:pPr defTabSz="913686"/>
                <a:endParaRPr lang="en-GB" dirty="0">
                  <a:solidFill>
                    <a:prstClr val="black"/>
                  </a:solidFill>
                </a:endParaRPr>
              </a:p>
            </p:txBody>
          </p:sp>
        </p:grpSp>
        <p:grpSp>
          <p:nvGrpSpPr>
            <p:cNvPr id="63" name="Group 62">
              <a:extLst>
                <a:ext uri="{FF2B5EF4-FFF2-40B4-BE49-F238E27FC236}">
                  <a16:creationId xmlns:a16="http://schemas.microsoft.com/office/drawing/2014/main" id="{CE508ABF-78D0-FFA3-E5A0-86CABD775CED}"/>
                </a:ext>
              </a:extLst>
            </p:cNvPr>
            <p:cNvGrpSpPr/>
            <p:nvPr/>
          </p:nvGrpSpPr>
          <p:grpSpPr>
            <a:xfrm>
              <a:off x="1550311" y="4406992"/>
              <a:ext cx="925194" cy="135262"/>
              <a:chOff x="1259831" y="5839310"/>
              <a:chExt cx="925194" cy="135262"/>
            </a:xfrm>
            <a:solidFill>
              <a:schemeClr val="tx1"/>
            </a:solidFill>
          </p:grpSpPr>
          <p:sp>
            <p:nvSpPr>
              <p:cNvPr id="64" name="Freeform 11">
                <a:extLst>
                  <a:ext uri="{FF2B5EF4-FFF2-40B4-BE49-F238E27FC236}">
                    <a16:creationId xmlns:a16="http://schemas.microsoft.com/office/drawing/2014/main" id="{E340E8F4-1F2F-6AE8-2A72-06743863BD38}"/>
                  </a:ext>
                </a:extLst>
              </p:cNvPr>
              <p:cNvSpPr>
                <a:spLocks/>
              </p:cNvSpPr>
              <p:nvPr/>
            </p:nvSpPr>
            <p:spPr bwMode="auto">
              <a:xfrm>
                <a:off x="1259831" y="5893414"/>
                <a:ext cx="871087" cy="27053"/>
              </a:xfrm>
              <a:custGeom>
                <a:avLst/>
                <a:gdLst>
                  <a:gd name="T0" fmla="*/ 32 w 32"/>
                  <a:gd name="T1" fmla="*/ 1 h 1"/>
                  <a:gd name="T2" fmla="*/ 31 w 32"/>
                  <a:gd name="T3" fmla="*/ 1 h 1"/>
                  <a:gd name="T4" fmla="*/ 0 w 32"/>
                  <a:gd name="T5" fmla="*/ 1 h 1"/>
                  <a:gd name="T6" fmla="*/ 0 w 32"/>
                  <a:gd name="T7" fmla="*/ 1 h 1"/>
                  <a:gd name="T8" fmla="*/ 0 w 32"/>
                  <a:gd name="T9" fmla="*/ 0 h 1"/>
                  <a:gd name="T10" fmla="*/ 31 w 32"/>
                  <a:gd name="T11" fmla="*/ 0 h 1"/>
                  <a:gd name="T12" fmla="*/ 32 w 32"/>
                  <a:gd name="T13" fmla="*/ 1 h 1"/>
                </a:gdLst>
                <a:ahLst/>
                <a:cxnLst>
                  <a:cxn ang="0">
                    <a:pos x="T0" y="T1"/>
                  </a:cxn>
                  <a:cxn ang="0">
                    <a:pos x="T2" y="T3"/>
                  </a:cxn>
                  <a:cxn ang="0">
                    <a:pos x="T4" y="T5"/>
                  </a:cxn>
                  <a:cxn ang="0">
                    <a:pos x="T6" y="T7"/>
                  </a:cxn>
                  <a:cxn ang="0">
                    <a:pos x="T8" y="T9"/>
                  </a:cxn>
                  <a:cxn ang="0">
                    <a:pos x="T10" y="T11"/>
                  </a:cxn>
                  <a:cxn ang="0">
                    <a:pos x="T12" y="T13"/>
                  </a:cxn>
                </a:cxnLst>
                <a:rect l="0" t="0" r="r" b="b"/>
                <a:pathLst>
                  <a:path w="32" h="1">
                    <a:moveTo>
                      <a:pt x="32" y="1"/>
                    </a:moveTo>
                    <a:cubicBezTo>
                      <a:pt x="32" y="1"/>
                      <a:pt x="32" y="1"/>
                      <a:pt x="31" y="1"/>
                    </a:cubicBezTo>
                    <a:cubicBezTo>
                      <a:pt x="0" y="1"/>
                      <a:pt x="0" y="1"/>
                      <a:pt x="0" y="1"/>
                    </a:cubicBezTo>
                    <a:cubicBezTo>
                      <a:pt x="0" y="1"/>
                      <a:pt x="0" y="1"/>
                      <a:pt x="0" y="1"/>
                    </a:cubicBezTo>
                    <a:cubicBezTo>
                      <a:pt x="0" y="0"/>
                      <a:pt x="0" y="0"/>
                      <a:pt x="0" y="0"/>
                    </a:cubicBezTo>
                    <a:cubicBezTo>
                      <a:pt x="31" y="0"/>
                      <a:pt x="31" y="0"/>
                      <a:pt x="31" y="0"/>
                    </a:cubicBezTo>
                    <a:cubicBezTo>
                      <a:pt x="32" y="0"/>
                      <a:pt x="32" y="0"/>
                      <a:pt x="32" y="1"/>
                    </a:cubicBezTo>
                  </a:path>
                </a:pathLst>
              </a:custGeom>
              <a:grpFill/>
              <a:ln>
                <a:noFill/>
              </a:ln>
            </p:spPr>
            <p:txBody>
              <a:bodyPr vert="horz" wrap="square" lIns="91440" tIns="45720" rIns="91440" bIns="45720" numCol="1" anchor="t" anchorCtr="0" compatLnSpc="1">
                <a:prstTxWarp prst="textNoShape">
                  <a:avLst/>
                </a:prstTxWarp>
              </a:bodyPr>
              <a:lstStyle/>
              <a:p>
                <a:pPr defTabSz="913686"/>
                <a:endParaRPr lang="en-GB" dirty="0">
                  <a:solidFill>
                    <a:prstClr val="black"/>
                  </a:solidFill>
                </a:endParaRPr>
              </a:p>
            </p:txBody>
          </p:sp>
          <p:sp>
            <p:nvSpPr>
              <p:cNvPr id="65" name="Oval 12">
                <a:extLst>
                  <a:ext uri="{FF2B5EF4-FFF2-40B4-BE49-F238E27FC236}">
                    <a16:creationId xmlns:a16="http://schemas.microsoft.com/office/drawing/2014/main" id="{3733348D-9619-EABC-25E9-318D7947F200}"/>
                  </a:ext>
                </a:extLst>
              </p:cNvPr>
              <p:cNvSpPr>
                <a:spLocks noChangeArrowheads="1"/>
              </p:cNvSpPr>
              <p:nvPr/>
            </p:nvSpPr>
            <p:spPr bwMode="auto">
              <a:xfrm>
                <a:off x="2048410" y="5839310"/>
                <a:ext cx="136615" cy="135262"/>
              </a:xfrm>
              <a:prstGeom prst="ellipse">
                <a:avLst/>
              </a:prstGeom>
              <a:grpFill/>
              <a:ln>
                <a:noFill/>
              </a:ln>
            </p:spPr>
            <p:txBody>
              <a:bodyPr vert="horz" wrap="square" lIns="91440" tIns="45720" rIns="91440" bIns="45720" numCol="1" anchor="t" anchorCtr="0" compatLnSpc="1">
                <a:prstTxWarp prst="textNoShape">
                  <a:avLst/>
                </a:prstTxWarp>
              </a:bodyPr>
              <a:lstStyle/>
              <a:p>
                <a:pPr defTabSz="913686"/>
                <a:endParaRPr lang="en-GB" dirty="0">
                  <a:solidFill>
                    <a:prstClr val="black"/>
                  </a:solidFill>
                </a:endParaRPr>
              </a:p>
            </p:txBody>
          </p:sp>
        </p:grpSp>
        <p:sp>
          <p:nvSpPr>
            <p:cNvPr id="66" name="Freeform 18">
              <a:extLst>
                <a:ext uri="{FF2B5EF4-FFF2-40B4-BE49-F238E27FC236}">
                  <a16:creationId xmlns:a16="http://schemas.microsoft.com/office/drawing/2014/main" id="{B054A098-8C7E-DDC2-BD69-978D93F11951}"/>
                </a:ext>
              </a:extLst>
            </p:cNvPr>
            <p:cNvSpPr>
              <a:spLocks/>
            </p:cNvSpPr>
            <p:nvPr/>
          </p:nvSpPr>
          <p:spPr bwMode="auto">
            <a:xfrm>
              <a:off x="1195926" y="5579548"/>
              <a:ext cx="408491" cy="838625"/>
            </a:xfrm>
            <a:custGeom>
              <a:avLst/>
              <a:gdLst>
                <a:gd name="T0" fmla="*/ 0 w 15"/>
                <a:gd name="T1" fmla="*/ 3 h 31"/>
                <a:gd name="T2" fmla="*/ 12 w 15"/>
                <a:gd name="T3" fmla="*/ 15 h 31"/>
                <a:gd name="T4" fmla="*/ 0 w 15"/>
                <a:gd name="T5" fmla="*/ 28 h 31"/>
                <a:gd name="T6" fmla="*/ 0 w 15"/>
                <a:gd name="T7" fmla="*/ 31 h 31"/>
                <a:gd name="T8" fmla="*/ 15 w 15"/>
                <a:gd name="T9" fmla="*/ 15 h 31"/>
                <a:gd name="T10" fmla="*/ 0 w 15"/>
                <a:gd name="T11" fmla="*/ 0 h 31"/>
                <a:gd name="T12" fmla="*/ 0 w 15"/>
                <a:gd name="T13" fmla="*/ 3 h 31"/>
              </a:gdLst>
              <a:ahLst/>
              <a:cxnLst>
                <a:cxn ang="0">
                  <a:pos x="T0" y="T1"/>
                </a:cxn>
                <a:cxn ang="0">
                  <a:pos x="T2" y="T3"/>
                </a:cxn>
                <a:cxn ang="0">
                  <a:pos x="T4" y="T5"/>
                </a:cxn>
                <a:cxn ang="0">
                  <a:pos x="T6" y="T7"/>
                </a:cxn>
                <a:cxn ang="0">
                  <a:pos x="T8" y="T9"/>
                </a:cxn>
                <a:cxn ang="0">
                  <a:pos x="T10" y="T11"/>
                </a:cxn>
                <a:cxn ang="0">
                  <a:pos x="T12" y="T13"/>
                </a:cxn>
              </a:cxnLst>
              <a:rect l="0" t="0" r="r" b="b"/>
              <a:pathLst>
                <a:path w="15" h="31">
                  <a:moveTo>
                    <a:pt x="0" y="3"/>
                  </a:moveTo>
                  <a:cubicBezTo>
                    <a:pt x="7" y="3"/>
                    <a:pt x="12" y="9"/>
                    <a:pt x="12" y="15"/>
                  </a:cubicBezTo>
                  <a:cubicBezTo>
                    <a:pt x="12" y="22"/>
                    <a:pt x="7" y="27"/>
                    <a:pt x="0" y="28"/>
                  </a:cubicBezTo>
                  <a:cubicBezTo>
                    <a:pt x="0" y="31"/>
                    <a:pt x="0" y="31"/>
                    <a:pt x="0" y="31"/>
                  </a:cubicBezTo>
                  <a:cubicBezTo>
                    <a:pt x="8" y="31"/>
                    <a:pt x="15" y="24"/>
                    <a:pt x="15" y="15"/>
                  </a:cubicBezTo>
                  <a:cubicBezTo>
                    <a:pt x="15" y="7"/>
                    <a:pt x="8" y="0"/>
                    <a:pt x="0" y="0"/>
                  </a:cubicBezTo>
                  <a:lnTo>
                    <a:pt x="0" y="3"/>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defTabSz="913686"/>
              <a:endParaRPr lang="en-GB" dirty="0">
                <a:solidFill>
                  <a:prstClr val="black"/>
                </a:solidFill>
              </a:endParaRPr>
            </a:p>
          </p:txBody>
        </p:sp>
        <p:sp>
          <p:nvSpPr>
            <p:cNvPr id="67" name="Freeform 19">
              <a:extLst>
                <a:ext uri="{FF2B5EF4-FFF2-40B4-BE49-F238E27FC236}">
                  <a16:creationId xmlns:a16="http://schemas.microsoft.com/office/drawing/2014/main" id="{8193D25D-B04E-7761-B00E-159C84A8D7AD}"/>
                </a:ext>
              </a:extLst>
            </p:cNvPr>
            <p:cNvSpPr>
              <a:spLocks/>
            </p:cNvSpPr>
            <p:nvPr/>
          </p:nvSpPr>
          <p:spPr bwMode="auto">
            <a:xfrm>
              <a:off x="760381" y="5579548"/>
              <a:ext cx="435544" cy="838625"/>
            </a:xfrm>
            <a:custGeom>
              <a:avLst/>
              <a:gdLst>
                <a:gd name="T0" fmla="*/ 16 w 16"/>
                <a:gd name="T1" fmla="*/ 28 h 31"/>
                <a:gd name="T2" fmla="*/ 4 w 16"/>
                <a:gd name="T3" fmla="*/ 15 h 31"/>
                <a:gd name="T4" fmla="*/ 16 w 16"/>
                <a:gd name="T5" fmla="*/ 3 h 31"/>
                <a:gd name="T6" fmla="*/ 16 w 16"/>
                <a:gd name="T7" fmla="*/ 0 h 31"/>
                <a:gd name="T8" fmla="*/ 0 w 16"/>
                <a:gd name="T9" fmla="*/ 15 h 31"/>
                <a:gd name="T10" fmla="*/ 16 w 16"/>
                <a:gd name="T11" fmla="*/ 31 h 31"/>
                <a:gd name="T12" fmla="*/ 16 w 16"/>
                <a:gd name="T13" fmla="*/ 28 h 31"/>
              </a:gdLst>
              <a:ahLst/>
              <a:cxnLst>
                <a:cxn ang="0">
                  <a:pos x="T0" y="T1"/>
                </a:cxn>
                <a:cxn ang="0">
                  <a:pos x="T2" y="T3"/>
                </a:cxn>
                <a:cxn ang="0">
                  <a:pos x="T4" y="T5"/>
                </a:cxn>
                <a:cxn ang="0">
                  <a:pos x="T6" y="T7"/>
                </a:cxn>
                <a:cxn ang="0">
                  <a:pos x="T8" y="T9"/>
                </a:cxn>
                <a:cxn ang="0">
                  <a:pos x="T10" y="T11"/>
                </a:cxn>
                <a:cxn ang="0">
                  <a:pos x="T12" y="T13"/>
                </a:cxn>
              </a:cxnLst>
              <a:rect l="0" t="0" r="r" b="b"/>
              <a:pathLst>
                <a:path w="16" h="31">
                  <a:moveTo>
                    <a:pt x="16" y="28"/>
                  </a:moveTo>
                  <a:cubicBezTo>
                    <a:pt x="9" y="27"/>
                    <a:pt x="4" y="22"/>
                    <a:pt x="4" y="15"/>
                  </a:cubicBezTo>
                  <a:cubicBezTo>
                    <a:pt x="4" y="9"/>
                    <a:pt x="9" y="3"/>
                    <a:pt x="16" y="3"/>
                  </a:cubicBezTo>
                  <a:cubicBezTo>
                    <a:pt x="16" y="0"/>
                    <a:pt x="16" y="0"/>
                    <a:pt x="16" y="0"/>
                  </a:cubicBezTo>
                  <a:cubicBezTo>
                    <a:pt x="7" y="0"/>
                    <a:pt x="0" y="7"/>
                    <a:pt x="0" y="15"/>
                  </a:cubicBezTo>
                  <a:cubicBezTo>
                    <a:pt x="0" y="24"/>
                    <a:pt x="7" y="31"/>
                    <a:pt x="16" y="31"/>
                  </a:cubicBezTo>
                  <a:lnTo>
                    <a:pt x="16" y="28"/>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defTabSz="913686"/>
              <a:endParaRPr lang="en-GB" dirty="0">
                <a:solidFill>
                  <a:prstClr val="black"/>
                </a:solidFill>
              </a:endParaRPr>
            </a:p>
          </p:txBody>
        </p:sp>
        <p:sp>
          <p:nvSpPr>
            <p:cNvPr id="68" name="Freeform 13">
              <a:extLst>
                <a:ext uri="{FF2B5EF4-FFF2-40B4-BE49-F238E27FC236}">
                  <a16:creationId xmlns:a16="http://schemas.microsoft.com/office/drawing/2014/main" id="{675DE3B8-0FEA-5EAD-CB5E-7ED4E3CC621C}"/>
                </a:ext>
              </a:extLst>
            </p:cNvPr>
            <p:cNvSpPr>
              <a:spLocks/>
            </p:cNvSpPr>
            <p:nvPr/>
          </p:nvSpPr>
          <p:spPr bwMode="auto">
            <a:xfrm>
              <a:off x="760381" y="4817477"/>
              <a:ext cx="435544" cy="837272"/>
            </a:xfrm>
            <a:custGeom>
              <a:avLst/>
              <a:gdLst>
                <a:gd name="T0" fmla="*/ 16 w 16"/>
                <a:gd name="T1" fmla="*/ 28 h 31"/>
                <a:gd name="T2" fmla="*/ 4 w 16"/>
                <a:gd name="T3" fmla="*/ 15 h 31"/>
                <a:gd name="T4" fmla="*/ 16 w 16"/>
                <a:gd name="T5" fmla="*/ 3 h 31"/>
                <a:gd name="T6" fmla="*/ 16 w 16"/>
                <a:gd name="T7" fmla="*/ 0 h 31"/>
                <a:gd name="T8" fmla="*/ 0 w 16"/>
                <a:gd name="T9" fmla="*/ 15 h 31"/>
                <a:gd name="T10" fmla="*/ 16 w 16"/>
                <a:gd name="T11" fmla="*/ 31 h 31"/>
                <a:gd name="T12" fmla="*/ 16 w 16"/>
                <a:gd name="T13" fmla="*/ 28 h 31"/>
              </a:gdLst>
              <a:ahLst/>
              <a:cxnLst>
                <a:cxn ang="0">
                  <a:pos x="T0" y="T1"/>
                </a:cxn>
                <a:cxn ang="0">
                  <a:pos x="T2" y="T3"/>
                </a:cxn>
                <a:cxn ang="0">
                  <a:pos x="T4" y="T5"/>
                </a:cxn>
                <a:cxn ang="0">
                  <a:pos x="T6" y="T7"/>
                </a:cxn>
                <a:cxn ang="0">
                  <a:pos x="T8" y="T9"/>
                </a:cxn>
                <a:cxn ang="0">
                  <a:pos x="T10" y="T11"/>
                </a:cxn>
                <a:cxn ang="0">
                  <a:pos x="T12" y="T13"/>
                </a:cxn>
              </a:cxnLst>
              <a:rect l="0" t="0" r="r" b="b"/>
              <a:pathLst>
                <a:path w="16" h="31">
                  <a:moveTo>
                    <a:pt x="16" y="28"/>
                  </a:moveTo>
                  <a:cubicBezTo>
                    <a:pt x="9" y="28"/>
                    <a:pt x="4" y="22"/>
                    <a:pt x="4" y="15"/>
                  </a:cubicBezTo>
                  <a:cubicBezTo>
                    <a:pt x="4" y="9"/>
                    <a:pt x="9" y="3"/>
                    <a:pt x="16" y="3"/>
                  </a:cubicBezTo>
                  <a:cubicBezTo>
                    <a:pt x="16" y="0"/>
                    <a:pt x="16" y="0"/>
                    <a:pt x="16" y="0"/>
                  </a:cubicBezTo>
                  <a:cubicBezTo>
                    <a:pt x="7" y="0"/>
                    <a:pt x="0" y="7"/>
                    <a:pt x="0" y="15"/>
                  </a:cubicBezTo>
                  <a:cubicBezTo>
                    <a:pt x="0" y="24"/>
                    <a:pt x="7" y="31"/>
                    <a:pt x="16" y="31"/>
                  </a:cubicBezTo>
                  <a:lnTo>
                    <a:pt x="16" y="28"/>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defTabSz="913686"/>
              <a:endParaRPr lang="en-GB" dirty="0">
                <a:solidFill>
                  <a:prstClr val="black"/>
                </a:solidFill>
              </a:endParaRPr>
            </a:p>
          </p:txBody>
        </p:sp>
        <p:sp>
          <p:nvSpPr>
            <p:cNvPr id="69" name="Freeform 20">
              <a:extLst>
                <a:ext uri="{FF2B5EF4-FFF2-40B4-BE49-F238E27FC236}">
                  <a16:creationId xmlns:a16="http://schemas.microsoft.com/office/drawing/2014/main" id="{23535D8D-B9EE-7AE6-B5B5-CB1B3E1A1F0D}"/>
                </a:ext>
              </a:extLst>
            </p:cNvPr>
            <p:cNvSpPr>
              <a:spLocks/>
            </p:cNvSpPr>
            <p:nvPr/>
          </p:nvSpPr>
          <p:spPr bwMode="auto">
            <a:xfrm>
              <a:off x="1195926" y="4817477"/>
              <a:ext cx="408491" cy="837272"/>
            </a:xfrm>
            <a:custGeom>
              <a:avLst/>
              <a:gdLst>
                <a:gd name="T0" fmla="*/ 0 w 15"/>
                <a:gd name="T1" fmla="*/ 3 h 31"/>
                <a:gd name="T2" fmla="*/ 12 w 15"/>
                <a:gd name="T3" fmla="*/ 15 h 31"/>
                <a:gd name="T4" fmla="*/ 0 w 15"/>
                <a:gd name="T5" fmla="*/ 28 h 31"/>
                <a:gd name="T6" fmla="*/ 0 w 15"/>
                <a:gd name="T7" fmla="*/ 31 h 31"/>
                <a:gd name="T8" fmla="*/ 15 w 15"/>
                <a:gd name="T9" fmla="*/ 15 h 31"/>
                <a:gd name="T10" fmla="*/ 0 w 15"/>
                <a:gd name="T11" fmla="*/ 0 h 31"/>
                <a:gd name="T12" fmla="*/ 0 w 15"/>
                <a:gd name="T13" fmla="*/ 3 h 31"/>
              </a:gdLst>
              <a:ahLst/>
              <a:cxnLst>
                <a:cxn ang="0">
                  <a:pos x="T0" y="T1"/>
                </a:cxn>
                <a:cxn ang="0">
                  <a:pos x="T2" y="T3"/>
                </a:cxn>
                <a:cxn ang="0">
                  <a:pos x="T4" y="T5"/>
                </a:cxn>
                <a:cxn ang="0">
                  <a:pos x="T6" y="T7"/>
                </a:cxn>
                <a:cxn ang="0">
                  <a:pos x="T8" y="T9"/>
                </a:cxn>
                <a:cxn ang="0">
                  <a:pos x="T10" y="T11"/>
                </a:cxn>
                <a:cxn ang="0">
                  <a:pos x="T12" y="T13"/>
                </a:cxn>
              </a:cxnLst>
              <a:rect l="0" t="0" r="r" b="b"/>
              <a:pathLst>
                <a:path w="15" h="31">
                  <a:moveTo>
                    <a:pt x="0" y="3"/>
                  </a:moveTo>
                  <a:cubicBezTo>
                    <a:pt x="7" y="3"/>
                    <a:pt x="12" y="9"/>
                    <a:pt x="12" y="15"/>
                  </a:cubicBezTo>
                  <a:cubicBezTo>
                    <a:pt x="12" y="22"/>
                    <a:pt x="7" y="28"/>
                    <a:pt x="0" y="28"/>
                  </a:cubicBezTo>
                  <a:cubicBezTo>
                    <a:pt x="0" y="31"/>
                    <a:pt x="0" y="31"/>
                    <a:pt x="0" y="31"/>
                  </a:cubicBezTo>
                  <a:cubicBezTo>
                    <a:pt x="8" y="31"/>
                    <a:pt x="15" y="24"/>
                    <a:pt x="15" y="15"/>
                  </a:cubicBezTo>
                  <a:cubicBezTo>
                    <a:pt x="15" y="7"/>
                    <a:pt x="8" y="0"/>
                    <a:pt x="0" y="0"/>
                  </a:cubicBezTo>
                  <a:lnTo>
                    <a:pt x="0" y="3"/>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defTabSz="913686"/>
              <a:endParaRPr lang="en-GB" dirty="0">
                <a:solidFill>
                  <a:prstClr val="black"/>
                </a:solidFill>
              </a:endParaRPr>
            </a:p>
          </p:txBody>
        </p:sp>
        <p:sp>
          <p:nvSpPr>
            <p:cNvPr id="70" name="Freeform 15">
              <a:extLst>
                <a:ext uri="{FF2B5EF4-FFF2-40B4-BE49-F238E27FC236}">
                  <a16:creationId xmlns:a16="http://schemas.microsoft.com/office/drawing/2014/main" id="{67DC797A-2C19-F6EF-7B42-51A31B260893}"/>
                </a:ext>
              </a:extLst>
            </p:cNvPr>
            <p:cNvSpPr>
              <a:spLocks/>
            </p:cNvSpPr>
            <p:nvPr/>
          </p:nvSpPr>
          <p:spPr bwMode="auto">
            <a:xfrm>
              <a:off x="1195926" y="2541729"/>
              <a:ext cx="408491" cy="838625"/>
            </a:xfrm>
            <a:custGeom>
              <a:avLst/>
              <a:gdLst>
                <a:gd name="T0" fmla="*/ 0 w 15"/>
                <a:gd name="T1" fmla="*/ 3 h 31"/>
                <a:gd name="T2" fmla="*/ 12 w 15"/>
                <a:gd name="T3" fmla="*/ 16 h 31"/>
                <a:gd name="T4" fmla="*/ 0 w 15"/>
                <a:gd name="T5" fmla="*/ 28 h 31"/>
                <a:gd name="T6" fmla="*/ 0 w 15"/>
                <a:gd name="T7" fmla="*/ 31 h 31"/>
                <a:gd name="T8" fmla="*/ 15 w 15"/>
                <a:gd name="T9" fmla="*/ 16 h 31"/>
                <a:gd name="T10" fmla="*/ 0 w 15"/>
                <a:gd name="T11" fmla="*/ 0 h 31"/>
                <a:gd name="T12" fmla="*/ 0 w 15"/>
                <a:gd name="T13" fmla="*/ 3 h 31"/>
              </a:gdLst>
              <a:ahLst/>
              <a:cxnLst>
                <a:cxn ang="0">
                  <a:pos x="T0" y="T1"/>
                </a:cxn>
                <a:cxn ang="0">
                  <a:pos x="T2" y="T3"/>
                </a:cxn>
                <a:cxn ang="0">
                  <a:pos x="T4" y="T5"/>
                </a:cxn>
                <a:cxn ang="0">
                  <a:pos x="T6" y="T7"/>
                </a:cxn>
                <a:cxn ang="0">
                  <a:pos x="T8" y="T9"/>
                </a:cxn>
                <a:cxn ang="0">
                  <a:pos x="T10" y="T11"/>
                </a:cxn>
                <a:cxn ang="0">
                  <a:pos x="T12" y="T13"/>
                </a:cxn>
              </a:cxnLst>
              <a:rect l="0" t="0" r="r" b="b"/>
              <a:pathLst>
                <a:path w="15" h="31">
                  <a:moveTo>
                    <a:pt x="0" y="3"/>
                  </a:moveTo>
                  <a:cubicBezTo>
                    <a:pt x="7" y="4"/>
                    <a:pt x="12" y="9"/>
                    <a:pt x="12" y="16"/>
                  </a:cubicBezTo>
                  <a:cubicBezTo>
                    <a:pt x="12" y="22"/>
                    <a:pt x="7" y="28"/>
                    <a:pt x="0" y="28"/>
                  </a:cubicBezTo>
                  <a:cubicBezTo>
                    <a:pt x="0" y="31"/>
                    <a:pt x="0" y="31"/>
                    <a:pt x="0" y="31"/>
                  </a:cubicBezTo>
                  <a:cubicBezTo>
                    <a:pt x="8" y="31"/>
                    <a:pt x="15" y="24"/>
                    <a:pt x="15" y="16"/>
                  </a:cubicBezTo>
                  <a:cubicBezTo>
                    <a:pt x="15" y="7"/>
                    <a:pt x="8" y="0"/>
                    <a:pt x="0" y="0"/>
                  </a:cubicBezTo>
                  <a:lnTo>
                    <a:pt x="0" y="3"/>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defTabSz="913686"/>
              <a:endParaRPr lang="en-GB" dirty="0">
                <a:solidFill>
                  <a:prstClr val="black"/>
                </a:solidFill>
              </a:endParaRPr>
            </a:p>
          </p:txBody>
        </p:sp>
        <p:sp>
          <p:nvSpPr>
            <p:cNvPr id="71" name="Freeform 16">
              <a:extLst>
                <a:ext uri="{FF2B5EF4-FFF2-40B4-BE49-F238E27FC236}">
                  <a16:creationId xmlns:a16="http://schemas.microsoft.com/office/drawing/2014/main" id="{27B0877C-A7B0-B7B4-9ACF-910048561D23}"/>
                </a:ext>
              </a:extLst>
            </p:cNvPr>
            <p:cNvSpPr>
              <a:spLocks/>
            </p:cNvSpPr>
            <p:nvPr/>
          </p:nvSpPr>
          <p:spPr bwMode="auto">
            <a:xfrm>
              <a:off x="760381" y="2541729"/>
              <a:ext cx="435544" cy="838625"/>
            </a:xfrm>
            <a:custGeom>
              <a:avLst/>
              <a:gdLst>
                <a:gd name="T0" fmla="*/ 16 w 16"/>
                <a:gd name="T1" fmla="*/ 28 h 31"/>
                <a:gd name="T2" fmla="*/ 4 w 16"/>
                <a:gd name="T3" fmla="*/ 16 h 31"/>
                <a:gd name="T4" fmla="*/ 16 w 16"/>
                <a:gd name="T5" fmla="*/ 3 h 31"/>
                <a:gd name="T6" fmla="*/ 16 w 16"/>
                <a:gd name="T7" fmla="*/ 0 h 31"/>
                <a:gd name="T8" fmla="*/ 0 w 16"/>
                <a:gd name="T9" fmla="*/ 16 h 31"/>
                <a:gd name="T10" fmla="*/ 16 w 16"/>
                <a:gd name="T11" fmla="*/ 31 h 31"/>
                <a:gd name="T12" fmla="*/ 16 w 16"/>
                <a:gd name="T13" fmla="*/ 28 h 31"/>
              </a:gdLst>
              <a:ahLst/>
              <a:cxnLst>
                <a:cxn ang="0">
                  <a:pos x="T0" y="T1"/>
                </a:cxn>
                <a:cxn ang="0">
                  <a:pos x="T2" y="T3"/>
                </a:cxn>
                <a:cxn ang="0">
                  <a:pos x="T4" y="T5"/>
                </a:cxn>
                <a:cxn ang="0">
                  <a:pos x="T6" y="T7"/>
                </a:cxn>
                <a:cxn ang="0">
                  <a:pos x="T8" y="T9"/>
                </a:cxn>
                <a:cxn ang="0">
                  <a:pos x="T10" y="T11"/>
                </a:cxn>
                <a:cxn ang="0">
                  <a:pos x="T12" y="T13"/>
                </a:cxn>
              </a:cxnLst>
              <a:rect l="0" t="0" r="r" b="b"/>
              <a:pathLst>
                <a:path w="16" h="31">
                  <a:moveTo>
                    <a:pt x="16" y="28"/>
                  </a:moveTo>
                  <a:cubicBezTo>
                    <a:pt x="9" y="28"/>
                    <a:pt x="4" y="22"/>
                    <a:pt x="4" y="16"/>
                  </a:cubicBezTo>
                  <a:cubicBezTo>
                    <a:pt x="4" y="9"/>
                    <a:pt x="9" y="4"/>
                    <a:pt x="16" y="3"/>
                  </a:cubicBezTo>
                  <a:cubicBezTo>
                    <a:pt x="16" y="0"/>
                    <a:pt x="16" y="0"/>
                    <a:pt x="16" y="0"/>
                  </a:cubicBezTo>
                  <a:cubicBezTo>
                    <a:pt x="7" y="0"/>
                    <a:pt x="0" y="7"/>
                    <a:pt x="0" y="16"/>
                  </a:cubicBezTo>
                  <a:cubicBezTo>
                    <a:pt x="0" y="24"/>
                    <a:pt x="7" y="31"/>
                    <a:pt x="16" y="31"/>
                  </a:cubicBezTo>
                  <a:lnTo>
                    <a:pt x="16" y="28"/>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pPr defTabSz="913686"/>
              <a:endParaRPr lang="en-GB" dirty="0">
                <a:solidFill>
                  <a:prstClr val="black"/>
                </a:solidFill>
              </a:endParaRPr>
            </a:p>
          </p:txBody>
        </p:sp>
        <p:sp>
          <p:nvSpPr>
            <p:cNvPr id="72" name="Freeform 14">
              <a:extLst>
                <a:ext uri="{FF2B5EF4-FFF2-40B4-BE49-F238E27FC236}">
                  <a16:creationId xmlns:a16="http://schemas.microsoft.com/office/drawing/2014/main" id="{F53AC7F9-FA30-D81C-1874-B89A772C8C76}"/>
                </a:ext>
              </a:extLst>
            </p:cNvPr>
            <p:cNvSpPr>
              <a:spLocks/>
            </p:cNvSpPr>
            <p:nvPr/>
          </p:nvSpPr>
          <p:spPr bwMode="auto">
            <a:xfrm>
              <a:off x="760381" y="1784261"/>
              <a:ext cx="435544" cy="838625"/>
            </a:xfrm>
            <a:custGeom>
              <a:avLst/>
              <a:gdLst>
                <a:gd name="T0" fmla="*/ 16 w 16"/>
                <a:gd name="T1" fmla="*/ 28 h 31"/>
                <a:gd name="T2" fmla="*/ 4 w 16"/>
                <a:gd name="T3" fmla="*/ 16 h 31"/>
                <a:gd name="T4" fmla="*/ 16 w 16"/>
                <a:gd name="T5" fmla="*/ 4 h 31"/>
                <a:gd name="T6" fmla="*/ 16 w 16"/>
                <a:gd name="T7" fmla="*/ 0 h 31"/>
                <a:gd name="T8" fmla="*/ 0 w 16"/>
                <a:gd name="T9" fmla="*/ 16 h 31"/>
                <a:gd name="T10" fmla="*/ 16 w 16"/>
                <a:gd name="T11" fmla="*/ 31 h 31"/>
                <a:gd name="T12" fmla="*/ 16 w 16"/>
                <a:gd name="T13" fmla="*/ 28 h 31"/>
              </a:gdLst>
              <a:ahLst/>
              <a:cxnLst>
                <a:cxn ang="0">
                  <a:pos x="T0" y="T1"/>
                </a:cxn>
                <a:cxn ang="0">
                  <a:pos x="T2" y="T3"/>
                </a:cxn>
                <a:cxn ang="0">
                  <a:pos x="T4" y="T5"/>
                </a:cxn>
                <a:cxn ang="0">
                  <a:pos x="T6" y="T7"/>
                </a:cxn>
                <a:cxn ang="0">
                  <a:pos x="T8" y="T9"/>
                </a:cxn>
                <a:cxn ang="0">
                  <a:pos x="T10" y="T11"/>
                </a:cxn>
                <a:cxn ang="0">
                  <a:pos x="T12" y="T13"/>
                </a:cxn>
              </a:cxnLst>
              <a:rect l="0" t="0" r="r" b="b"/>
              <a:pathLst>
                <a:path w="16" h="31">
                  <a:moveTo>
                    <a:pt x="16" y="28"/>
                  </a:moveTo>
                  <a:cubicBezTo>
                    <a:pt x="9" y="28"/>
                    <a:pt x="4" y="22"/>
                    <a:pt x="4" y="16"/>
                  </a:cubicBezTo>
                  <a:cubicBezTo>
                    <a:pt x="4" y="9"/>
                    <a:pt x="9" y="4"/>
                    <a:pt x="16" y="4"/>
                  </a:cubicBezTo>
                  <a:cubicBezTo>
                    <a:pt x="16" y="0"/>
                    <a:pt x="16" y="0"/>
                    <a:pt x="16" y="0"/>
                  </a:cubicBezTo>
                  <a:cubicBezTo>
                    <a:pt x="7" y="0"/>
                    <a:pt x="0" y="7"/>
                    <a:pt x="0" y="16"/>
                  </a:cubicBezTo>
                  <a:cubicBezTo>
                    <a:pt x="0" y="24"/>
                    <a:pt x="7" y="31"/>
                    <a:pt x="16" y="31"/>
                  </a:cubicBezTo>
                  <a:lnTo>
                    <a:pt x="16" y="28"/>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defTabSz="913686"/>
              <a:endParaRPr lang="en-GB" dirty="0">
                <a:solidFill>
                  <a:prstClr val="black"/>
                </a:solidFill>
              </a:endParaRPr>
            </a:p>
          </p:txBody>
        </p:sp>
        <p:sp>
          <p:nvSpPr>
            <p:cNvPr id="73" name="Freeform 17">
              <a:extLst>
                <a:ext uri="{FF2B5EF4-FFF2-40B4-BE49-F238E27FC236}">
                  <a16:creationId xmlns:a16="http://schemas.microsoft.com/office/drawing/2014/main" id="{6DFC5B2C-C6DC-0298-DD5F-8D06600CC741}"/>
                </a:ext>
              </a:extLst>
            </p:cNvPr>
            <p:cNvSpPr>
              <a:spLocks/>
            </p:cNvSpPr>
            <p:nvPr/>
          </p:nvSpPr>
          <p:spPr bwMode="auto">
            <a:xfrm>
              <a:off x="1195926" y="1784261"/>
              <a:ext cx="408491" cy="838625"/>
            </a:xfrm>
            <a:custGeom>
              <a:avLst/>
              <a:gdLst>
                <a:gd name="T0" fmla="*/ 0 w 15"/>
                <a:gd name="T1" fmla="*/ 4 h 31"/>
                <a:gd name="T2" fmla="*/ 12 w 15"/>
                <a:gd name="T3" fmla="*/ 16 h 31"/>
                <a:gd name="T4" fmla="*/ 0 w 15"/>
                <a:gd name="T5" fmla="*/ 28 h 31"/>
                <a:gd name="T6" fmla="*/ 0 w 15"/>
                <a:gd name="T7" fmla="*/ 31 h 31"/>
                <a:gd name="T8" fmla="*/ 15 w 15"/>
                <a:gd name="T9" fmla="*/ 16 h 31"/>
                <a:gd name="T10" fmla="*/ 0 w 15"/>
                <a:gd name="T11" fmla="*/ 0 h 31"/>
                <a:gd name="T12" fmla="*/ 0 w 15"/>
                <a:gd name="T13" fmla="*/ 4 h 31"/>
              </a:gdLst>
              <a:ahLst/>
              <a:cxnLst>
                <a:cxn ang="0">
                  <a:pos x="T0" y="T1"/>
                </a:cxn>
                <a:cxn ang="0">
                  <a:pos x="T2" y="T3"/>
                </a:cxn>
                <a:cxn ang="0">
                  <a:pos x="T4" y="T5"/>
                </a:cxn>
                <a:cxn ang="0">
                  <a:pos x="T6" y="T7"/>
                </a:cxn>
                <a:cxn ang="0">
                  <a:pos x="T8" y="T9"/>
                </a:cxn>
                <a:cxn ang="0">
                  <a:pos x="T10" y="T11"/>
                </a:cxn>
                <a:cxn ang="0">
                  <a:pos x="T12" y="T13"/>
                </a:cxn>
              </a:cxnLst>
              <a:rect l="0" t="0" r="r" b="b"/>
              <a:pathLst>
                <a:path w="15" h="31">
                  <a:moveTo>
                    <a:pt x="0" y="4"/>
                  </a:moveTo>
                  <a:cubicBezTo>
                    <a:pt x="7" y="4"/>
                    <a:pt x="12" y="9"/>
                    <a:pt x="12" y="16"/>
                  </a:cubicBezTo>
                  <a:cubicBezTo>
                    <a:pt x="12" y="22"/>
                    <a:pt x="7" y="28"/>
                    <a:pt x="0" y="28"/>
                  </a:cubicBezTo>
                  <a:cubicBezTo>
                    <a:pt x="0" y="31"/>
                    <a:pt x="0" y="31"/>
                    <a:pt x="0" y="31"/>
                  </a:cubicBezTo>
                  <a:cubicBezTo>
                    <a:pt x="8" y="31"/>
                    <a:pt x="15" y="24"/>
                    <a:pt x="15" y="16"/>
                  </a:cubicBezTo>
                  <a:cubicBezTo>
                    <a:pt x="15" y="7"/>
                    <a:pt x="8" y="0"/>
                    <a:pt x="0" y="0"/>
                  </a:cubicBezTo>
                  <a:lnTo>
                    <a:pt x="0" y="4"/>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defTabSz="913686"/>
              <a:endParaRPr lang="en-GB" dirty="0">
                <a:solidFill>
                  <a:prstClr val="black"/>
                </a:solidFill>
              </a:endParaRPr>
            </a:p>
          </p:txBody>
        </p:sp>
        <p:sp>
          <p:nvSpPr>
            <p:cNvPr id="74" name="Freeform 18">
              <a:extLst>
                <a:ext uri="{FF2B5EF4-FFF2-40B4-BE49-F238E27FC236}">
                  <a16:creationId xmlns:a16="http://schemas.microsoft.com/office/drawing/2014/main" id="{DFAA20A5-46D8-6819-A178-9608E98E7978}"/>
                </a:ext>
              </a:extLst>
            </p:cNvPr>
            <p:cNvSpPr>
              <a:spLocks/>
            </p:cNvSpPr>
            <p:nvPr/>
          </p:nvSpPr>
          <p:spPr bwMode="auto">
            <a:xfrm>
              <a:off x="1195926" y="4055312"/>
              <a:ext cx="408491" cy="838625"/>
            </a:xfrm>
            <a:custGeom>
              <a:avLst/>
              <a:gdLst>
                <a:gd name="T0" fmla="*/ 0 w 15"/>
                <a:gd name="T1" fmla="*/ 3 h 31"/>
                <a:gd name="T2" fmla="*/ 12 w 15"/>
                <a:gd name="T3" fmla="*/ 15 h 31"/>
                <a:gd name="T4" fmla="*/ 0 w 15"/>
                <a:gd name="T5" fmla="*/ 28 h 31"/>
                <a:gd name="T6" fmla="*/ 0 w 15"/>
                <a:gd name="T7" fmla="*/ 31 h 31"/>
                <a:gd name="T8" fmla="*/ 15 w 15"/>
                <a:gd name="T9" fmla="*/ 15 h 31"/>
                <a:gd name="T10" fmla="*/ 0 w 15"/>
                <a:gd name="T11" fmla="*/ 0 h 31"/>
                <a:gd name="T12" fmla="*/ 0 w 15"/>
                <a:gd name="T13" fmla="*/ 3 h 31"/>
              </a:gdLst>
              <a:ahLst/>
              <a:cxnLst>
                <a:cxn ang="0">
                  <a:pos x="T0" y="T1"/>
                </a:cxn>
                <a:cxn ang="0">
                  <a:pos x="T2" y="T3"/>
                </a:cxn>
                <a:cxn ang="0">
                  <a:pos x="T4" y="T5"/>
                </a:cxn>
                <a:cxn ang="0">
                  <a:pos x="T6" y="T7"/>
                </a:cxn>
                <a:cxn ang="0">
                  <a:pos x="T8" y="T9"/>
                </a:cxn>
                <a:cxn ang="0">
                  <a:pos x="T10" y="T11"/>
                </a:cxn>
                <a:cxn ang="0">
                  <a:pos x="T12" y="T13"/>
                </a:cxn>
              </a:cxnLst>
              <a:rect l="0" t="0" r="r" b="b"/>
              <a:pathLst>
                <a:path w="15" h="31">
                  <a:moveTo>
                    <a:pt x="0" y="3"/>
                  </a:moveTo>
                  <a:cubicBezTo>
                    <a:pt x="7" y="3"/>
                    <a:pt x="12" y="9"/>
                    <a:pt x="12" y="15"/>
                  </a:cubicBezTo>
                  <a:cubicBezTo>
                    <a:pt x="12" y="22"/>
                    <a:pt x="7" y="27"/>
                    <a:pt x="0" y="28"/>
                  </a:cubicBezTo>
                  <a:cubicBezTo>
                    <a:pt x="0" y="31"/>
                    <a:pt x="0" y="31"/>
                    <a:pt x="0" y="31"/>
                  </a:cubicBezTo>
                  <a:cubicBezTo>
                    <a:pt x="8" y="31"/>
                    <a:pt x="15" y="24"/>
                    <a:pt x="15" y="15"/>
                  </a:cubicBezTo>
                  <a:cubicBezTo>
                    <a:pt x="15" y="7"/>
                    <a:pt x="8" y="0"/>
                    <a:pt x="0" y="0"/>
                  </a:cubicBezTo>
                  <a:lnTo>
                    <a:pt x="0" y="3"/>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defTabSz="913686"/>
              <a:endParaRPr lang="en-GB" dirty="0">
                <a:solidFill>
                  <a:prstClr val="black"/>
                </a:solidFill>
              </a:endParaRPr>
            </a:p>
          </p:txBody>
        </p:sp>
        <p:sp>
          <p:nvSpPr>
            <p:cNvPr id="75" name="Freeform 19">
              <a:extLst>
                <a:ext uri="{FF2B5EF4-FFF2-40B4-BE49-F238E27FC236}">
                  <a16:creationId xmlns:a16="http://schemas.microsoft.com/office/drawing/2014/main" id="{3C9D21D4-0754-6222-9679-B9FB68FA8223}"/>
                </a:ext>
              </a:extLst>
            </p:cNvPr>
            <p:cNvSpPr>
              <a:spLocks/>
            </p:cNvSpPr>
            <p:nvPr/>
          </p:nvSpPr>
          <p:spPr bwMode="auto">
            <a:xfrm>
              <a:off x="760381" y="4055312"/>
              <a:ext cx="435544" cy="838625"/>
            </a:xfrm>
            <a:custGeom>
              <a:avLst/>
              <a:gdLst>
                <a:gd name="T0" fmla="*/ 16 w 16"/>
                <a:gd name="T1" fmla="*/ 28 h 31"/>
                <a:gd name="T2" fmla="*/ 4 w 16"/>
                <a:gd name="T3" fmla="*/ 15 h 31"/>
                <a:gd name="T4" fmla="*/ 16 w 16"/>
                <a:gd name="T5" fmla="*/ 3 h 31"/>
                <a:gd name="T6" fmla="*/ 16 w 16"/>
                <a:gd name="T7" fmla="*/ 0 h 31"/>
                <a:gd name="T8" fmla="*/ 0 w 16"/>
                <a:gd name="T9" fmla="*/ 15 h 31"/>
                <a:gd name="T10" fmla="*/ 16 w 16"/>
                <a:gd name="T11" fmla="*/ 31 h 31"/>
                <a:gd name="T12" fmla="*/ 16 w 16"/>
                <a:gd name="T13" fmla="*/ 28 h 31"/>
              </a:gdLst>
              <a:ahLst/>
              <a:cxnLst>
                <a:cxn ang="0">
                  <a:pos x="T0" y="T1"/>
                </a:cxn>
                <a:cxn ang="0">
                  <a:pos x="T2" y="T3"/>
                </a:cxn>
                <a:cxn ang="0">
                  <a:pos x="T4" y="T5"/>
                </a:cxn>
                <a:cxn ang="0">
                  <a:pos x="T6" y="T7"/>
                </a:cxn>
                <a:cxn ang="0">
                  <a:pos x="T8" y="T9"/>
                </a:cxn>
                <a:cxn ang="0">
                  <a:pos x="T10" y="T11"/>
                </a:cxn>
                <a:cxn ang="0">
                  <a:pos x="T12" y="T13"/>
                </a:cxn>
              </a:cxnLst>
              <a:rect l="0" t="0" r="r" b="b"/>
              <a:pathLst>
                <a:path w="16" h="31">
                  <a:moveTo>
                    <a:pt x="16" y="28"/>
                  </a:moveTo>
                  <a:cubicBezTo>
                    <a:pt x="9" y="27"/>
                    <a:pt x="4" y="22"/>
                    <a:pt x="4" y="15"/>
                  </a:cubicBezTo>
                  <a:cubicBezTo>
                    <a:pt x="4" y="9"/>
                    <a:pt x="9" y="3"/>
                    <a:pt x="16" y="3"/>
                  </a:cubicBezTo>
                  <a:cubicBezTo>
                    <a:pt x="16" y="0"/>
                    <a:pt x="16" y="0"/>
                    <a:pt x="16" y="0"/>
                  </a:cubicBezTo>
                  <a:cubicBezTo>
                    <a:pt x="7" y="0"/>
                    <a:pt x="0" y="7"/>
                    <a:pt x="0" y="15"/>
                  </a:cubicBezTo>
                  <a:cubicBezTo>
                    <a:pt x="0" y="24"/>
                    <a:pt x="7" y="31"/>
                    <a:pt x="16" y="31"/>
                  </a:cubicBezTo>
                  <a:lnTo>
                    <a:pt x="16" y="28"/>
                  </a:ln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pPr defTabSz="913686"/>
              <a:endParaRPr lang="en-GB" dirty="0">
                <a:solidFill>
                  <a:prstClr val="black"/>
                </a:solidFill>
              </a:endParaRPr>
            </a:p>
          </p:txBody>
        </p:sp>
        <p:sp>
          <p:nvSpPr>
            <p:cNvPr id="76" name="Freeform 13">
              <a:extLst>
                <a:ext uri="{FF2B5EF4-FFF2-40B4-BE49-F238E27FC236}">
                  <a16:creationId xmlns:a16="http://schemas.microsoft.com/office/drawing/2014/main" id="{95435EEE-7570-41B9-BB19-4F3015C287E3}"/>
                </a:ext>
              </a:extLst>
            </p:cNvPr>
            <p:cNvSpPr>
              <a:spLocks/>
            </p:cNvSpPr>
            <p:nvPr/>
          </p:nvSpPr>
          <p:spPr bwMode="auto">
            <a:xfrm>
              <a:off x="760381" y="3299196"/>
              <a:ext cx="435544" cy="837272"/>
            </a:xfrm>
            <a:custGeom>
              <a:avLst/>
              <a:gdLst>
                <a:gd name="T0" fmla="*/ 16 w 16"/>
                <a:gd name="T1" fmla="*/ 28 h 31"/>
                <a:gd name="T2" fmla="*/ 4 w 16"/>
                <a:gd name="T3" fmla="*/ 15 h 31"/>
                <a:gd name="T4" fmla="*/ 16 w 16"/>
                <a:gd name="T5" fmla="*/ 3 h 31"/>
                <a:gd name="T6" fmla="*/ 16 w 16"/>
                <a:gd name="T7" fmla="*/ 0 h 31"/>
                <a:gd name="T8" fmla="*/ 0 w 16"/>
                <a:gd name="T9" fmla="*/ 15 h 31"/>
                <a:gd name="T10" fmla="*/ 16 w 16"/>
                <a:gd name="T11" fmla="*/ 31 h 31"/>
                <a:gd name="T12" fmla="*/ 16 w 16"/>
                <a:gd name="T13" fmla="*/ 28 h 31"/>
              </a:gdLst>
              <a:ahLst/>
              <a:cxnLst>
                <a:cxn ang="0">
                  <a:pos x="T0" y="T1"/>
                </a:cxn>
                <a:cxn ang="0">
                  <a:pos x="T2" y="T3"/>
                </a:cxn>
                <a:cxn ang="0">
                  <a:pos x="T4" y="T5"/>
                </a:cxn>
                <a:cxn ang="0">
                  <a:pos x="T6" y="T7"/>
                </a:cxn>
                <a:cxn ang="0">
                  <a:pos x="T8" y="T9"/>
                </a:cxn>
                <a:cxn ang="0">
                  <a:pos x="T10" y="T11"/>
                </a:cxn>
                <a:cxn ang="0">
                  <a:pos x="T12" y="T13"/>
                </a:cxn>
              </a:cxnLst>
              <a:rect l="0" t="0" r="r" b="b"/>
              <a:pathLst>
                <a:path w="16" h="31">
                  <a:moveTo>
                    <a:pt x="16" y="28"/>
                  </a:moveTo>
                  <a:cubicBezTo>
                    <a:pt x="9" y="28"/>
                    <a:pt x="4" y="22"/>
                    <a:pt x="4" y="15"/>
                  </a:cubicBezTo>
                  <a:cubicBezTo>
                    <a:pt x="4" y="9"/>
                    <a:pt x="9" y="3"/>
                    <a:pt x="16" y="3"/>
                  </a:cubicBezTo>
                  <a:cubicBezTo>
                    <a:pt x="16" y="0"/>
                    <a:pt x="16" y="0"/>
                    <a:pt x="16" y="0"/>
                  </a:cubicBezTo>
                  <a:cubicBezTo>
                    <a:pt x="7" y="0"/>
                    <a:pt x="0" y="7"/>
                    <a:pt x="0" y="15"/>
                  </a:cubicBezTo>
                  <a:cubicBezTo>
                    <a:pt x="0" y="24"/>
                    <a:pt x="7" y="31"/>
                    <a:pt x="16" y="31"/>
                  </a:cubicBezTo>
                  <a:lnTo>
                    <a:pt x="16" y="28"/>
                  </a:lnTo>
                  <a:close/>
                </a:path>
              </a:pathLst>
            </a:custGeom>
            <a:solidFill>
              <a:schemeClr val="bg2"/>
            </a:solidFill>
            <a:ln>
              <a:noFill/>
            </a:ln>
          </p:spPr>
          <p:txBody>
            <a:bodyPr vert="horz" wrap="square" lIns="91440" tIns="45720" rIns="91440" bIns="45720" numCol="1" anchor="t" anchorCtr="0" compatLnSpc="1">
              <a:prstTxWarp prst="textNoShape">
                <a:avLst/>
              </a:prstTxWarp>
            </a:bodyPr>
            <a:lstStyle/>
            <a:p>
              <a:pPr defTabSz="913686"/>
              <a:endParaRPr lang="en-GB" dirty="0">
                <a:solidFill>
                  <a:prstClr val="black"/>
                </a:solidFill>
              </a:endParaRPr>
            </a:p>
          </p:txBody>
        </p:sp>
        <p:sp>
          <p:nvSpPr>
            <p:cNvPr id="77" name="Freeform 20">
              <a:extLst>
                <a:ext uri="{FF2B5EF4-FFF2-40B4-BE49-F238E27FC236}">
                  <a16:creationId xmlns:a16="http://schemas.microsoft.com/office/drawing/2014/main" id="{9CA177E1-D8D6-0B6B-0022-4BE175EB73FE}"/>
                </a:ext>
              </a:extLst>
            </p:cNvPr>
            <p:cNvSpPr>
              <a:spLocks/>
            </p:cNvSpPr>
            <p:nvPr/>
          </p:nvSpPr>
          <p:spPr bwMode="auto">
            <a:xfrm>
              <a:off x="1195926" y="3299196"/>
              <a:ext cx="408491" cy="837272"/>
            </a:xfrm>
            <a:custGeom>
              <a:avLst/>
              <a:gdLst>
                <a:gd name="T0" fmla="*/ 0 w 15"/>
                <a:gd name="T1" fmla="*/ 3 h 31"/>
                <a:gd name="T2" fmla="*/ 12 w 15"/>
                <a:gd name="T3" fmla="*/ 15 h 31"/>
                <a:gd name="T4" fmla="*/ 0 w 15"/>
                <a:gd name="T5" fmla="*/ 28 h 31"/>
                <a:gd name="T6" fmla="*/ 0 w 15"/>
                <a:gd name="T7" fmla="*/ 31 h 31"/>
                <a:gd name="T8" fmla="*/ 15 w 15"/>
                <a:gd name="T9" fmla="*/ 15 h 31"/>
                <a:gd name="T10" fmla="*/ 0 w 15"/>
                <a:gd name="T11" fmla="*/ 0 h 31"/>
                <a:gd name="T12" fmla="*/ 0 w 15"/>
                <a:gd name="T13" fmla="*/ 3 h 31"/>
              </a:gdLst>
              <a:ahLst/>
              <a:cxnLst>
                <a:cxn ang="0">
                  <a:pos x="T0" y="T1"/>
                </a:cxn>
                <a:cxn ang="0">
                  <a:pos x="T2" y="T3"/>
                </a:cxn>
                <a:cxn ang="0">
                  <a:pos x="T4" y="T5"/>
                </a:cxn>
                <a:cxn ang="0">
                  <a:pos x="T6" y="T7"/>
                </a:cxn>
                <a:cxn ang="0">
                  <a:pos x="T8" y="T9"/>
                </a:cxn>
                <a:cxn ang="0">
                  <a:pos x="T10" y="T11"/>
                </a:cxn>
                <a:cxn ang="0">
                  <a:pos x="T12" y="T13"/>
                </a:cxn>
              </a:cxnLst>
              <a:rect l="0" t="0" r="r" b="b"/>
              <a:pathLst>
                <a:path w="15" h="31">
                  <a:moveTo>
                    <a:pt x="0" y="3"/>
                  </a:moveTo>
                  <a:cubicBezTo>
                    <a:pt x="7" y="3"/>
                    <a:pt x="12" y="9"/>
                    <a:pt x="12" y="15"/>
                  </a:cubicBezTo>
                  <a:cubicBezTo>
                    <a:pt x="12" y="22"/>
                    <a:pt x="7" y="28"/>
                    <a:pt x="0" y="28"/>
                  </a:cubicBezTo>
                  <a:cubicBezTo>
                    <a:pt x="0" y="31"/>
                    <a:pt x="0" y="31"/>
                    <a:pt x="0" y="31"/>
                  </a:cubicBezTo>
                  <a:cubicBezTo>
                    <a:pt x="8" y="31"/>
                    <a:pt x="15" y="24"/>
                    <a:pt x="15" y="15"/>
                  </a:cubicBezTo>
                  <a:cubicBezTo>
                    <a:pt x="15" y="7"/>
                    <a:pt x="8" y="0"/>
                    <a:pt x="0" y="0"/>
                  </a:cubicBezTo>
                  <a:lnTo>
                    <a:pt x="0" y="3"/>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pPr defTabSz="913686"/>
              <a:endParaRPr lang="en-GB" dirty="0">
                <a:solidFill>
                  <a:prstClr val="black"/>
                </a:solidFill>
              </a:endParaRPr>
            </a:p>
          </p:txBody>
        </p:sp>
        <p:sp>
          <p:nvSpPr>
            <p:cNvPr id="78" name="Arc 77">
              <a:extLst>
                <a:ext uri="{FF2B5EF4-FFF2-40B4-BE49-F238E27FC236}">
                  <a16:creationId xmlns:a16="http://schemas.microsoft.com/office/drawing/2014/main" id="{B1795AC6-A58F-8D52-1987-C7E945BFB0FD}"/>
                </a:ext>
              </a:extLst>
            </p:cNvPr>
            <p:cNvSpPr/>
            <p:nvPr/>
          </p:nvSpPr>
          <p:spPr>
            <a:xfrm>
              <a:off x="1242980" y="1841622"/>
              <a:ext cx="723900" cy="723900"/>
            </a:xfrm>
            <a:prstGeom prst="arc">
              <a:avLst>
                <a:gd name="adj1" fmla="val 16200000"/>
                <a:gd name="adj2" fmla="val 5438325"/>
              </a:avLst>
            </a:prstGeom>
            <a:ln w="63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defTabSz="913686"/>
              <a:endParaRPr lang="en-GB" dirty="0">
                <a:solidFill>
                  <a:prstClr val="black"/>
                </a:solidFill>
              </a:endParaRPr>
            </a:p>
          </p:txBody>
        </p:sp>
        <p:sp>
          <p:nvSpPr>
            <p:cNvPr id="79" name="Arc 78">
              <a:extLst>
                <a:ext uri="{FF2B5EF4-FFF2-40B4-BE49-F238E27FC236}">
                  <a16:creationId xmlns:a16="http://schemas.microsoft.com/office/drawing/2014/main" id="{0027D260-13EB-BA94-4F70-543364306FCB}"/>
                </a:ext>
              </a:extLst>
            </p:cNvPr>
            <p:cNvSpPr/>
            <p:nvPr/>
          </p:nvSpPr>
          <p:spPr>
            <a:xfrm>
              <a:off x="1242980" y="2599090"/>
              <a:ext cx="723900" cy="723900"/>
            </a:xfrm>
            <a:prstGeom prst="arc">
              <a:avLst>
                <a:gd name="adj1" fmla="val 16200000"/>
                <a:gd name="adj2" fmla="val 5438325"/>
              </a:avLst>
            </a:prstGeom>
            <a:ln w="63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defTabSz="913686"/>
              <a:endParaRPr lang="en-GB" dirty="0">
                <a:solidFill>
                  <a:prstClr val="black"/>
                </a:solidFill>
              </a:endParaRPr>
            </a:p>
          </p:txBody>
        </p:sp>
        <p:sp>
          <p:nvSpPr>
            <p:cNvPr id="80" name="Arc 79">
              <a:extLst>
                <a:ext uri="{FF2B5EF4-FFF2-40B4-BE49-F238E27FC236}">
                  <a16:creationId xmlns:a16="http://schemas.microsoft.com/office/drawing/2014/main" id="{1DF9F1B2-6BF9-E9F3-DF2E-F8305DB3DC61}"/>
                </a:ext>
              </a:extLst>
            </p:cNvPr>
            <p:cNvSpPr/>
            <p:nvPr/>
          </p:nvSpPr>
          <p:spPr>
            <a:xfrm>
              <a:off x="1242980" y="3355882"/>
              <a:ext cx="723900" cy="723900"/>
            </a:xfrm>
            <a:prstGeom prst="arc">
              <a:avLst>
                <a:gd name="adj1" fmla="val 16200000"/>
                <a:gd name="adj2" fmla="val 5438325"/>
              </a:avLst>
            </a:prstGeom>
            <a:ln w="63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defTabSz="913686"/>
              <a:endParaRPr lang="en-GB" dirty="0">
                <a:solidFill>
                  <a:prstClr val="black"/>
                </a:solidFill>
              </a:endParaRPr>
            </a:p>
          </p:txBody>
        </p:sp>
        <p:sp>
          <p:nvSpPr>
            <p:cNvPr id="81" name="Arc 80">
              <a:extLst>
                <a:ext uri="{FF2B5EF4-FFF2-40B4-BE49-F238E27FC236}">
                  <a16:creationId xmlns:a16="http://schemas.microsoft.com/office/drawing/2014/main" id="{0953186B-6BAE-D99F-FD69-720BD0E2647A}"/>
                </a:ext>
              </a:extLst>
            </p:cNvPr>
            <p:cNvSpPr/>
            <p:nvPr/>
          </p:nvSpPr>
          <p:spPr>
            <a:xfrm>
              <a:off x="1242980" y="4112673"/>
              <a:ext cx="723900" cy="723900"/>
            </a:xfrm>
            <a:prstGeom prst="arc">
              <a:avLst>
                <a:gd name="adj1" fmla="val 16200000"/>
                <a:gd name="adj2" fmla="val 5438325"/>
              </a:avLst>
            </a:prstGeom>
            <a:ln w="63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defTabSz="913686"/>
              <a:endParaRPr lang="en-GB" dirty="0">
                <a:solidFill>
                  <a:prstClr val="black"/>
                </a:solidFill>
              </a:endParaRPr>
            </a:p>
          </p:txBody>
        </p:sp>
        <p:sp>
          <p:nvSpPr>
            <p:cNvPr id="82" name="Arc 81">
              <a:extLst>
                <a:ext uri="{FF2B5EF4-FFF2-40B4-BE49-F238E27FC236}">
                  <a16:creationId xmlns:a16="http://schemas.microsoft.com/office/drawing/2014/main" id="{11670E30-A647-68D8-4FF2-20A5D7B1B191}"/>
                </a:ext>
              </a:extLst>
            </p:cNvPr>
            <p:cNvSpPr/>
            <p:nvPr/>
          </p:nvSpPr>
          <p:spPr>
            <a:xfrm>
              <a:off x="1242980" y="4874163"/>
              <a:ext cx="723900" cy="723900"/>
            </a:xfrm>
            <a:prstGeom prst="arc">
              <a:avLst>
                <a:gd name="adj1" fmla="val 16200000"/>
                <a:gd name="adj2" fmla="val 5438325"/>
              </a:avLst>
            </a:prstGeom>
            <a:ln w="63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defTabSz="913686"/>
              <a:endParaRPr lang="en-GB" dirty="0">
                <a:solidFill>
                  <a:prstClr val="black"/>
                </a:solidFill>
              </a:endParaRPr>
            </a:p>
          </p:txBody>
        </p:sp>
        <p:sp>
          <p:nvSpPr>
            <p:cNvPr id="83" name="Arc 82">
              <a:extLst>
                <a:ext uri="{FF2B5EF4-FFF2-40B4-BE49-F238E27FC236}">
                  <a16:creationId xmlns:a16="http://schemas.microsoft.com/office/drawing/2014/main" id="{B1190AC1-1798-6660-7124-3459FDD1FA50}"/>
                </a:ext>
              </a:extLst>
            </p:cNvPr>
            <p:cNvSpPr/>
            <p:nvPr/>
          </p:nvSpPr>
          <p:spPr>
            <a:xfrm>
              <a:off x="1242980" y="5636909"/>
              <a:ext cx="723900" cy="723900"/>
            </a:xfrm>
            <a:prstGeom prst="arc">
              <a:avLst>
                <a:gd name="adj1" fmla="val 16200000"/>
                <a:gd name="adj2" fmla="val 5438325"/>
              </a:avLst>
            </a:prstGeom>
            <a:ln w="635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defTabSz="913686"/>
              <a:endParaRPr lang="en-GB" dirty="0">
                <a:solidFill>
                  <a:prstClr val="black"/>
                </a:solidFill>
              </a:endParaRPr>
            </a:p>
          </p:txBody>
        </p:sp>
        <p:sp>
          <p:nvSpPr>
            <p:cNvPr id="90" name="TextBox 89">
              <a:extLst>
                <a:ext uri="{FF2B5EF4-FFF2-40B4-BE49-F238E27FC236}">
                  <a16:creationId xmlns:a16="http://schemas.microsoft.com/office/drawing/2014/main" id="{877F76AC-F6A6-4F0B-88B3-2FCFE7D69DE5}"/>
                </a:ext>
              </a:extLst>
            </p:cNvPr>
            <p:cNvSpPr txBox="1"/>
            <p:nvPr/>
          </p:nvSpPr>
          <p:spPr>
            <a:xfrm>
              <a:off x="1065379" y="2065074"/>
              <a:ext cx="234038" cy="276999"/>
            </a:xfrm>
            <a:prstGeom prst="rect">
              <a:avLst/>
            </a:prstGeom>
            <a:noFill/>
            <a:ln w="34925">
              <a:noFill/>
              <a:round/>
            </a:ln>
          </p:spPr>
          <p:txBody>
            <a:bodyPr wrap="none" lIns="0" tIns="0" rIns="0" bIns="0" rtlCol="0">
              <a:spAutoFit/>
            </a:bodyPr>
            <a:lstStyle/>
            <a:p>
              <a:pPr algn="ctr" defTabSz="913686"/>
              <a:r>
                <a:rPr lang="en-US" dirty="0">
                  <a:solidFill>
                    <a:srgbClr val="86BC25"/>
                  </a:solidFill>
                </a:rPr>
                <a:t>01</a:t>
              </a:r>
            </a:p>
          </p:txBody>
        </p:sp>
        <p:sp>
          <p:nvSpPr>
            <p:cNvPr id="91" name="TextBox 90">
              <a:extLst>
                <a:ext uri="{FF2B5EF4-FFF2-40B4-BE49-F238E27FC236}">
                  <a16:creationId xmlns:a16="http://schemas.microsoft.com/office/drawing/2014/main" id="{C2C3F74E-A265-D9C8-FA85-BF49CCE777B7}"/>
                </a:ext>
              </a:extLst>
            </p:cNvPr>
            <p:cNvSpPr txBox="1"/>
            <p:nvPr/>
          </p:nvSpPr>
          <p:spPr>
            <a:xfrm>
              <a:off x="1065379" y="2822542"/>
              <a:ext cx="234038" cy="276999"/>
            </a:xfrm>
            <a:prstGeom prst="rect">
              <a:avLst/>
            </a:prstGeom>
            <a:noFill/>
            <a:ln w="34925">
              <a:noFill/>
              <a:round/>
            </a:ln>
          </p:spPr>
          <p:txBody>
            <a:bodyPr wrap="none" lIns="0" tIns="0" rIns="0" bIns="0" rtlCol="0">
              <a:spAutoFit/>
            </a:bodyPr>
            <a:lstStyle/>
            <a:p>
              <a:pPr algn="ctr" defTabSz="913686"/>
              <a:r>
                <a:rPr lang="en-US" dirty="0">
                  <a:solidFill>
                    <a:srgbClr val="00A3E0"/>
                  </a:solidFill>
                </a:rPr>
                <a:t>02</a:t>
              </a:r>
            </a:p>
          </p:txBody>
        </p:sp>
        <p:sp>
          <p:nvSpPr>
            <p:cNvPr id="92" name="TextBox 91">
              <a:extLst>
                <a:ext uri="{FF2B5EF4-FFF2-40B4-BE49-F238E27FC236}">
                  <a16:creationId xmlns:a16="http://schemas.microsoft.com/office/drawing/2014/main" id="{D15838F1-6BB8-54B0-A2A2-F4F1AAAC2F0A}"/>
                </a:ext>
              </a:extLst>
            </p:cNvPr>
            <p:cNvSpPr txBox="1"/>
            <p:nvPr/>
          </p:nvSpPr>
          <p:spPr>
            <a:xfrm>
              <a:off x="1065379" y="3579334"/>
              <a:ext cx="234038" cy="276999"/>
            </a:xfrm>
            <a:prstGeom prst="rect">
              <a:avLst/>
            </a:prstGeom>
            <a:noFill/>
            <a:ln w="34925">
              <a:noFill/>
              <a:round/>
            </a:ln>
          </p:spPr>
          <p:txBody>
            <a:bodyPr wrap="none" lIns="0" tIns="0" rIns="0" bIns="0" rtlCol="0">
              <a:spAutoFit/>
            </a:bodyPr>
            <a:lstStyle/>
            <a:p>
              <a:pPr algn="ctr" defTabSz="913686"/>
              <a:r>
                <a:rPr lang="en-US" dirty="0">
                  <a:solidFill>
                    <a:srgbClr val="2C5234"/>
                  </a:solidFill>
                </a:rPr>
                <a:t>03</a:t>
              </a:r>
            </a:p>
          </p:txBody>
        </p:sp>
        <p:sp>
          <p:nvSpPr>
            <p:cNvPr id="93" name="TextBox 92">
              <a:extLst>
                <a:ext uri="{FF2B5EF4-FFF2-40B4-BE49-F238E27FC236}">
                  <a16:creationId xmlns:a16="http://schemas.microsoft.com/office/drawing/2014/main" id="{466ECB13-7BB6-777C-1DAF-EEB719310C2E}"/>
                </a:ext>
              </a:extLst>
            </p:cNvPr>
            <p:cNvSpPr txBox="1"/>
            <p:nvPr/>
          </p:nvSpPr>
          <p:spPr>
            <a:xfrm>
              <a:off x="1065379" y="4336125"/>
              <a:ext cx="234038" cy="276999"/>
            </a:xfrm>
            <a:prstGeom prst="rect">
              <a:avLst/>
            </a:prstGeom>
            <a:noFill/>
            <a:ln w="34925">
              <a:noFill/>
              <a:round/>
            </a:ln>
          </p:spPr>
          <p:txBody>
            <a:bodyPr wrap="none" lIns="0" tIns="0" rIns="0" bIns="0" rtlCol="0">
              <a:spAutoFit/>
            </a:bodyPr>
            <a:lstStyle/>
            <a:p>
              <a:pPr algn="ctr" defTabSz="913686"/>
              <a:r>
                <a:rPr lang="en-US" dirty="0">
                  <a:solidFill>
                    <a:srgbClr val="012169"/>
                  </a:solidFill>
                </a:rPr>
                <a:t>04</a:t>
              </a:r>
            </a:p>
          </p:txBody>
        </p:sp>
        <p:sp>
          <p:nvSpPr>
            <p:cNvPr id="94" name="TextBox 93">
              <a:extLst>
                <a:ext uri="{FF2B5EF4-FFF2-40B4-BE49-F238E27FC236}">
                  <a16:creationId xmlns:a16="http://schemas.microsoft.com/office/drawing/2014/main" id="{11263CCF-B183-7928-4F74-7C44541EF404}"/>
                </a:ext>
              </a:extLst>
            </p:cNvPr>
            <p:cNvSpPr txBox="1"/>
            <p:nvPr/>
          </p:nvSpPr>
          <p:spPr>
            <a:xfrm>
              <a:off x="1065379" y="5097615"/>
              <a:ext cx="234038" cy="276999"/>
            </a:xfrm>
            <a:prstGeom prst="rect">
              <a:avLst/>
            </a:prstGeom>
            <a:noFill/>
            <a:ln w="34925">
              <a:noFill/>
              <a:round/>
            </a:ln>
          </p:spPr>
          <p:txBody>
            <a:bodyPr wrap="none" lIns="0" tIns="0" rIns="0" bIns="0" rtlCol="0">
              <a:spAutoFit/>
            </a:bodyPr>
            <a:lstStyle/>
            <a:p>
              <a:pPr algn="ctr" defTabSz="913686"/>
              <a:r>
                <a:rPr lang="en-US" dirty="0">
                  <a:solidFill>
                    <a:srgbClr val="0097A9"/>
                  </a:solidFill>
                </a:rPr>
                <a:t>05</a:t>
              </a:r>
            </a:p>
          </p:txBody>
        </p:sp>
        <p:sp>
          <p:nvSpPr>
            <p:cNvPr id="95" name="TextBox 94">
              <a:extLst>
                <a:ext uri="{FF2B5EF4-FFF2-40B4-BE49-F238E27FC236}">
                  <a16:creationId xmlns:a16="http://schemas.microsoft.com/office/drawing/2014/main" id="{57D3E827-A2D0-E6C8-F551-EF01EE09EAE8}"/>
                </a:ext>
              </a:extLst>
            </p:cNvPr>
            <p:cNvSpPr txBox="1"/>
            <p:nvPr/>
          </p:nvSpPr>
          <p:spPr>
            <a:xfrm>
              <a:off x="1065379" y="5860361"/>
              <a:ext cx="234038" cy="276999"/>
            </a:xfrm>
            <a:prstGeom prst="rect">
              <a:avLst/>
            </a:prstGeom>
            <a:noFill/>
            <a:ln w="34925">
              <a:noFill/>
              <a:round/>
            </a:ln>
          </p:spPr>
          <p:txBody>
            <a:bodyPr wrap="none" lIns="0" tIns="0" rIns="0" bIns="0" rtlCol="0">
              <a:spAutoFit/>
            </a:bodyPr>
            <a:lstStyle/>
            <a:p>
              <a:pPr algn="ctr" defTabSz="913686"/>
              <a:r>
                <a:rPr lang="en-US" dirty="0">
                  <a:solidFill>
                    <a:srgbClr val="44546A"/>
                  </a:solidFill>
                </a:rPr>
                <a:t>06</a:t>
              </a:r>
            </a:p>
          </p:txBody>
        </p:sp>
      </p:grpSp>
      <p:sp>
        <p:nvSpPr>
          <p:cNvPr id="96" name="Rectangle 95">
            <a:extLst>
              <a:ext uri="{FF2B5EF4-FFF2-40B4-BE49-F238E27FC236}">
                <a16:creationId xmlns:a16="http://schemas.microsoft.com/office/drawing/2014/main" id="{C607011A-0966-A95A-6925-75ABB3F59A42}"/>
              </a:ext>
            </a:extLst>
          </p:cNvPr>
          <p:cNvSpPr/>
          <p:nvPr/>
        </p:nvSpPr>
        <p:spPr bwMode="gray">
          <a:xfrm>
            <a:off x="2737345" y="1784261"/>
            <a:ext cx="9836642" cy="757468"/>
          </a:xfrm>
          <a:prstGeom prst="rect">
            <a:avLst/>
          </a:prstGeom>
          <a:solidFill>
            <a:srgbClr val="86BC25">
              <a:alpha val="10196"/>
            </a:srgbClr>
          </a:solidFill>
          <a:ln w="19050" algn="ctr">
            <a:solidFill>
              <a:srgbClr val="86BC25"/>
            </a:solidFill>
            <a:miter lim="800000"/>
            <a:headEnd/>
            <a:tailEnd/>
          </a:ln>
        </p:spPr>
        <p:txBody>
          <a:bodyPr wrap="square" lIns="88900" tIns="88900" rIns="88900" bIns="88900" rtlCol="0" anchor="ctr"/>
          <a:lstStyle/>
          <a:p>
            <a:pPr>
              <a:lnSpc>
                <a:spcPct val="106000"/>
              </a:lnSpc>
              <a:buFont typeface="Wingdings 2" pitchFamily="18" charset="2"/>
              <a:buNone/>
            </a:pPr>
            <a:r>
              <a:rPr lang="en-US" sz="1600" b="1" dirty="0"/>
              <a:t>Delays in receiving approval </a:t>
            </a:r>
            <a:r>
              <a:rPr lang="en-US" sz="1600" dirty="0"/>
              <a:t>on financial administration bylaws and employee administration bylaws, thereby limiting the Commission’s technical, administrative, and financial potential.</a:t>
            </a:r>
          </a:p>
        </p:txBody>
      </p:sp>
      <p:sp>
        <p:nvSpPr>
          <p:cNvPr id="98" name="Rectangle 97">
            <a:extLst>
              <a:ext uri="{FF2B5EF4-FFF2-40B4-BE49-F238E27FC236}">
                <a16:creationId xmlns:a16="http://schemas.microsoft.com/office/drawing/2014/main" id="{54E25A74-2DE8-32EB-6630-AAC8DD2BCBBE}"/>
              </a:ext>
            </a:extLst>
          </p:cNvPr>
          <p:cNvSpPr/>
          <p:nvPr/>
        </p:nvSpPr>
        <p:spPr bwMode="gray">
          <a:xfrm>
            <a:off x="2737345" y="2617071"/>
            <a:ext cx="9836642" cy="757468"/>
          </a:xfrm>
          <a:prstGeom prst="rect">
            <a:avLst/>
          </a:prstGeom>
          <a:solidFill>
            <a:srgbClr val="62B5E5">
              <a:alpha val="10196"/>
            </a:srgbClr>
          </a:solidFill>
          <a:ln w="19050" algn="ctr">
            <a:solidFill>
              <a:srgbClr val="93CCED"/>
            </a:solidFill>
            <a:miter lim="800000"/>
            <a:headEnd/>
            <a:tailEnd/>
          </a:ln>
        </p:spPr>
        <p:txBody>
          <a:bodyPr wrap="square" lIns="88900" tIns="88900" rIns="88900" bIns="88900" rtlCol="0" anchor="ctr"/>
          <a:lstStyle/>
          <a:p>
            <a:pPr>
              <a:lnSpc>
                <a:spcPct val="106000"/>
              </a:lnSpc>
              <a:buFont typeface="Wingdings 2" pitchFamily="18" charset="2"/>
              <a:buNone/>
            </a:pPr>
            <a:r>
              <a:rPr lang="en-US" sz="1600" b="1" dirty="0"/>
              <a:t>Lack of adequate workforce </a:t>
            </a:r>
            <a:r>
              <a:rPr lang="en-US" sz="1600" dirty="0"/>
              <a:t>affecting management of office for full functioning of the Commission.</a:t>
            </a:r>
          </a:p>
        </p:txBody>
      </p:sp>
      <p:sp>
        <p:nvSpPr>
          <p:cNvPr id="99" name="Rectangle 98">
            <a:extLst>
              <a:ext uri="{FF2B5EF4-FFF2-40B4-BE49-F238E27FC236}">
                <a16:creationId xmlns:a16="http://schemas.microsoft.com/office/drawing/2014/main" id="{7F0EB702-A7E8-338F-6834-CA6654E2757A}"/>
              </a:ext>
            </a:extLst>
          </p:cNvPr>
          <p:cNvSpPr/>
          <p:nvPr/>
        </p:nvSpPr>
        <p:spPr bwMode="gray">
          <a:xfrm>
            <a:off x="2737345" y="3449881"/>
            <a:ext cx="9836642" cy="757468"/>
          </a:xfrm>
          <a:prstGeom prst="rect">
            <a:avLst/>
          </a:prstGeom>
          <a:solidFill>
            <a:srgbClr val="046A38">
              <a:alpha val="10196"/>
            </a:srgbClr>
          </a:solidFill>
          <a:ln w="19050" algn="ctr">
            <a:solidFill>
              <a:srgbClr val="046A38"/>
            </a:solidFill>
            <a:miter lim="800000"/>
            <a:headEnd/>
            <a:tailEnd/>
          </a:ln>
        </p:spPr>
        <p:txBody>
          <a:bodyPr wrap="square" lIns="88900" tIns="88900" rIns="88900" bIns="88900" rtlCol="0" anchor="ctr"/>
          <a:lstStyle/>
          <a:p>
            <a:pPr>
              <a:lnSpc>
                <a:spcPct val="106000"/>
              </a:lnSpc>
              <a:buFont typeface="Wingdings 2" pitchFamily="18" charset="2"/>
              <a:buNone/>
            </a:pPr>
            <a:r>
              <a:rPr lang="en-US" sz="1600" b="1" dirty="0"/>
              <a:t>Communication gap </a:t>
            </a:r>
            <a:r>
              <a:rPr lang="en-US" sz="1600" dirty="0"/>
              <a:t>with respect to apprising Commission's authority, role and responsibility to stakeholders.</a:t>
            </a:r>
          </a:p>
        </p:txBody>
      </p:sp>
      <p:sp>
        <p:nvSpPr>
          <p:cNvPr id="100" name="Rectangle 99">
            <a:extLst>
              <a:ext uri="{FF2B5EF4-FFF2-40B4-BE49-F238E27FC236}">
                <a16:creationId xmlns:a16="http://schemas.microsoft.com/office/drawing/2014/main" id="{99149A90-2705-32C4-DAA8-F89ABE06CF57}"/>
              </a:ext>
            </a:extLst>
          </p:cNvPr>
          <p:cNvSpPr/>
          <p:nvPr/>
        </p:nvSpPr>
        <p:spPr bwMode="gray">
          <a:xfrm>
            <a:off x="2737345" y="4282691"/>
            <a:ext cx="9836642" cy="757468"/>
          </a:xfrm>
          <a:prstGeom prst="rect">
            <a:avLst/>
          </a:prstGeom>
          <a:solidFill>
            <a:srgbClr val="012169">
              <a:alpha val="10196"/>
            </a:srgbClr>
          </a:solidFill>
          <a:ln w="19050" algn="ctr">
            <a:solidFill>
              <a:srgbClr val="012169"/>
            </a:solidFill>
            <a:miter lim="800000"/>
            <a:headEnd/>
            <a:tailEnd/>
          </a:ln>
        </p:spPr>
        <p:txBody>
          <a:bodyPr wrap="square" lIns="88900" tIns="88900" rIns="88900" bIns="88900" rtlCol="0" anchor="ctr"/>
          <a:lstStyle/>
          <a:p>
            <a:pPr>
              <a:lnSpc>
                <a:spcPct val="106000"/>
              </a:lnSpc>
              <a:buFont typeface="Wingdings 2" pitchFamily="18" charset="2"/>
              <a:buNone/>
            </a:pPr>
            <a:r>
              <a:rPr lang="en-US" sz="1600" b="1" dirty="0"/>
              <a:t>Issues in effectively managing</a:t>
            </a:r>
            <a:r>
              <a:rPr lang="en-US" sz="1600" dirty="0"/>
              <a:t> regulatory instruments; </a:t>
            </a:r>
            <a:r>
              <a:rPr lang="en-US" sz="1600" b="1" dirty="0"/>
              <a:t>delay in managing petitions</a:t>
            </a:r>
            <a:r>
              <a:rPr lang="en-US" sz="1600" dirty="0"/>
              <a:t>; processing files in a transparent manner.</a:t>
            </a:r>
          </a:p>
        </p:txBody>
      </p:sp>
      <p:sp>
        <p:nvSpPr>
          <p:cNvPr id="101" name="Rectangle 100">
            <a:extLst>
              <a:ext uri="{FF2B5EF4-FFF2-40B4-BE49-F238E27FC236}">
                <a16:creationId xmlns:a16="http://schemas.microsoft.com/office/drawing/2014/main" id="{CF82A5EB-19DF-5B75-6713-5E7729447876}"/>
              </a:ext>
            </a:extLst>
          </p:cNvPr>
          <p:cNvSpPr/>
          <p:nvPr/>
        </p:nvSpPr>
        <p:spPr bwMode="gray">
          <a:xfrm>
            <a:off x="2737345" y="5115501"/>
            <a:ext cx="9836642" cy="757468"/>
          </a:xfrm>
          <a:prstGeom prst="rect">
            <a:avLst/>
          </a:prstGeom>
          <a:solidFill>
            <a:srgbClr val="0097A9">
              <a:alpha val="10196"/>
            </a:srgbClr>
          </a:solidFill>
          <a:ln w="19050" algn="ctr">
            <a:solidFill>
              <a:srgbClr val="0097A9"/>
            </a:solidFill>
            <a:miter lim="800000"/>
            <a:headEnd/>
            <a:tailEnd/>
          </a:ln>
        </p:spPr>
        <p:txBody>
          <a:bodyPr wrap="square" lIns="88900" tIns="88900" rIns="88900" bIns="88900" rtlCol="0" anchor="ctr"/>
          <a:lstStyle/>
          <a:p>
            <a:pPr>
              <a:lnSpc>
                <a:spcPct val="106000"/>
              </a:lnSpc>
              <a:buFont typeface="Wingdings 2" pitchFamily="18" charset="2"/>
              <a:buNone/>
            </a:pPr>
            <a:r>
              <a:rPr lang="en-US" sz="1600" b="1" dirty="0"/>
              <a:t>Limited movement</a:t>
            </a:r>
            <a:r>
              <a:rPr lang="en-US" sz="1600" dirty="0"/>
              <a:t> on issues related to </a:t>
            </a:r>
            <a:r>
              <a:rPr lang="en-US" sz="1600" b="1" dirty="0"/>
              <a:t>power sector reform, open access in the transmission network, wholesale competition</a:t>
            </a:r>
            <a:r>
              <a:rPr lang="en-US" sz="1600" dirty="0"/>
              <a:t>, and the </a:t>
            </a:r>
            <a:r>
              <a:rPr lang="en-US" sz="1600" b="1" dirty="0"/>
              <a:t>determination of T&amp;D</a:t>
            </a:r>
            <a:r>
              <a:rPr lang="en-US" sz="1600" dirty="0"/>
              <a:t> (wheeling) </a:t>
            </a:r>
            <a:r>
              <a:rPr lang="en-US" sz="1600" b="1" dirty="0"/>
              <a:t>charges.</a:t>
            </a:r>
          </a:p>
        </p:txBody>
      </p:sp>
      <p:sp>
        <p:nvSpPr>
          <p:cNvPr id="102" name="Rectangle 101">
            <a:extLst>
              <a:ext uri="{FF2B5EF4-FFF2-40B4-BE49-F238E27FC236}">
                <a16:creationId xmlns:a16="http://schemas.microsoft.com/office/drawing/2014/main" id="{7C75E7D3-7EB7-926E-0D68-1C37D46BE961}"/>
              </a:ext>
            </a:extLst>
          </p:cNvPr>
          <p:cNvSpPr/>
          <p:nvPr/>
        </p:nvSpPr>
        <p:spPr bwMode="gray">
          <a:xfrm>
            <a:off x="2737345" y="5948312"/>
            <a:ext cx="9836642" cy="811385"/>
          </a:xfrm>
          <a:prstGeom prst="rect">
            <a:avLst/>
          </a:prstGeom>
          <a:solidFill>
            <a:srgbClr val="53565A">
              <a:alpha val="10196"/>
            </a:srgbClr>
          </a:solidFill>
          <a:ln w="19050" algn="ctr">
            <a:solidFill>
              <a:srgbClr val="53565A"/>
            </a:solidFill>
            <a:miter lim="800000"/>
            <a:headEnd/>
            <a:tailEnd/>
          </a:ln>
        </p:spPr>
        <p:txBody>
          <a:bodyPr wrap="square" lIns="88900" tIns="88900" rIns="88900" bIns="88900" rtlCol="0" anchor="ctr"/>
          <a:lstStyle/>
          <a:p>
            <a:pPr>
              <a:lnSpc>
                <a:spcPct val="106000"/>
              </a:lnSpc>
              <a:buFont typeface="Wingdings 2" pitchFamily="18" charset="2"/>
              <a:buNone/>
            </a:pPr>
            <a:r>
              <a:rPr lang="en-US" sz="1600" b="1" dirty="0"/>
              <a:t>Current limitations in ability to review and amend provisions </a:t>
            </a:r>
            <a:r>
              <a:rPr lang="en-US" sz="1600" dirty="0"/>
              <a:t>relating to </a:t>
            </a:r>
            <a:r>
              <a:rPr lang="en-US" sz="1600" b="1" dirty="0"/>
              <a:t>electricity consumer tariffs, power purchase agreements, pre-approval of public share issuances</a:t>
            </a:r>
            <a:r>
              <a:rPr lang="en-US" sz="1600" dirty="0"/>
              <a:t>, etc.</a:t>
            </a:r>
          </a:p>
        </p:txBody>
      </p:sp>
      <p:sp>
        <p:nvSpPr>
          <p:cNvPr id="104" name="TextBox 103">
            <a:extLst>
              <a:ext uri="{FF2B5EF4-FFF2-40B4-BE49-F238E27FC236}">
                <a16:creationId xmlns:a16="http://schemas.microsoft.com/office/drawing/2014/main" id="{7314B4B6-CB1D-BC98-3D61-EC4409040963}"/>
              </a:ext>
            </a:extLst>
          </p:cNvPr>
          <p:cNvSpPr txBox="1"/>
          <p:nvPr/>
        </p:nvSpPr>
        <p:spPr>
          <a:xfrm>
            <a:off x="462709" y="897820"/>
            <a:ext cx="12111278" cy="584775"/>
          </a:xfrm>
          <a:prstGeom prst="rect">
            <a:avLst/>
          </a:prstGeom>
          <a:noFill/>
        </p:spPr>
        <p:txBody>
          <a:bodyPr wrap="square">
            <a:spAutoFit/>
          </a:bodyPr>
          <a:lstStyle/>
          <a:p>
            <a:r>
              <a:rPr lang="en-US" sz="1600" dirty="0"/>
              <a:t>Review of the current situation of the electricity sector including evaluation of past work of the Commission indicates following major gaps/ challenges as per the ERC Five Year Roadmap (2024-25 to 2028-29):</a:t>
            </a:r>
          </a:p>
        </p:txBody>
      </p:sp>
    </p:spTree>
    <p:extLst>
      <p:ext uri="{BB962C8B-B14F-4D97-AF65-F5344CB8AC3E}">
        <p14:creationId xmlns:p14="http://schemas.microsoft.com/office/powerpoint/2010/main" val="3461072034"/>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E36C9C-4B73-CBB3-D4FA-7726C4F51E05}"/>
            </a:ext>
          </a:extLst>
        </p:cNvPr>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A0E42AD9-A9EE-D1C8-1491-547848D0FB34}"/>
              </a:ext>
            </a:extLst>
          </p:cNvPr>
          <p:cNvGraphicFramePr>
            <a:graphicFrameLocks noChangeAspect="1"/>
          </p:cNvGraphicFramePr>
          <p:nvPr>
            <p:custDataLst>
              <p:tags r:id="rId1"/>
            </p:custDataLst>
            <p:extLst>
              <p:ext uri="{D42A27DB-BD31-4B8C-83A1-F6EECF244321}">
                <p14:modId xmlns:p14="http://schemas.microsoft.com/office/powerpoint/2010/main" val="3724783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6" name="Object 5" hidden="1">
                        <a:extLst>
                          <a:ext uri="{FF2B5EF4-FFF2-40B4-BE49-F238E27FC236}">
                            <a16:creationId xmlns:a16="http://schemas.microsoft.com/office/drawing/2014/main" id="{A0E42AD9-A9EE-D1C8-1491-547848D0FB3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76" name="Rectangle 75">
            <a:extLst>
              <a:ext uri="{FF2B5EF4-FFF2-40B4-BE49-F238E27FC236}">
                <a16:creationId xmlns:a16="http://schemas.microsoft.com/office/drawing/2014/main" id="{2CE8C0E8-C61E-FD61-9629-4FF499B082C9}"/>
              </a:ext>
            </a:extLst>
          </p:cNvPr>
          <p:cNvSpPr/>
          <p:nvPr/>
        </p:nvSpPr>
        <p:spPr bwMode="gray">
          <a:xfrm>
            <a:off x="11016" y="1802979"/>
            <a:ext cx="13422505" cy="5409738"/>
          </a:xfrm>
          <a:prstGeom prst="rect">
            <a:avLst/>
          </a:prstGeom>
          <a:solidFill>
            <a:schemeClr val="accent2">
              <a:alpha val="5098"/>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3" name="Title 2">
            <a:extLst>
              <a:ext uri="{FF2B5EF4-FFF2-40B4-BE49-F238E27FC236}">
                <a16:creationId xmlns:a16="http://schemas.microsoft.com/office/drawing/2014/main" id="{612158ED-7142-A2FF-F667-24A0828A828C}"/>
              </a:ext>
            </a:extLst>
          </p:cNvPr>
          <p:cNvSpPr>
            <a:spLocks noGrp="1"/>
          </p:cNvSpPr>
          <p:nvPr>
            <p:ph type="title"/>
          </p:nvPr>
        </p:nvSpPr>
        <p:spPr/>
        <p:txBody>
          <a:bodyPr vert="horz"/>
          <a:lstStyle/>
          <a:p>
            <a:r>
              <a:rPr lang="en-IN" dirty="0"/>
              <a:t>Key Intended Outcomes of the Roadmap</a:t>
            </a:r>
          </a:p>
        </p:txBody>
      </p:sp>
      <p:grpSp>
        <p:nvGrpSpPr>
          <p:cNvPr id="73" name="Group 72">
            <a:extLst>
              <a:ext uri="{FF2B5EF4-FFF2-40B4-BE49-F238E27FC236}">
                <a16:creationId xmlns:a16="http://schemas.microsoft.com/office/drawing/2014/main" id="{59FC4BDB-42C1-509B-26BD-F712F12BE1DC}"/>
              </a:ext>
            </a:extLst>
          </p:cNvPr>
          <p:cNvGrpSpPr/>
          <p:nvPr/>
        </p:nvGrpSpPr>
        <p:grpSpPr>
          <a:xfrm>
            <a:off x="11017" y="1734067"/>
            <a:ext cx="12697047" cy="5614186"/>
            <a:chOff x="179060" y="1282373"/>
            <a:chExt cx="12309107" cy="5261646"/>
          </a:xfrm>
        </p:grpSpPr>
        <p:grpSp>
          <p:nvGrpSpPr>
            <p:cNvPr id="68" name="Group 67">
              <a:extLst>
                <a:ext uri="{FF2B5EF4-FFF2-40B4-BE49-F238E27FC236}">
                  <a16:creationId xmlns:a16="http://schemas.microsoft.com/office/drawing/2014/main" id="{CE283EF9-6C33-00DD-20E6-E433A6060BD1}"/>
                </a:ext>
              </a:extLst>
            </p:cNvPr>
            <p:cNvGrpSpPr/>
            <p:nvPr/>
          </p:nvGrpSpPr>
          <p:grpSpPr>
            <a:xfrm>
              <a:off x="179060" y="1282373"/>
              <a:ext cx="12309107" cy="5261646"/>
              <a:chOff x="179061" y="1282373"/>
              <a:chExt cx="10428288" cy="4735513"/>
            </a:xfrm>
          </p:grpSpPr>
          <p:sp>
            <p:nvSpPr>
              <p:cNvPr id="13" name="Rectangle 6">
                <a:extLst>
                  <a:ext uri="{FF2B5EF4-FFF2-40B4-BE49-F238E27FC236}">
                    <a16:creationId xmlns:a16="http://schemas.microsoft.com/office/drawing/2014/main" id="{1EF256BA-6289-234C-C434-E8ED2FD88804}"/>
                  </a:ext>
                </a:extLst>
              </p:cNvPr>
              <p:cNvSpPr>
                <a:spLocks noChangeArrowheads="1"/>
              </p:cNvSpPr>
              <p:nvPr/>
            </p:nvSpPr>
            <p:spPr bwMode="auto">
              <a:xfrm>
                <a:off x="3019099" y="1366510"/>
                <a:ext cx="1447800" cy="795338"/>
              </a:xfrm>
              <a:prstGeom prst="rect">
                <a:avLst/>
              </a:prstGeom>
              <a:solidFill>
                <a:srgbClr val="696B7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14" name="Rectangle 7">
                <a:extLst>
                  <a:ext uri="{FF2B5EF4-FFF2-40B4-BE49-F238E27FC236}">
                    <a16:creationId xmlns:a16="http://schemas.microsoft.com/office/drawing/2014/main" id="{1A5AB599-8467-468E-A34B-C410F32E5C40}"/>
                  </a:ext>
                </a:extLst>
              </p:cNvPr>
              <p:cNvSpPr>
                <a:spLocks noChangeArrowheads="1"/>
              </p:cNvSpPr>
              <p:nvPr/>
            </p:nvSpPr>
            <p:spPr bwMode="auto">
              <a:xfrm>
                <a:off x="3569961" y="1377623"/>
                <a:ext cx="7037388" cy="795338"/>
              </a:xfrm>
              <a:prstGeom prst="rect">
                <a:avLst/>
              </a:prstGeom>
              <a:noFill/>
              <a:ln w="22225" cap="flat">
                <a:solidFill>
                  <a:srgbClr val="696B7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600"/>
              </a:p>
            </p:txBody>
          </p:sp>
          <p:sp>
            <p:nvSpPr>
              <p:cNvPr id="15" name="Rectangle 8">
                <a:extLst>
                  <a:ext uri="{FF2B5EF4-FFF2-40B4-BE49-F238E27FC236}">
                    <a16:creationId xmlns:a16="http://schemas.microsoft.com/office/drawing/2014/main" id="{2A9D26D4-5AB2-6A5A-98A6-936337C169C0}"/>
                  </a:ext>
                </a:extLst>
              </p:cNvPr>
              <p:cNvSpPr>
                <a:spLocks noChangeArrowheads="1"/>
              </p:cNvSpPr>
              <p:nvPr/>
            </p:nvSpPr>
            <p:spPr bwMode="auto">
              <a:xfrm>
                <a:off x="4168450" y="2314248"/>
                <a:ext cx="687388" cy="795338"/>
              </a:xfrm>
              <a:prstGeom prst="rect">
                <a:avLst/>
              </a:prstGeom>
              <a:solidFill>
                <a:srgbClr val="9AD3CE"/>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16" name="Rectangle 9">
                <a:extLst>
                  <a:ext uri="{FF2B5EF4-FFF2-40B4-BE49-F238E27FC236}">
                    <a16:creationId xmlns:a16="http://schemas.microsoft.com/office/drawing/2014/main" id="{1A95528B-DB19-A932-A21C-DAD3DAB181BD}"/>
                  </a:ext>
                </a:extLst>
              </p:cNvPr>
              <p:cNvSpPr>
                <a:spLocks noChangeArrowheads="1"/>
              </p:cNvSpPr>
              <p:nvPr/>
            </p:nvSpPr>
            <p:spPr bwMode="auto">
              <a:xfrm>
                <a:off x="4168449" y="2314248"/>
                <a:ext cx="6438900" cy="795338"/>
              </a:xfrm>
              <a:prstGeom prst="rect">
                <a:avLst/>
              </a:prstGeom>
              <a:noFill/>
              <a:ln w="22225" cap="flat">
                <a:solidFill>
                  <a:srgbClr val="9AD3CE"/>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600"/>
              </a:p>
            </p:txBody>
          </p:sp>
          <p:sp>
            <p:nvSpPr>
              <p:cNvPr id="17" name="Rectangle 10">
                <a:extLst>
                  <a:ext uri="{FF2B5EF4-FFF2-40B4-BE49-F238E27FC236}">
                    <a16:creationId xmlns:a16="http://schemas.microsoft.com/office/drawing/2014/main" id="{5C80E7EB-BED0-2A2F-46F0-22ECF9284255}"/>
                  </a:ext>
                </a:extLst>
              </p:cNvPr>
              <p:cNvSpPr>
                <a:spLocks noChangeArrowheads="1"/>
              </p:cNvSpPr>
              <p:nvPr/>
            </p:nvSpPr>
            <p:spPr bwMode="auto">
              <a:xfrm>
                <a:off x="4089074" y="3250873"/>
                <a:ext cx="1026697" cy="796925"/>
              </a:xfrm>
              <a:prstGeom prst="rect">
                <a:avLst/>
              </a:prstGeom>
              <a:solidFill>
                <a:srgbClr val="7FBE2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18" name="Rectangle 11">
                <a:extLst>
                  <a:ext uri="{FF2B5EF4-FFF2-40B4-BE49-F238E27FC236}">
                    <a16:creationId xmlns:a16="http://schemas.microsoft.com/office/drawing/2014/main" id="{0D38C057-0149-09BB-5D5C-D7828A9E78D2}"/>
                  </a:ext>
                </a:extLst>
              </p:cNvPr>
              <p:cNvSpPr>
                <a:spLocks noChangeArrowheads="1"/>
              </p:cNvSpPr>
              <p:nvPr/>
            </p:nvSpPr>
            <p:spPr bwMode="auto">
              <a:xfrm>
                <a:off x="4444674" y="3250873"/>
                <a:ext cx="6162675" cy="796925"/>
              </a:xfrm>
              <a:prstGeom prst="rect">
                <a:avLst/>
              </a:prstGeom>
              <a:noFill/>
              <a:ln w="22225" cap="flat">
                <a:solidFill>
                  <a:srgbClr val="7FBE26"/>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600"/>
              </a:p>
            </p:txBody>
          </p:sp>
          <p:sp>
            <p:nvSpPr>
              <p:cNvPr id="19" name="Rectangle 12">
                <a:extLst>
                  <a:ext uri="{FF2B5EF4-FFF2-40B4-BE49-F238E27FC236}">
                    <a16:creationId xmlns:a16="http://schemas.microsoft.com/office/drawing/2014/main" id="{308D047E-5F88-9EB3-38D7-49EE5DD8D8CD}"/>
                  </a:ext>
                </a:extLst>
              </p:cNvPr>
              <p:cNvSpPr>
                <a:spLocks noChangeArrowheads="1"/>
              </p:cNvSpPr>
              <p:nvPr/>
            </p:nvSpPr>
            <p:spPr bwMode="auto">
              <a:xfrm>
                <a:off x="3722361" y="4189085"/>
                <a:ext cx="1189038" cy="795338"/>
              </a:xfrm>
              <a:prstGeom prst="rect">
                <a:avLst/>
              </a:prstGeom>
              <a:solidFill>
                <a:srgbClr val="00AA3A"/>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20" name="Rectangle 13">
                <a:extLst>
                  <a:ext uri="{FF2B5EF4-FFF2-40B4-BE49-F238E27FC236}">
                    <a16:creationId xmlns:a16="http://schemas.microsoft.com/office/drawing/2014/main" id="{293C8960-4C6E-5CB0-975A-51EFAC6AF713}"/>
                  </a:ext>
                </a:extLst>
              </p:cNvPr>
              <p:cNvSpPr>
                <a:spLocks noChangeArrowheads="1"/>
              </p:cNvSpPr>
              <p:nvPr/>
            </p:nvSpPr>
            <p:spPr bwMode="auto">
              <a:xfrm>
                <a:off x="4027161" y="4189085"/>
                <a:ext cx="6580188" cy="795338"/>
              </a:xfrm>
              <a:prstGeom prst="rect">
                <a:avLst/>
              </a:prstGeom>
              <a:noFill/>
              <a:ln w="22225" cap="flat">
                <a:solidFill>
                  <a:srgbClr val="00AA3A"/>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600"/>
              </a:p>
            </p:txBody>
          </p:sp>
          <p:sp>
            <p:nvSpPr>
              <p:cNvPr id="21" name="Rectangle 14">
                <a:extLst>
                  <a:ext uri="{FF2B5EF4-FFF2-40B4-BE49-F238E27FC236}">
                    <a16:creationId xmlns:a16="http://schemas.microsoft.com/office/drawing/2014/main" id="{48496B2E-F310-0EA9-4EA9-954F296E237C}"/>
                  </a:ext>
                </a:extLst>
              </p:cNvPr>
              <p:cNvSpPr>
                <a:spLocks noChangeArrowheads="1"/>
              </p:cNvSpPr>
              <p:nvPr/>
            </p:nvSpPr>
            <p:spPr bwMode="auto">
              <a:xfrm>
                <a:off x="2495224" y="5125710"/>
                <a:ext cx="1971675" cy="795338"/>
              </a:xfrm>
              <a:prstGeom prst="rect">
                <a:avLst/>
              </a:prstGeom>
              <a:solidFill>
                <a:srgbClr val="96989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22" name="Rectangle 15">
                <a:extLst>
                  <a:ext uri="{FF2B5EF4-FFF2-40B4-BE49-F238E27FC236}">
                    <a16:creationId xmlns:a16="http://schemas.microsoft.com/office/drawing/2014/main" id="{02AD82A2-BFA8-E936-900F-1F03A7EFD88E}"/>
                  </a:ext>
                </a:extLst>
              </p:cNvPr>
              <p:cNvSpPr>
                <a:spLocks noChangeArrowheads="1"/>
              </p:cNvSpPr>
              <p:nvPr/>
            </p:nvSpPr>
            <p:spPr bwMode="auto">
              <a:xfrm>
                <a:off x="2634924" y="5125710"/>
                <a:ext cx="7972425" cy="795338"/>
              </a:xfrm>
              <a:prstGeom prst="rect">
                <a:avLst/>
              </a:prstGeom>
              <a:noFill/>
              <a:ln w="22225" cap="flat">
                <a:solidFill>
                  <a:srgbClr val="96989B"/>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sz="1600"/>
              </a:p>
            </p:txBody>
          </p:sp>
          <p:sp>
            <p:nvSpPr>
              <p:cNvPr id="23" name="Oval 16">
                <a:extLst>
                  <a:ext uri="{FF2B5EF4-FFF2-40B4-BE49-F238E27FC236}">
                    <a16:creationId xmlns:a16="http://schemas.microsoft.com/office/drawing/2014/main" id="{8BF4F39A-4D57-1DA5-2C52-F7B3859A1893}"/>
                  </a:ext>
                </a:extLst>
              </p:cNvPr>
              <p:cNvSpPr>
                <a:spLocks noChangeArrowheads="1"/>
              </p:cNvSpPr>
              <p:nvPr/>
            </p:nvSpPr>
            <p:spPr bwMode="auto">
              <a:xfrm>
                <a:off x="179061" y="1282373"/>
                <a:ext cx="4564063" cy="4735513"/>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24" name="Freeform 17">
                <a:extLst>
                  <a:ext uri="{FF2B5EF4-FFF2-40B4-BE49-F238E27FC236}">
                    <a16:creationId xmlns:a16="http://schemas.microsoft.com/office/drawing/2014/main" id="{75F04770-A307-8B57-8F10-741D038AF63E}"/>
                  </a:ext>
                </a:extLst>
              </p:cNvPr>
              <p:cNvSpPr>
                <a:spLocks/>
              </p:cNvSpPr>
              <p:nvPr/>
            </p:nvSpPr>
            <p:spPr bwMode="auto">
              <a:xfrm>
                <a:off x="2950836" y="5317798"/>
                <a:ext cx="207963" cy="207963"/>
              </a:xfrm>
              <a:custGeom>
                <a:avLst/>
                <a:gdLst>
                  <a:gd name="T0" fmla="*/ 34 w 37"/>
                  <a:gd name="T1" fmla="*/ 14 h 37"/>
                  <a:gd name="T2" fmla="*/ 24 w 37"/>
                  <a:gd name="T3" fmla="*/ 34 h 37"/>
                  <a:gd name="T4" fmla="*/ 3 w 37"/>
                  <a:gd name="T5" fmla="*/ 24 h 37"/>
                  <a:gd name="T6" fmla="*/ 14 w 37"/>
                  <a:gd name="T7" fmla="*/ 3 h 37"/>
                  <a:gd name="T8" fmla="*/ 34 w 37"/>
                  <a:gd name="T9" fmla="*/ 14 h 37"/>
                </a:gdLst>
                <a:ahLst/>
                <a:cxnLst>
                  <a:cxn ang="0">
                    <a:pos x="T0" y="T1"/>
                  </a:cxn>
                  <a:cxn ang="0">
                    <a:pos x="T2" y="T3"/>
                  </a:cxn>
                  <a:cxn ang="0">
                    <a:pos x="T4" y="T5"/>
                  </a:cxn>
                  <a:cxn ang="0">
                    <a:pos x="T6" y="T7"/>
                  </a:cxn>
                  <a:cxn ang="0">
                    <a:pos x="T8" y="T9"/>
                  </a:cxn>
                </a:cxnLst>
                <a:rect l="0" t="0" r="r" b="b"/>
                <a:pathLst>
                  <a:path w="37" h="37">
                    <a:moveTo>
                      <a:pt x="34" y="14"/>
                    </a:moveTo>
                    <a:cubicBezTo>
                      <a:pt x="37" y="22"/>
                      <a:pt x="32" y="32"/>
                      <a:pt x="24" y="34"/>
                    </a:cubicBezTo>
                    <a:cubicBezTo>
                      <a:pt x="15" y="37"/>
                      <a:pt x="6" y="32"/>
                      <a:pt x="3" y="24"/>
                    </a:cubicBezTo>
                    <a:cubicBezTo>
                      <a:pt x="0" y="15"/>
                      <a:pt x="5" y="6"/>
                      <a:pt x="14" y="3"/>
                    </a:cubicBezTo>
                    <a:cubicBezTo>
                      <a:pt x="22" y="0"/>
                      <a:pt x="31" y="5"/>
                      <a:pt x="34" y="14"/>
                    </a:cubicBezTo>
                    <a:close/>
                  </a:path>
                </a:pathLst>
              </a:custGeom>
              <a:solidFill>
                <a:srgbClr val="9698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25" name="Freeform 18">
                <a:extLst>
                  <a:ext uri="{FF2B5EF4-FFF2-40B4-BE49-F238E27FC236}">
                    <a16:creationId xmlns:a16="http://schemas.microsoft.com/office/drawing/2014/main" id="{D19054A4-1B2B-8C8D-3691-FB1F1A011C31}"/>
                  </a:ext>
                </a:extLst>
              </p:cNvPr>
              <p:cNvSpPr>
                <a:spLocks/>
              </p:cNvSpPr>
              <p:nvPr/>
            </p:nvSpPr>
            <p:spPr bwMode="auto">
              <a:xfrm>
                <a:off x="3903336" y="4622473"/>
                <a:ext cx="214313" cy="209550"/>
              </a:xfrm>
              <a:custGeom>
                <a:avLst/>
                <a:gdLst>
                  <a:gd name="T0" fmla="*/ 29 w 38"/>
                  <a:gd name="T1" fmla="*/ 6 h 37"/>
                  <a:gd name="T2" fmla="*/ 32 w 38"/>
                  <a:gd name="T3" fmla="*/ 28 h 37"/>
                  <a:gd name="T4" fmla="*/ 9 w 38"/>
                  <a:gd name="T5" fmla="*/ 32 h 37"/>
                  <a:gd name="T6" fmla="*/ 6 w 38"/>
                  <a:gd name="T7" fmla="*/ 9 h 37"/>
                  <a:gd name="T8" fmla="*/ 29 w 38"/>
                  <a:gd name="T9" fmla="*/ 6 h 37"/>
                </a:gdLst>
                <a:ahLst/>
                <a:cxnLst>
                  <a:cxn ang="0">
                    <a:pos x="T0" y="T1"/>
                  </a:cxn>
                  <a:cxn ang="0">
                    <a:pos x="T2" y="T3"/>
                  </a:cxn>
                  <a:cxn ang="0">
                    <a:pos x="T4" y="T5"/>
                  </a:cxn>
                  <a:cxn ang="0">
                    <a:pos x="T6" y="T7"/>
                  </a:cxn>
                  <a:cxn ang="0">
                    <a:pos x="T8" y="T9"/>
                  </a:cxn>
                </a:cxnLst>
                <a:rect l="0" t="0" r="r" b="b"/>
                <a:pathLst>
                  <a:path w="38" h="37">
                    <a:moveTo>
                      <a:pt x="29" y="6"/>
                    </a:moveTo>
                    <a:cubicBezTo>
                      <a:pt x="36" y="11"/>
                      <a:pt x="38" y="21"/>
                      <a:pt x="32" y="28"/>
                    </a:cubicBezTo>
                    <a:cubicBezTo>
                      <a:pt x="27" y="36"/>
                      <a:pt x="17" y="37"/>
                      <a:pt x="9" y="32"/>
                    </a:cubicBezTo>
                    <a:cubicBezTo>
                      <a:pt x="2" y="27"/>
                      <a:pt x="0" y="16"/>
                      <a:pt x="6" y="9"/>
                    </a:cubicBezTo>
                    <a:cubicBezTo>
                      <a:pt x="11" y="2"/>
                      <a:pt x="21" y="0"/>
                      <a:pt x="29" y="6"/>
                    </a:cubicBezTo>
                    <a:close/>
                  </a:path>
                </a:pathLst>
              </a:custGeom>
              <a:solidFill>
                <a:srgbClr val="00AA3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26" name="Oval 19">
                <a:extLst>
                  <a:ext uri="{FF2B5EF4-FFF2-40B4-BE49-F238E27FC236}">
                    <a16:creationId xmlns:a16="http://schemas.microsoft.com/office/drawing/2014/main" id="{E80139FC-167D-74B7-B563-000EC9829A8C}"/>
                  </a:ext>
                </a:extLst>
              </p:cNvPr>
              <p:cNvSpPr>
                <a:spLocks noChangeArrowheads="1"/>
              </p:cNvSpPr>
              <p:nvPr/>
            </p:nvSpPr>
            <p:spPr bwMode="auto">
              <a:xfrm>
                <a:off x="4281161" y="3511223"/>
                <a:ext cx="185738" cy="185738"/>
              </a:xfrm>
              <a:prstGeom prst="ellipse">
                <a:avLst/>
              </a:prstGeom>
              <a:solidFill>
                <a:srgbClr val="7FBE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27" name="Freeform 20">
                <a:extLst>
                  <a:ext uri="{FF2B5EF4-FFF2-40B4-BE49-F238E27FC236}">
                    <a16:creationId xmlns:a16="http://schemas.microsoft.com/office/drawing/2014/main" id="{85D1AF54-BFA8-F790-FCC9-76EC6114AD28}"/>
                  </a:ext>
                </a:extLst>
              </p:cNvPr>
              <p:cNvSpPr>
                <a:spLocks/>
              </p:cNvSpPr>
              <p:nvPr/>
            </p:nvSpPr>
            <p:spPr bwMode="auto">
              <a:xfrm>
                <a:off x="3903336" y="2376160"/>
                <a:ext cx="214313" cy="209550"/>
              </a:xfrm>
              <a:custGeom>
                <a:avLst/>
                <a:gdLst>
                  <a:gd name="T0" fmla="*/ 9 w 38"/>
                  <a:gd name="T1" fmla="*/ 6 h 37"/>
                  <a:gd name="T2" fmla="*/ 32 w 38"/>
                  <a:gd name="T3" fmla="*/ 9 h 37"/>
                  <a:gd name="T4" fmla="*/ 29 w 38"/>
                  <a:gd name="T5" fmla="*/ 32 h 37"/>
                  <a:gd name="T6" fmla="*/ 6 w 38"/>
                  <a:gd name="T7" fmla="*/ 29 h 37"/>
                  <a:gd name="T8" fmla="*/ 9 w 38"/>
                  <a:gd name="T9" fmla="*/ 6 h 37"/>
                </a:gdLst>
                <a:ahLst/>
                <a:cxnLst>
                  <a:cxn ang="0">
                    <a:pos x="T0" y="T1"/>
                  </a:cxn>
                  <a:cxn ang="0">
                    <a:pos x="T2" y="T3"/>
                  </a:cxn>
                  <a:cxn ang="0">
                    <a:pos x="T4" y="T5"/>
                  </a:cxn>
                  <a:cxn ang="0">
                    <a:pos x="T6" y="T7"/>
                  </a:cxn>
                  <a:cxn ang="0">
                    <a:pos x="T8" y="T9"/>
                  </a:cxn>
                </a:cxnLst>
                <a:rect l="0" t="0" r="r" b="b"/>
                <a:pathLst>
                  <a:path w="38" h="37">
                    <a:moveTo>
                      <a:pt x="9" y="6"/>
                    </a:moveTo>
                    <a:cubicBezTo>
                      <a:pt x="17" y="0"/>
                      <a:pt x="27" y="2"/>
                      <a:pt x="32" y="9"/>
                    </a:cubicBezTo>
                    <a:cubicBezTo>
                      <a:pt x="38" y="17"/>
                      <a:pt x="36" y="27"/>
                      <a:pt x="29" y="32"/>
                    </a:cubicBezTo>
                    <a:cubicBezTo>
                      <a:pt x="21" y="37"/>
                      <a:pt x="11" y="36"/>
                      <a:pt x="6" y="29"/>
                    </a:cubicBezTo>
                    <a:cubicBezTo>
                      <a:pt x="0" y="21"/>
                      <a:pt x="2" y="11"/>
                      <a:pt x="9" y="6"/>
                    </a:cubicBezTo>
                    <a:close/>
                  </a:path>
                </a:pathLst>
              </a:custGeom>
              <a:solidFill>
                <a:srgbClr val="9AD3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28" name="Freeform 21">
                <a:extLst>
                  <a:ext uri="{FF2B5EF4-FFF2-40B4-BE49-F238E27FC236}">
                    <a16:creationId xmlns:a16="http://schemas.microsoft.com/office/drawing/2014/main" id="{FE68A7F7-C5E5-6B95-229A-D44606318905}"/>
                  </a:ext>
                </a:extLst>
              </p:cNvPr>
              <p:cNvSpPr>
                <a:spLocks/>
              </p:cNvSpPr>
              <p:nvPr/>
            </p:nvSpPr>
            <p:spPr bwMode="auto">
              <a:xfrm>
                <a:off x="2950836" y="1682423"/>
                <a:ext cx="207963" cy="207963"/>
              </a:xfrm>
              <a:custGeom>
                <a:avLst/>
                <a:gdLst>
                  <a:gd name="T0" fmla="*/ 3 w 37"/>
                  <a:gd name="T1" fmla="*/ 14 h 37"/>
                  <a:gd name="T2" fmla="*/ 24 w 37"/>
                  <a:gd name="T3" fmla="*/ 3 h 37"/>
                  <a:gd name="T4" fmla="*/ 34 w 37"/>
                  <a:gd name="T5" fmla="*/ 24 h 37"/>
                  <a:gd name="T6" fmla="*/ 14 w 37"/>
                  <a:gd name="T7" fmla="*/ 35 h 37"/>
                  <a:gd name="T8" fmla="*/ 3 w 37"/>
                  <a:gd name="T9" fmla="*/ 14 h 37"/>
                </a:gdLst>
                <a:ahLst/>
                <a:cxnLst>
                  <a:cxn ang="0">
                    <a:pos x="T0" y="T1"/>
                  </a:cxn>
                  <a:cxn ang="0">
                    <a:pos x="T2" y="T3"/>
                  </a:cxn>
                  <a:cxn ang="0">
                    <a:pos x="T4" y="T5"/>
                  </a:cxn>
                  <a:cxn ang="0">
                    <a:pos x="T6" y="T7"/>
                  </a:cxn>
                  <a:cxn ang="0">
                    <a:pos x="T8" y="T9"/>
                  </a:cxn>
                </a:cxnLst>
                <a:rect l="0" t="0" r="r" b="b"/>
                <a:pathLst>
                  <a:path w="37" h="37">
                    <a:moveTo>
                      <a:pt x="3" y="14"/>
                    </a:moveTo>
                    <a:cubicBezTo>
                      <a:pt x="6" y="5"/>
                      <a:pt x="15" y="0"/>
                      <a:pt x="24" y="3"/>
                    </a:cubicBezTo>
                    <a:cubicBezTo>
                      <a:pt x="32" y="6"/>
                      <a:pt x="37" y="15"/>
                      <a:pt x="34" y="24"/>
                    </a:cubicBezTo>
                    <a:cubicBezTo>
                      <a:pt x="31" y="33"/>
                      <a:pt x="22" y="37"/>
                      <a:pt x="14" y="35"/>
                    </a:cubicBezTo>
                    <a:cubicBezTo>
                      <a:pt x="5" y="32"/>
                      <a:pt x="0" y="22"/>
                      <a:pt x="3" y="14"/>
                    </a:cubicBezTo>
                    <a:close/>
                  </a:path>
                </a:pathLst>
              </a:custGeom>
              <a:solidFill>
                <a:srgbClr val="696B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29" name="Freeform 22">
                <a:extLst>
                  <a:ext uri="{FF2B5EF4-FFF2-40B4-BE49-F238E27FC236}">
                    <a16:creationId xmlns:a16="http://schemas.microsoft.com/office/drawing/2014/main" id="{BB1950EB-1AD9-2495-6058-A7D163AA65EB}"/>
                  </a:ext>
                </a:extLst>
              </p:cNvPr>
              <p:cNvSpPr>
                <a:spLocks/>
              </p:cNvSpPr>
              <p:nvPr/>
            </p:nvSpPr>
            <p:spPr bwMode="auto">
              <a:xfrm>
                <a:off x="3204836" y="4849485"/>
                <a:ext cx="714375" cy="534988"/>
              </a:xfrm>
              <a:custGeom>
                <a:avLst/>
                <a:gdLst>
                  <a:gd name="T0" fmla="*/ 4 w 127"/>
                  <a:gd name="T1" fmla="*/ 95 h 95"/>
                  <a:gd name="T2" fmla="*/ 0 w 127"/>
                  <a:gd name="T3" fmla="*/ 87 h 95"/>
                  <a:gd name="T4" fmla="*/ 121 w 127"/>
                  <a:gd name="T5" fmla="*/ 0 h 95"/>
                  <a:gd name="T6" fmla="*/ 127 w 127"/>
                  <a:gd name="T7" fmla="*/ 6 h 95"/>
                  <a:gd name="T8" fmla="*/ 4 w 127"/>
                  <a:gd name="T9" fmla="*/ 95 h 95"/>
                </a:gdLst>
                <a:ahLst/>
                <a:cxnLst>
                  <a:cxn ang="0">
                    <a:pos x="T0" y="T1"/>
                  </a:cxn>
                  <a:cxn ang="0">
                    <a:pos x="T2" y="T3"/>
                  </a:cxn>
                  <a:cxn ang="0">
                    <a:pos x="T4" y="T5"/>
                  </a:cxn>
                  <a:cxn ang="0">
                    <a:pos x="T6" y="T7"/>
                  </a:cxn>
                  <a:cxn ang="0">
                    <a:pos x="T8" y="T9"/>
                  </a:cxn>
                </a:cxnLst>
                <a:rect l="0" t="0" r="r" b="b"/>
                <a:pathLst>
                  <a:path w="127" h="95">
                    <a:moveTo>
                      <a:pt x="4" y="95"/>
                    </a:moveTo>
                    <a:cubicBezTo>
                      <a:pt x="0" y="87"/>
                      <a:pt x="0" y="87"/>
                      <a:pt x="0" y="87"/>
                    </a:cubicBezTo>
                    <a:cubicBezTo>
                      <a:pt x="46" y="67"/>
                      <a:pt x="88" y="37"/>
                      <a:pt x="121" y="0"/>
                    </a:cubicBezTo>
                    <a:cubicBezTo>
                      <a:pt x="127" y="6"/>
                      <a:pt x="127" y="6"/>
                      <a:pt x="127" y="6"/>
                    </a:cubicBezTo>
                    <a:cubicBezTo>
                      <a:pt x="94" y="44"/>
                      <a:pt x="51" y="75"/>
                      <a:pt x="4" y="95"/>
                    </a:cubicBezTo>
                    <a:close/>
                  </a:path>
                </a:pathLst>
              </a:custGeom>
              <a:solidFill>
                <a:srgbClr val="9698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30" name="Freeform 23">
                <a:extLst>
                  <a:ext uri="{FF2B5EF4-FFF2-40B4-BE49-F238E27FC236}">
                    <a16:creationId xmlns:a16="http://schemas.microsoft.com/office/drawing/2014/main" id="{CCCE1E78-B9D8-277C-4F8F-7B89F5D6C6C1}"/>
                  </a:ext>
                </a:extLst>
              </p:cNvPr>
              <p:cNvSpPr>
                <a:spLocks/>
              </p:cNvSpPr>
              <p:nvPr/>
            </p:nvSpPr>
            <p:spPr bwMode="auto">
              <a:xfrm>
                <a:off x="4082724" y="3776335"/>
                <a:ext cx="311150" cy="823913"/>
              </a:xfrm>
              <a:custGeom>
                <a:avLst/>
                <a:gdLst>
                  <a:gd name="T0" fmla="*/ 8 w 55"/>
                  <a:gd name="T1" fmla="*/ 146 h 146"/>
                  <a:gd name="T2" fmla="*/ 0 w 55"/>
                  <a:gd name="T3" fmla="*/ 141 h 146"/>
                  <a:gd name="T4" fmla="*/ 46 w 55"/>
                  <a:gd name="T5" fmla="*/ 0 h 146"/>
                  <a:gd name="T6" fmla="*/ 55 w 55"/>
                  <a:gd name="T7" fmla="*/ 1 h 146"/>
                  <a:gd name="T8" fmla="*/ 8 w 55"/>
                  <a:gd name="T9" fmla="*/ 146 h 146"/>
                </a:gdLst>
                <a:ahLst/>
                <a:cxnLst>
                  <a:cxn ang="0">
                    <a:pos x="T0" y="T1"/>
                  </a:cxn>
                  <a:cxn ang="0">
                    <a:pos x="T2" y="T3"/>
                  </a:cxn>
                  <a:cxn ang="0">
                    <a:pos x="T4" y="T5"/>
                  </a:cxn>
                  <a:cxn ang="0">
                    <a:pos x="T6" y="T7"/>
                  </a:cxn>
                  <a:cxn ang="0">
                    <a:pos x="T8" y="T9"/>
                  </a:cxn>
                </a:cxnLst>
                <a:rect l="0" t="0" r="r" b="b"/>
                <a:pathLst>
                  <a:path w="55" h="146">
                    <a:moveTo>
                      <a:pt x="8" y="146"/>
                    </a:moveTo>
                    <a:cubicBezTo>
                      <a:pt x="0" y="141"/>
                      <a:pt x="0" y="141"/>
                      <a:pt x="0" y="141"/>
                    </a:cubicBezTo>
                    <a:cubicBezTo>
                      <a:pt x="25" y="98"/>
                      <a:pt x="41" y="49"/>
                      <a:pt x="46" y="0"/>
                    </a:cubicBezTo>
                    <a:cubicBezTo>
                      <a:pt x="55" y="1"/>
                      <a:pt x="55" y="1"/>
                      <a:pt x="55" y="1"/>
                    </a:cubicBezTo>
                    <a:cubicBezTo>
                      <a:pt x="50" y="52"/>
                      <a:pt x="34" y="102"/>
                      <a:pt x="8" y="146"/>
                    </a:cubicBezTo>
                    <a:close/>
                  </a:path>
                </a:pathLst>
              </a:custGeom>
              <a:solidFill>
                <a:srgbClr val="00AA3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31" name="Freeform 24">
                <a:extLst>
                  <a:ext uri="{FF2B5EF4-FFF2-40B4-BE49-F238E27FC236}">
                    <a16:creationId xmlns:a16="http://schemas.microsoft.com/office/drawing/2014/main" id="{9A55C68B-44C3-DE6E-575A-D2D250A2C51B}"/>
                  </a:ext>
                </a:extLst>
              </p:cNvPr>
              <p:cNvSpPr>
                <a:spLocks/>
              </p:cNvSpPr>
              <p:nvPr/>
            </p:nvSpPr>
            <p:spPr bwMode="auto">
              <a:xfrm>
                <a:off x="4082724" y="2614285"/>
                <a:ext cx="311150" cy="823913"/>
              </a:xfrm>
              <a:custGeom>
                <a:avLst/>
                <a:gdLst>
                  <a:gd name="T0" fmla="*/ 46 w 55"/>
                  <a:gd name="T1" fmla="*/ 146 h 146"/>
                  <a:gd name="T2" fmla="*/ 0 w 55"/>
                  <a:gd name="T3" fmla="*/ 5 h 146"/>
                  <a:gd name="T4" fmla="*/ 8 w 55"/>
                  <a:gd name="T5" fmla="*/ 0 h 146"/>
                  <a:gd name="T6" fmla="*/ 55 w 55"/>
                  <a:gd name="T7" fmla="*/ 145 h 146"/>
                  <a:gd name="T8" fmla="*/ 46 w 55"/>
                  <a:gd name="T9" fmla="*/ 146 h 146"/>
                </a:gdLst>
                <a:ahLst/>
                <a:cxnLst>
                  <a:cxn ang="0">
                    <a:pos x="T0" y="T1"/>
                  </a:cxn>
                  <a:cxn ang="0">
                    <a:pos x="T2" y="T3"/>
                  </a:cxn>
                  <a:cxn ang="0">
                    <a:pos x="T4" y="T5"/>
                  </a:cxn>
                  <a:cxn ang="0">
                    <a:pos x="T6" y="T7"/>
                  </a:cxn>
                  <a:cxn ang="0">
                    <a:pos x="T8" y="T9"/>
                  </a:cxn>
                </a:cxnLst>
                <a:rect l="0" t="0" r="r" b="b"/>
                <a:pathLst>
                  <a:path w="55" h="146">
                    <a:moveTo>
                      <a:pt x="46" y="146"/>
                    </a:moveTo>
                    <a:cubicBezTo>
                      <a:pt x="41" y="96"/>
                      <a:pt x="25" y="47"/>
                      <a:pt x="0" y="5"/>
                    </a:cubicBezTo>
                    <a:cubicBezTo>
                      <a:pt x="8" y="0"/>
                      <a:pt x="8" y="0"/>
                      <a:pt x="8" y="0"/>
                    </a:cubicBezTo>
                    <a:cubicBezTo>
                      <a:pt x="34" y="44"/>
                      <a:pt x="50" y="94"/>
                      <a:pt x="55" y="145"/>
                    </a:cubicBezTo>
                    <a:lnTo>
                      <a:pt x="46" y="146"/>
                    </a:lnTo>
                    <a:close/>
                  </a:path>
                </a:pathLst>
              </a:custGeom>
              <a:solidFill>
                <a:srgbClr val="7FBE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32" name="Freeform 25">
                <a:extLst>
                  <a:ext uri="{FF2B5EF4-FFF2-40B4-BE49-F238E27FC236}">
                    <a16:creationId xmlns:a16="http://schemas.microsoft.com/office/drawing/2014/main" id="{B6DB9292-7CB4-879E-EAE4-80B5E9F8B7A5}"/>
                  </a:ext>
                </a:extLst>
              </p:cNvPr>
              <p:cNvSpPr>
                <a:spLocks/>
              </p:cNvSpPr>
              <p:nvPr/>
            </p:nvSpPr>
            <p:spPr bwMode="auto">
              <a:xfrm>
                <a:off x="3204836" y="1823710"/>
                <a:ext cx="714375" cy="541338"/>
              </a:xfrm>
              <a:custGeom>
                <a:avLst/>
                <a:gdLst>
                  <a:gd name="T0" fmla="*/ 121 w 127"/>
                  <a:gd name="T1" fmla="*/ 96 h 96"/>
                  <a:gd name="T2" fmla="*/ 0 w 127"/>
                  <a:gd name="T3" fmla="*/ 9 h 96"/>
                  <a:gd name="T4" fmla="*/ 4 w 127"/>
                  <a:gd name="T5" fmla="*/ 0 h 96"/>
                  <a:gd name="T6" fmla="*/ 127 w 127"/>
                  <a:gd name="T7" fmla="*/ 90 h 96"/>
                  <a:gd name="T8" fmla="*/ 121 w 127"/>
                  <a:gd name="T9" fmla="*/ 96 h 96"/>
                </a:gdLst>
                <a:ahLst/>
                <a:cxnLst>
                  <a:cxn ang="0">
                    <a:pos x="T0" y="T1"/>
                  </a:cxn>
                  <a:cxn ang="0">
                    <a:pos x="T2" y="T3"/>
                  </a:cxn>
                  <a:cxn ang="0">
                    <a:pos x="T4" y="T5"/>
                  </a:cxn>
                  <a:cxn ang="0">
                    <a:pos x="T6" y="T7"/>
                  </a:cxn>
                  <a:cxn ang="0">
                    <a:pos x="T8" y="T9"/>
                  </a:cxn>
                </a:cxnLst>
                <a:rect l="0" t="0" r="r" b="b"/>
                <a:pathLst>
                  <a:path w="127" h="96">
                    <a:moveTo>
                      <a:pt x="121" y="96"/>
                    </a:moveTo>
                    <a:cubicBezTo>
                      <a:pt x="88" y="58"/>
                      <a:pt x="46" y="28"/>
                      <a:pt x="0" y="9"/>
                    </a:cubicBezTo>
                    <a:cubicBezTo>
                      <a:pt x="4" y="0"/>
                      <a:pt x="4" y="0"/>
                      <a:pt x="4" y="0"/>
                    </a:cubicBezTo>
                    <a:cubicBezTo>
                      <a:pt x="51" y="20"/>
                      <a:pt x="94" y="52"/>
                      <a:pt x="127" y="90"/>
                    </a:cubicBezTo>
                    <a:lnTo>
                      <a:pt x="121" y="96"/>
                    </a:lnTo>
                    <a:close/>
                  </a:path>
                </a:pathLst>
              </a:custGeom>
              <a:solidFill>
                <a:srgbClr val="9AD3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33" name="Freeform 26">
                <a:extLst>
                  <a:ext uri="{FF2B5EF4-FFF2-40B4-BE49-F238E27FC236}">
                    <a16:creationId xmlns:a16="http://schemas.microsoft.com/office/drawing/2014/main" id="{5D1BD629-8EE8-5CF6-A8C9-F7A85D25C183}"/>
                  </a:ext>
                </a:extLst>
              </p:cNvPr>
              <p:cNvSpPr>
                <a:spLocks/>
              </p:cNvSpPr>
              <p:nvPr/>
            </p:nvSpPr>
            <p:spPr bwMode="auto">
              <a:xfrm>
                <a:off x="1531611" y="4905048"/>
                <a:ext cx="912813" cy="333375"/>
              </a:xfrm>
              <a:custGeom>
                <a:avLst/>
                <a:gdLst>
                  <a:gd name="T0" fmla="*/ 162 w 162"/>
                  <a:gd name="T1" fmla="*/ 59 h 59"/>
                  <a:gd name="T2" fmla="*/ 0 w 162"/>
                  <a:gd name="T3" fmla="*/ 7 h 59"/>
                  <a:gd name="T4" fmla="*/ 5 w 162"/>
                  <a:gd name="T5" fmla="*/ 0 h 59"/>
                  <a:gd name="T6" fmla="*/ 162 w 162"/>
                  <a:gd name="T7" fmla="*/ 50 h 59"/>
                  <a:gd name="T8" fmla="*/ 162 w 162"/>
                  <a:gd name="T9" fmla="*/ 59 h 59"/>
                </a:gdLst>
                <a:ahLst/>
                <a:cxnLst>
                  <a:cxn ang="0">
                    <a:pos x="T0" y="T1"/>
                  </a:cxn>
                  <a:cxn ang="0">
                    <a:pos x="T2" y="T3"/>
                  </a:cxn>
                  <a:cxn ang="0">
                    <a:pos x="T4" y="T5"/>
                  </a:cxn>
                  <a:cxn ang="0">
                    <a:pos x="T6" y="T7"/>
                  </a:cxn>
                  <a:cxn ang="0">
                    <a:pos x="T8" y="T9"/>
                  </a:cxn>
                </a:cxnLst>
                <a:rect l="0" t="0" r="r" b="b"/>
                <a:pathLst>
                  <a:path w="162" h="59">
                    <a:moveTo>
                      <a:pt x="162" y="59"/>
                    </a:moveTo>
                    <a:cubicBezTo>
                      <a:pt x="104" y="59"/>
                      <a:pt x="48" y="41"/>
                      <a:pt x="0" y="7"/>
                    </a:cubicBezTo>
                    <a:cubicBezTo>
                      <a:pt x="5" y="0"/>
                      <a:pt x="5" y="0"/>
                      <a:pt x="5" y="0"/>
                    </a:cubicBezTo>
                    <a:cubicBezTo>
                      <a:pt x="52" y="32"/>
                      <a:pt x="106" y="50"/>
                      <a:pt x="162" y="50"/>
                    </a:cubicBezTo>
                    <a:lnTo>
                      <a:pt x="162" y="59"/>
                    </a:lnTo>
                    <a:close/>
                  </a:path>
                </a:pathLst>
              </a:custGeom>
              <a:solidFill>
                <a:srgbClr val="9698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34" name="Freeform 27">
                <a:extLst>
                  <a:ext uri="{FF2B5EF4-FFF2-40B4-BE49-F238E27FC236}">
                    <a16:creationId xmlns:a16="http://schemas.microsoft.com/office/drawing/2014/main" id="{F820D428-E238-7EAA-DC58-16A8569D3D96}"/>
                  </a:ext>
                </a:extLst>
              </p:cNvPr>
              <p:cNvSpPr>
                <a:spLocks/>
              </p:cNvSpPr>
              <p:nvPr/>
            </p:nvSpPr>
            <p:spPr bwMode="auto">
              <a:xfrm>
                <a:off x="922011" y="4120823"/>
                <a:ext cx="598488" cy="795338"/>
              </a:xfrm>
              <a:custGeom>
                <a:avLst/>
                <a:gdLst>
                  <a:gd name="T0" fmla="*/ 101 w 106"/>
                  <a:gd name="T1" fmla="*/ 141 h 141"/>
                  <a:gd name="T2" fmla="*/ 0 w 106"/>
                  <a:gd name="T3" fmla="*/ 3 h 141"/>
                  <a:gd name="T4" fmla="*/ 9 w 106"/>
                  <a:gd name="T5" fmla="*/ 0 h 141"/>
                  <a:gd name="T6" fmla="*/ 106 w 106"/>
                  <a:gd name="T7" fmla="*/ 134 h 141"/>
                  <a:gd name="T8" fmla="*/ 101 w 106"/>
                  <a:gd name="T9" fmla="*/ 141 h 141"/>
                </a:gdLst>
                <a:ahLst/>
                <a:cxnLst>
                  <a:cxn ang="0">
                    <a:pos x="T0" y="T1"/>
                  </a:cxn>
                  <a:cxn ang="0">
                    <a:pos x="T2" y="T3"/>
                  </a:cxn>
                  <a:cxn ang="0">
                    <a:pos x="T4" y="T5"/>
                  </a:cxn>
                  <a:cxn ang="0">
                    <a:pos x="T6" y="T7"/>
                  </a:cxn>
                  <a:cxn ang="0">
                    <a:pos x="T8" y="T9"/>
                  </a:cxn>
                </a:cxnLst>
                <a:rect l="0" t="0" r="r" b="b"/>
                <a:pathLst>
                  <a:path w="106" h="141">
                    <a:moveTo>
                      <a:pt x="101" y="141"/>
                    </a:moveTo>
                    <a:cubicBezTo>
                      <a:pt x="54" y="106"/>
                      <a:pt x="19" y="58"/>
                      <a:pt x="0" y="3"/>
                    </a:cubicBezTo>
                    <a:cubicBezTo>
                      <a:pt x="9" y="0"/>
                      <a:pt x="9" y="0"/>
                      <a:pt x="9" y="0"/>
                    </a:cubicBezTo>
                    <a:cubicBezTo>
                      <a:pt x="27" y="54"/>
                      <a:pt x="61" y="100"/>
                      <a:pt x="106" y="134"/>
                    </a:cubicBezTo>
                    <a:lnTo>
                      <a:pt x="101" y="141"/>
                    </a:lnTo>
                    <a:close/>
                  </a:path>
                </a:pathLst>
              </a:custGeom>
              <a:solidFill>
                <a:srgbClr val="00AA3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35" name="Freeform 28">
                <a:extLst>
                  <a:ext uri="{FF2B5EF4-FFF2-40B4-BE49-F238E27FC236}">
                    <a16:creationId xmlns:a16="http://schemas.microsoft.com/office/drawing/2014/main" id="{7E85EC93-6292-9FC4-5E53-85498587A16E}"/>
                  </a:ext>
                </a:extLst>
              </p:cNvPr>
              <p:cNvSpPr>
                <a:spLocks/>
              </p:cNvSpPr>
              <p:nvPr/>
            </p:nvSpPr>
            <p:spPr bwMode="auto">
              <a:xfrm>
                <a:off x="809299" y="3127048"/>
                <a:ext cx="147638" cy="965200"/>
              </a:xfrm>
              <a:custGeom>
                <a:avLst/>
                <a:gdLst>
                  <a:gd name="T0" fmla="*/ 17 w 26"/>
                  <a:gd name="T1" fmla="*/ 171 h 171"/>
                  <a:gd name="T2" fmla="*/ 17 w 26"/>
                  <a:gd name="T3" fmla="*/ 0 h 171"/>
                  <a:gd name="T4" fmla="*/ 26 w 26"/>
                  <a:gd name="T5" fmla="*/ 3 h 171"/>
                  <a:gd name="T6" fmla="*/ 26 w 26"/>
                  <a:gd name="T7" fmla="*/ 168 h 171"/>
                  <a:gd name="T8" fmla="*/ 17 w 26"/>
                  <a:gd name="T9" fmla="*/ 171 h 171"/>
                </a:gdLst>
                <a:ahLst/>
                <a:cxnLst>
                  <a:cxn ang="0">
                    <a:pos x="T0" y="T1"/>
                  </a:cxn>
                  <a:cxn ang="0">
                    <a:pos x="T2" y="T3"/>
                  </a:cxn>
                  <a:cxn ang="0">
                    <a:pos x="T4" y="T5"/>
                  </a:cxn>
                  <a:cxn ang="0">
                    <a:pos x="T6" y="T7"/>
                  </a:cxn>
                  <a:cxn ang="0">
                    <a:pos x="T8" y="T9"/>
                  </a:cxn>
                </a:cxnLst>
                <a:rect l="0" t="0" r="r" b="b"/>
                <a:pathLst>
                  <a:path w="26" h="171">
                    <a:moveTo>
                      <a:pt x="17" y="171"/>
                    </a:moveTo>
                    <a:cubicBezTo>
                      <a:pt x="0" y="115"/>
                      <a:pt x="0" y="56"/>
                      <a:pt x="17" y="0"/>
                    </a:cubicBezTo>
                    <a:cubicBezTo>
                      <a:pt x="26" y="3"/>
                      <a:pt x="26" y="3"/>
                      <a:pt x="26" y="3"/>
                    </a:cubicBezTo>
                    <a:cubicBezTo>
                      <a:pt x="9" y="57"/>
                      <a:pt x="9" y="114"/>
                      <a:pt x="26" y="168"/>
                    </a:cubicBezTo>
                    <a:lnTo>
                      <a:pt x="17" y="171"/>
                    </a:lnTo>
                    <a:close/>
                  </a:path>
                </a:pathLst>
              </a:custGeom>
              <a:solidFill>
                <a:srgbClr val="7FBE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36" name="Freeform 29">
                <a:extLst>
                  <a:ext uri="{FF2B5EF4-FFF2-40B4-BE49-F238E27FC236}">
                    <a16:creationId xmlns:a16="http://schemas.microsoft.com/office/drawing/2014/main" id="{B8707E08-1831-7A84-EF1B-49C7F0E4A720}"/>
                  </a:ext>
                </a:extLst>
              </p:cNvPr>
              <p:cNvSpPr>
                <a:spLocks/>
              </p:cNvSpPr>
              <p:nvPr/>
            </p:nvSpPr>
            <p:spPr bwMode="auto">
              <a:xfrm>
                <a:off x="922011" y="2303135"/>
                <a:ext cx="592138" cy="795338"/>
              </a:xfrm>
              <a:custGeom>
                <a:avLst/>
                <a:gdLst>
                  <a:gd name="T0" fmla="*/ 8 w 105"/>
                  <a:gd name="T1" fmla="*/ 141 h 141"/>
                  <a:gd name="T2" fmla="*/ 0 w 105"/>
                  <a:gd name="T3" fmla="*/ 138 h 141"/>
                  <a:gd name="T4" fmla="*/ 100 w 105"/>
                  <a:gd name="T5" fmla="*/ 0 h 141"/>
                  <a:gd name="T6" fmla="*/ 105 w 105"/>
                  <a:gd name="T7" fmla="*/ 7 h 141"/>
                  <a:gd name="T8" fmla="*/ 8 w 105"/>
                  <a:gd name="T9" fmla="*/ 141 h 141"/>
                </a:gdLst>
                <a:ahLst/>
                <a:cxnLst>
                  <a:cxn ang="0">
                    <a:pos x="T0" y="T1"/>
                  </a:cxn>
                  <a:cxn ang="0">
                    <a:pos x="T2" y="T3"/>
                  </a:cxn>
                  <a:cxn ang="0">
                    <a:pos x="T4" y="T5"/>
                  </a:cxn>
                  <a:cxn ang="0">
                    <a:pos x="T6" y="T7"/>
                  </a:cxn>
                  <a:cxn ang="0">
                    <a:pos x="T8" y="T9"/>
                  </a:cxn>
                </a:cxnLst>
                <a:rect l="0" t="0" r="r" b="b"/>
                <a:pathLst>
                  <a:path w="105" h="141">
                    <a:moveTo>
                      <a:pt x="8" y="141"/>
                    </a:moveTo>
                    <a:cubicBezTo>
                      <a:pt x="0" y="138"/>
                      <a:pt x="0" y="138"/>
                      <a:pt x="0" y="138"/>
                    </a:cubicBezTo>
                    <a:cubicBezTo>
                      <a:pt x="19" y="83"/>
                      <a:pt x="53" y="35"/>
                      <a:pt x="100" y="0"/>
                    </a:cubicBezTo>
                    <a:cubicBezTo>
                      <a:pt x="105" y="7"/>
                      <a:pt x="105" y="7"/>
                      <a:pt x="105" y="7"/>
                    </a:cubicBezTo>
                    <a:cubicBezTo>
                      <a:pt x="60" y="41"/>
                      <a:pt x="26" y="87"/>
                      <a:pt x="8" y="141"/>
                    </a:cubicBezTo>
                    <a:close/>
                  </a:path>
                </a:pathLst>
              </a:custGeom>
              <a:solidFill>
                <a:srgbClr val="9AD3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37" name="Freeform 30">
                <a:extLst>
                  <a:ext uri="{FF2B5EF4-FFF2-40B4-BE49-F238E27FC236}">
                    <a16:creationId xmlns:a16="http://schemas.microsoft.com/office/drawing/2014/main" id="{D3C2A8C7-9D0C-7B5B-4BA3-5FCABDF5FB7C}"/>
                  </a:ext>
                </a:extLst>
              </p:cNvPr>
              <p:cNvSpPr>
                <a:spLocks/>
              </p:cNvSpPr>
              <p:nvPr/>
            </p:nvSpPr>
            <p:spPr bwMode="auto">
              <a:xfrm>
                <a:off x="1525261" y="1969760"/>
                <a:ext cx="912813" cy="344488"/>
              </a:xfrm>
              <a:custGeom>
                <a:avLst/>
                <a:gdLst>
                  <a:gd name="T0" fmla="*/ 5 w 162"/>
                  <a:gd name="T1" fmla="*/ 61 h 61"/>
                  <a:gd name="T2" fmla="*/ 0 w 162"/>
                  <a:gd name="T3" fmla="*/ 53 h 61"/>
                  <a:gd name="T4" fmla="*/ 162 w 162"/>
                  <a:gd name="T5" fmla="*/ 0 h 61"/>
                  <a:gd name="T6" fmla="*/ 162 w 162"/>
                  <a:gd name="T7" fmla="*/ 9 h 61"/>
                  <a:gd name="T8" fmla="*/ 5 w 162"/>
                  <a:gd name="T9" fmla="*/ 61 h 61"/>
                </a:gdLst>
                <a:ahLst/>
                <a:cxnLst>
                  <a:cxn ang="0">
                    <a:pos x="T0" y="T1"/>
                  </a:cxn>
                  <a:cxn ang="0">
                    <a:pos x="T2" y="T3"/>
                  </a:cxn>
                  <a:cxn ang="0">
                    <a:pos x="T4" y="T5"/>
                  </a:cxn>
                  <a:cxn ang="0">
                    <a:pos x="T6" y="T7"/>
                  </a:cxn>
                  <a:cxn ang="0">
                    <a:pos x="T8" y="T9"/>
                  </a:cxn>
                </a:cxnLst>
                <a:rect l="0" t="0" r="r" b="b"/>
                <a:pathLst>
                  <a:path w="162" h="61">
                    <a:moveTo>
                      <a:pt x="5" y="61"/>
                    </a:moveTo>
                    <a:cubicBezTo>
                      <a:pt x="0" y="53"/>
                      <a:pt x="0" y="53"/>
                      <a:pt x="0" y="53"/>
                    </a:cubicBezTo>
                    <a:cubicBezTo>
                      <a:pt x="47" y="20"/>
                      <a:pt x="103" y="1"/>
                      <a:pt x="162" y="0"/>
                    </a:cubicBezTo>
                    <a:cubicBezTo>
                      <a:pt x="162" y="9"/>
                      <a:pt x="162" y="9"/>
                      <a:pt x="162" y="9"/>
                    </a:cubicBezTo>
                    <a:cubicBezTo>
                      <a:pt x="105" y="10"/>
                      <a:pt x="51" y="28"/>
                      <a:pt x="5" y="61"/>
                    </a:cubicBezTo>
                    <a:close/>
                  </a:path>
                </a:pathLst>
              </a:custGeom>
              <a:solidFill>
                <a:srgbClr val="696B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38" name="Freeform 31">
                <a:extLst>
                  <a:ext uri="{FF2B5EF4-FFF2-40B4-BE49-F238E27FC236}">
                    <a16:creationId xmlns:a16="http://schemas.microsoft.com/office/drawing/2014/main" id="{0D81EA41-8050-1DC6-C1F9-7C24B4C69368}"/>
                  </a:ext>
                </a:extLst>
              </p:cNvPr>
              <p:cNvSpPr>
                <a:spLocks noEditPoints="1"/>
              </p:cNvSpPr>
              <p:nvPr/>
            </p:nvSpPr>
            <p:spPr bwMode="auto">
              <a:xfrm>
                <a:off x="2849236" y="5227310"/>
                <a:ext cx="411163" cy="395288"/>
              </a:xfrm>
              <a:custGeom>
                <a:avLst/>
                <a:gdLst>
                  <a:gd name="T0" fmla="*/ 37 w 73"/>
                  <a:gd name="T1" fmla="*/ 70 h 70"/>
                  <a:gd name="T2" fmla="*/ 3 w 73"/>
                  <a:gd name="T3" fmla="*/ 46 h 70"/>
                  <a:gd name="T4" fmla="*/ 5 w 73"/>
                  <a:gd name="T5" fmla="*/ 19 h 70"/>
                  <a:gd name="T6" fmla="*/ 26 w 73"/>
                  <a:gd name="T7" fmla="*/ 2 h 70"/>
                  <a:gd name="T8" fmla="*/ 37 w 73"/>
                  <a:gd name="T9" fmla="*/ 0 h 70"/>
                  <a:gd name="T10" fmla="*/ 70 w 73"/>
                  <a:gd name="T11" fmla="*/ 24 h 70"/>
                  <a:gd name="T12" fmla="*/ 68 w 73"/>
                  <a:gd name="T13" fmla="*/ 51 h 70"/>
                  <a:gd name="T14" fmla="*/ 47 w 73"/>
                  <a:gd name="T15" fmla="*/ 68 h 70"/>
                  <a:gd name="T16" fmla="*/ 37 w 73"/>
                  <a:gd name="T17" fmla="*/ 70 h 70"/>
                  <a:gd name="T18" fmla="*/ 37 w 73"/>
                  <a:gd name="T19" fmla="*/ 9 h 70"/>
                  <a:gd name="T20" fmla="*/ 29 w 73"/>
                  <a:gd name="T21" fmla="*/ 10 h 70"/>
                  <a:gd name="T22" fmla="*/ 13 w 73"/>
                  <a:gd name="T23" fmla="*/ 23 h 70"/>
                  <a:gd name="T24" fmla="*/ 12 w 73"/>
                  <a:gd name="T25" fmla="*/ 43 h 70"/>
                  <a:gd name="T26" fmla="*/ 37 w 73"/>
                  <a:gd name="T27" fmla="*/ 61 h 70"/>
                  <a:gd name="T28" fmla="*/ 45 w 73"/>
                  <a:gd name="T29" fmla="*/ 59 h 70"/>
                  <a:gd name="T30" fmla="*/ 60 w 73"/>
                  <a:gd name="T31" fmla="*/ 47 h 70"/>
                  <a:gd name="T32" fmla="*/ 61 w 73"/>
                  <a:gd name="T33" fmla="*/ 27 h 70"/>
                  <a:gd name="T34" fmla="*/ 37 w 73"/>
                  <a:gd name="T35" fmla="*/ 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3" h="70">
                    <a:moveTo>
                      <a:pt x="37" y="70"/>
                    </a:moveTo>
                    <a:cubicBezTo>
                      <a:pt x="21" y="70"/>
                      <a:pt x="8" y="60"/>
                      <a:pt x="3" y="46"/>
                    </a:cubicBezTo>
                    <a:cubicBezTo>
                      <a:pt x="0" y="37"/>
                      <a:pt x="1" y="27"/>
                      <a:pt x="5" y="19"/>
                    </a:cubicBezTo>
                    <a:cubicBezTo>
                      <a:pt x="10" y="11"/>
                      <a:pt x="17" y="4"/>
                      <a:pt x="26" y="2"/>
                    </a:cubicBezTo>
                    <a:cubicBezTo>
                      <a:pt x="29" y="0"/>
                      <a:pt x="33" y="0"/>
                      <a:pt x="37" y="0"/>
                    </a:cubicBezTo>
                    <a:cubicBezTo>
                      <a:pt x="52" y="0"/>
                      <a:pt x="65" y="10"/>
                      <a:pt x="70" y="24"/>
                    </a:cubicBezTo>
                    <a:cubicBezTo>
                      <a:pt x="73" y="33"/>
                      <a:pt x="72" y="42"/>
                      <a:pt x="68" y="51"/>
                    </a:cubicBezTo>
                    <a:cubicBezTo>
                      <a:pt x="64" y="59"/>
                      <a:pt x="56" y="65"/>
                      <a:pt x="47" y="68"/>
                    </a:cubicBezTo>
                    <a:cubicBezTo>
                      <a:pt x="44" y="69"/>
                      <a:pt x="40" y="70"/>
                      <a:pt x="37" y="70"/>
                    </a:cubicBezTo>
                    <a:close/>
                    <a:moveTo>
                      <a:pt x="37" y="9"/>
                    </a:moveTo>
                    <a:cubicBezTo>
                      <a:pt x="34" y="9"/>
                      <a:pt x="31" y="9"/>
                      <a:pt x="29" y="10"/>
                    </a:cubicBezTo>
                    <a:cubicBezTo>
                      <a:pt x="22" y="12"/>
                      <a:pt x="17" y="17"/>
                      <a:pt x="13" y="23"/>
                    </a:cubicBezTo>
                    <a:cubicBezTo>
                      <a:pt x="10" y="29"/>
                      <a:pt x="10" y="36"/>
                      <a:pt x="12" y="43"/>
                    </a:cubicBezTo>
                    <a:cubicBezTo>
                      <a:pt x="15" y="54"/>
                      <a:pt x="25" y="61"/>
                      <a:pt x="37" y="61"/>
                    </a:cubicBezTo>
                    <a:cubicBezTo>
                      <a:pt x="39" y="61"/>
                      <a:pt x="42" y="60"/>
                      <a:pt x="45" y="59"/>
                    </a:cubicBezTo>
                    <a:cubicBezTo>
                      <a:pt x="51" y="57"/>
                      <a:pt x="57" y="53"/>
                      <a:pt x="60" y="47"/>
                    </a:cubicBezTo>
                    <a:cubicBezTo>
                      <a:pt x="63" y="40"/>
                      <a:pt x="63" y="33"/>
                      <a:pt x="61" y="27"/>
                    </a:cubicBezTo>
                    <a:cubicBezTo>
                      <a:pt x="58" y="16"/>
                      <a:pt x="48" y="9"/>
                      <a:pt x="37" y="9"/>
                    </a:cubicBezTo>
                    <a:close/>
                  </a:path>
                </a:pathLst>
              </a:custGeom>
              <a:solidFill>
                <a:srgbClr val="9698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39" name="Freeform 32">
                <a:extLst>
                  <a:ext uri="{FF2B5EF4-FFF2-40B4-BE49-F238E27FC236}">
                    <a16:creationId xmlns:a16="http://schemas.microsoft.com/office/drawing/2014/main" id="{4E087AE3-EB5F-B8A4-7183-7907E3534081}"/>
                  </a:ext>
                </a:extLst>
              </p:cNvPr>
              <p:cNvSpPr>
                <a:spLocks noEditPoints="1"/>
              </p:cNvSpPr>
              <p:nvPr/>
            </p:nvSpPr>
            <p:spPr bwMode="auto">
              <a:xfrm>
                <a:off x="3806499" y="4531985"/>
                <a:ext cx="406400" cy="395288"/>
              </a:xfrm>
              <a:custGeom>
                <a:avLst/>
                <a:gdLst>
                  <a:gd name="T0" fmla="*/ 36 w 72"/>
                  <a:gd name="T1" fmla="*/ 70 h 70"/>
                  <a:gd name="T2" fmla="*/ 15 w 72"/>
                  <a:gd name="T3" fmla="*/ 63 h 70"/>
                  <a:gd name="T4" fmla="*/ 1 w 72"/>
                  <a:gd name="T5" fmla="*/ 40 h 70"/>
                  <a:gd name="T6" fmla="*/ 8 w 72"/>
                  <a:gd name="T7" fmla="*/ 14 h 70"/>
                  <a:gd name="T8" fmla="*/ 36 w 72"/>
                  <a:gd name="T9" fmla="*/ 0 h 70"/>
                  <a:gd name="T10" fmla="*/ 56 w 72"/>
                  <a:gd name="T11" fmla="*/ 7 h 70"/>
                  <a:gd name="T12" fmla="*/ 70 w 72"/>
                  <a:gd name="T13" fmla="*/ 29 h 70"/>
                  <a:gd name="T14" fmla="*/ 64 w 72"/>
                  <a:gd name="T15" fmla="*/ 55 h 70"/>
                  <a:gd name="T16" fmla="*/ 36 w 72"/>
                  <a:gd name="T17" fmla="*/ 70 h 70"/>
                  <a:gd name="T18" fmla="*/ 36 w 72"/>
                  <a:gd name="T19" fmla="*/ 9 h 70"/>
                  <a:gd name="T20" fmla="*/ 15 w 72"/>
                  <a:gd name="T21" fmla="*/ 20 h 70"/>
                  <a:gd name="T22" fmla="*/ 10 w 72"/>
                  <a:gd name="T23" fmla="*/ 39 h 70"/>
                  <a:gd name="T24" fmla="*/ 21 w 72"/>
                  <a:gd name="T25" fmla="*/ 56 h 70"/>
                  <a:gd name="T26" fmla="*/ 36 w 72"/>
                  <a:gd name="T27" fmla="*/ 61 h 70"/>
                  <a:gd name="T28" fmla="*/ 57 w 72"/>
                  <a:gd name="T29" fmla="*/ 50 h 70"/>
                  <a:gd name="T30" fmla="*/ 62 w 72"/>
                  <a:gd name="T31" fmla="*/ 31 h 70"/>
                  <a:gd name="T32" fmla="*/ 51 w 72"/>
                  <a:gd name="T33" fmla="*/ 14 h 70"/>
                  <a:gd name="T34" fmla="*/ 36 w 72"/>
                  <a:gd name="T35" fmla="*/ 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2" h="70">
                    <a:moveTo>
                      <a:pt x="36" y="70"/>
                    </a:moveTo>
                    <a:cubicBezTo>
                      <a:pt x="28" y="70"/>
                      <a:pt x="21" y="67"/>
                      <a:pt x="15" y="63"/>
                    </a:cubicBezTo>
                    <a:cubicBezTo>
                      <a:pt x="8" y="58"/>
                      <a:pt x="3" y="50"/>
                      <a:pt x="1" y="40"/>
                    </a:cubicBezTo>
                    <a:cubicBezTo>
                      <a:pt x="0" y="31"/>
                      <a:pt x="2" y="22"/>
                      <a:pt x="8" y="14"/>
                    </a:cubicBezTo>
                    <a:cubicBezTo>
                      <a:pt x="14" y="5"/>
                      <a:pt x="25" y="0"/>
                      <a:pt x="36" y="0"/>
                    </a:cubicBezTo>
                    <a:cubicBezTo>
                      <a:pt x="43" y="0"/>
                      <a:pt x="50" y="2"/>
                      <a:pt x="56" y="7"/>
                    </a:cubicBezTo>
                    <a:cubicBezTo>
                      <a:pt x="64" y="12"/>
                      <a:pt x="69" y="20"/>
                      <a:pt x="70" y="29"/>
                    </a:cubicBezTo>
                    <a:cubicBezTo>
                      <a:pt x="72" y="39"/>
                      <a:pt x="70" y="48"/>
                      <a:pt x="64" y="55"/>
                    </a:cubicBezTo>
                    <a:cubicBezTo>
                      <a:pt x="58" y="64"/>
                      <a:pt x="47" y="70"/>
                      <a:pt x="36" y="70"/>
                    </a:cubicBezTo>
                    <a:close/>
                    <a:moveTo>
                      <a:pt x="36" y="9"/>
                    </a:moveTo>
                    <a:cubicBezTo>
                      <a:pt x="28" y="9"/>
                      <a:pt x="20" y="13"/>
                      <a:pt x="15" y="20"/>
                    </a:cubicBezTo>
                    <a:cubicBezTo>
                      <a:pt x="11" y="25"/>
                      <a:pt x="9" y="32"/>
                      <a:pt x="10" y="39"/>
                    </a:cubicBezTo>
                    <a:cubicBezTo>
                      <a:pt x="11" y="46"/>
                      <a:pt x="15" y="52"/>
                      <a:pt x="21" y="56"/>
                    </a:cubicBezTo>
                    <a:cubicBezTo>
                      <a:pt x="25" y="59"/>
                      <a:pt x="30" y="61"/>
                      <a:pt x="36" y="61"/>
                    </a:cubicBezTo>
                    <a:cubicBezTo>
                      <a:pt x="44" y="61"/>
                      <a:pt x="52" y="57"/>
                      <a:pt x="57" y="50"/>
                    </a:cubicBezTo>
                    <a:cubicBezTo>
                      <a:pt x="61" y="44"/>
                      <a:pt x="63" y="38"/>
                      <a:pt x="62" y="31"/>
                    </a:cubicBezTo>
                    <a:cubicBezTo>
                      <a:pt x="60" y="24"/>
                      <a:pt x="57" y="18"/>
                      <a:pt x="51" y="14"/>
                    </a:cubicBezTo>
                    <a:cubicBezTo>
                      <a:pt x="47" y="11"/>
                      <a:pt x="41" y="9"/>
                      <a:pt x="36" y="9"/>
                    </a:cubicBezTo>
                    <a:close/>
                  </a:path>
                </a:pathLst>
              </a:custGeom>
              <a:solidFill>
                <a:srgbClr val="00AA3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40" name="Freeform 33">
                <a:extLst>
                  <a:ext uri="{FF2B5EF4-FFF2-40B4-BE49-F238E27FC236}">
                    <a16:creationId xmlns:a16="http://schemas.microsoft.com/office/drawing/2014/main" id="{884D20DC-E5D7-F1CB-A455-D7D57EFC9806}"/>
                  </a:ext>
                </a:extLst>
              </p:cNvPr>
              <p:cNvSpPr>
                <a:spLocks noEditPoints="1"/>
              </p:cNvSpPr>
              <p:nvPr/>
            </p:nvSpPr>
            <p:spPr bwMode="auto">
              <a:xfrm>
                <a:off x="4179561" y="3409623"/>
                <a:ext cx="388938" cy="395288"/>
              </a:xfrm>
              <a:custGeom>
                <a:avLst/>
                <a:gdLst>
                  <a:gd name="T0" fmla="*/ 35 w 69"/>
                  <a:gd name="T1" fmla="*/ 70 h 70"/>
                  <a:gd name="T2" fmla="*/ 0 w 69"/>
                  <a:gd name="T3" fmla="*/ 35 h 70"/>
                  <a:gd name="T4" fmla="*/ 35 w 69"/>
                  <a:gd name="T5" fmla="*/ 0 h 70"/>
                  <a:gd name="T6" fmla="*/ 69 w 69"/>
                  <a:gd name="T7" fmla="*/ 35 h 70"/>
                  <a:gd name="T8" fmla="*/ 35 w 69"/>
                  <a:gd name="T9" fmla="*/ 70 h 70"/>
                  <a:gd name="T10" fmla="*/ 35 w 69"/>
                  <a:gd name="T11" fmla="*/ 9 h 70"/>
                  <a:gd name="T12" fmla="*/ 9 w 69"/>
                  <a:gd name="T13" fmla="*/ 35 h 70"/>
                  <a:gd name="T14" fmla="*/ 35 w 69"/>
                  <a:gd name="T15" fmla="*/ 61 h 70"/>
                  <a:gd name="T16" fmla="*/ 60 w 69"/>
                  <a:gd name="T17" fmla="*/ 35 h 70"/>
                  <a:gd name="T18" fmla="*/ 35 w 69"/>
                  <a:gd name="T19" fmla="*/ 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70">
                    <a:moveTo>
                      <a:pt x="35" y="70"/>
                    </a:moveTo>
                    <a:cubicBezTo>
                      <a:pt x="15" y="70"/>
                      <a:pt x="0" y="54"/>
                      <a:pt x="0" y="35"/>
                    </a:cubicBezTo>
                    <a:cubicBezTo>
                      <a:pt x="0" y="16"/>
                      <a:pt x="15" y="0"/>
                      <a:pt x="35" y="0"/>
                    </a:cubicBezTo>
                    <a:cubicBezTo>
                      <a:pt x="54" y="0"/>
                      <a:pt x="69" y="16"/>
                      <a:pt x="69" y="35"/>
                    </a:cubicBezTo>
                    <a:cubicBezTo>
                      <a:pt x="69" y="54"/>
                      <a:pt x="54" y="70"/>
                      <a:pt x="35" y="70"/>
                    </a:cubicBezTo>
                    <a:close/>
                    <a:moveTo>
                      <a:pt x="35" y="9"/>
                    </a:moveTo>
                    <a:cubicBezTo>
                      <a:pt x="20" y="9"/>
                      <a:pt x="9" y="21"/>
                      <a:pt x="9" y="35"/>
                    </a:cubicBezTo>
                    <a:cubicBezTo>
                      <a:pt x="9" y="49"/>
                      <a:pt x="20" y="61"/>
                      <a:pt x="35" y="61"/>
                    </a:cubicBezTo>
                    <a:cubicBezTo>
                      <a:pt x="49" y="61"/>
                      <a:pt x="60" y="49"/>
                      <a:pt x="60" y="35"/>
                    </a:cubicBezTo>
                    <a:cubicBezTo>
                      <a:pt x="60" y="21"/>
                      <a:pt x="49" y="9"/>
                      <a:pt x="35" y="9"/>
                    </a:cubicBezTo>
                    <a:close/>
                  </a:path>
                </a:pathLst>
              </a:custGeom>
              <a:solidFill>
                <a:srgbClr val="7FBE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41" name="Freeform 34">
                <a:extLst>
                  <a:ext uri="{FF2B5EF4-FFF2-40B4-BE49-F238E27FC236}">
                    <a16:creationId xmlns:a16="http://schemas.microsoft.com/office/drawing/2014/main" id="{05DBDC8E-3D3B-F384-1888-557D5D70393F}"/>
                  </a:ext>
                </a:extLst>
              </p:cNvPr>
              <p:cNvSpPr>
                <a:spLocks noEditPoints="1"/>
              </p:cNvSpPr>
              <p:nvPr/>
            </p:nvSpPr>
            <p:spPr bwMode="auto">
              <a:xfrm>
                <a:off x="3806499" y="2285673"/>
                <a:ext cx="406400" cy="395288"/>
              </a:xfrm>
              <a:custGeom>
                <a:avLst/>
                <a:gdLst>
                  <a:gd name="T0" fmla="*/ 36 w 72"/>
                  <a:gd name="T1" fmla="*/ 70 h 70"/>
                  <a:gd name="T2" fmla="*/ 8 w 72"/>
                  <a:gd name="T3" fmla="*/ 55 h 70"/>
                  <a:gd name="T4" fmla="*/ 1 w 72"/>
                  <a:gd name="T5" fmla="*/ 29 h 70"/>
                  <a:gd name="T6" fmla="*/ 15 w 72"/>
                  <a:gd name="T7" fmla="*/ 7 h 70"/>
                  <a:gd name="T8" fmla="*/ 36 w 72"/>
                  <a:gd name="T9" fmla="*/ 0 h 70"/>
                  <a:gd name="T10" fmla="*/ 64 w 72"/>
                  <a:gd name="T11" fmla="*/ 14 h 70"/>
                  <a:gd name="T12" fmla="*/ 70 w 72"/>
                  <a:gd name="T13" fmla="*/ 40 h 70"/>
                  <a:gd name="T14" fmla="*/ 56 w 72"/>
                  <a:gd name="T15" fmla="*/ 63 h 70"/>
                  <a:gd name="T16" fmla="*/ 36 w 72"/>
                  <a:gd name="T17" fmla="*/ 70 h 70"/>
                  <a:gd name="T18" fmla="*/ 36 w 72"/>
                  <a:gd name="T19" fmla="*/ 9 h 70"/>
                  <a:gd name="T20" fmla="*/ 21 w 72"/>
                  <a:gd name="T21" fmla="*/ 14 h 70"/>
                  <a:gd name="T22" fmla="*/ 10 w 72"/>
                  <a:gd name="T23" fmla="*/ 31 h 70"/>
                  <a:gd name="T24" fmla="*/ 15 w 72"/>
                  <a:gd name="T25" fmla="*/ 50 h 70"/>
                  <a:gd name="T26" fmla="*/ 36 w 72"/>
                  <a:gd name="T27" fmla="*/ 61 h 70"/>
                  <a:gd name="T28" fmla="*/ 51 w 72"/>
                  <a:gd name="T29" fmla="*/ 56 h 70"/>
                  <a:gd name="T30" fmla="*/ 62 w 72"/>
                  <a:gd name="T31" fmla="*/ 39 h 70"/>
                  <a:gd name="T32" fmla="*/ 57 w 72"/>
                  <a:gd name="T33" fmla="*/ 20 h 70"/>
                  <a:gd name="T34" fmla="*/ 36 w 72"/>
                  <a:gd name="T35" fmla="*/ 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2" h="70">
                    <a:moveTo>
                      <a:pt x="36" y="70"/>
                    </a:moveTo>
                    <a:cubicBezTo>
                      <a:pt x="25" y="70"/>
                      <a:pt x="14" y="64"/>
                      <a:pt x="8" y="55"/>
                    </a:cubicBezTo>
                    <a:cubicBezTo>
                      <a:pt x="2" y="48"/>
                      <a:pt x="0" y="39"/>
                      <a:pt x="1" y="29"/>
                    </a:cubicBezTo>
                    <a:cubicBezTo>
                      <a:pt x="3" y="20"/>
                      <a:pt x="8" y="12"/>
                      <a:pt x="15" y="7"/>
                    </a:cubicBezTo>
                    <a:cubicBezTo>
                      <a:pt x="21" y="2"/>
                      <a:pt x="28" y="0"/>
                      <a:pt x="36" y="0"/>
                    </a:cubicBezTo>
                    <a:cubicBezTo>
                      <a:pt x="47" y="0"/>
                      <a:pt x="58" y="5"/>
                      <a:pt x="64" y="14"/>
                    </a:cubicBezTo>
                    <a:cubicBezTo>
                      <a:pt x="70" y="22"/>
                      <a:pt x="72" y="31"/>
                      <a:pt x="70" y="40"/>
                    </a:cubicBezTo>
                    <a:cubicBezTo>
                      <a:pt x="69" y="50"/>
                      <a:pt x="64" y="58"/>
                      <a:pt x="56" y="63"/>
                    </a:cubicBezTo>
                    <a:cubicBezTo>
                      <a:pt x="50" y="68"/>
                      <a:pt x="43" y="70"/>
                      <a:pt x="36" y="70"/>
                    </a:cubicBezTo>
                    <a:close/>
                    <a:moveTo>
                      <a:pt x="36" y="9"/>
                    </a:moveTo>
                    <a:cubicBezTo>
                      <a:pt x="30" y="9"/>
                      <a:pt x="25" y="11"/>
                      <a:pt x="21" y="14"/>
                    </a:cubicBezTo>
                    <a:cubicBezTo>
                      <a:pt x="15" y="18"/>
                      <a:pt x="11" y="24"/>
                      <a:pt x="10" y="31"/>
                    </a:cubicBezTo>
                    <a:cubicBezTo>
                      <a:pt x="9" y="38"/>
                      <a:pt x="11" y="45"/>
                      <a:pt x="15" y="50"/>
                    </a:cubicBezTo>
                    <a:cubicBezTo>
                      <a:pt x="20" y="57"/>
                      <a:pt x="28" y="61"/>
                      <a:pt x="36" y="61"/>
                    </a:cubicBezTo>
                    <a:cubicBezTo>
                      <a:pt x="41" y="61"/>
                      <a:pt x="47" y="59"/>
                      <a:pt x="51" y="56"/>
                    </a:cubicBezTo>
                    <a:cubicBezTo>
                      <a:pt x="57" y="52"/>
                      <a:pt x="60" y="46"/>
                      <a:pt x="62" y="39"/>
                    </a:cubicBezTo>
                    <a:cubicBezTo>
                      <a:pt x="63" y="32"/>
                      <a:pt x="61" y="25"/>
                      <a:pt x="57" y="20"/>
                    </a:cubicBezTo>
                    <a:cubicBezTo>
                      <a:pt x="52" y="13"/>
                      <a:pt x="44" y="9"/>
                      <a:pt x="36" y="9"/>
                    </a:cubicBezTo>
                    <a:close/>
                  </a:path>
                </a:pathLst>
              </a:custGeom>
              <a:solidFill>
                <a:srgbClr val="9AD3CE"/>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42" name="Freeform 35">
                <a:extLst>
                  <a:ext uri="{FF2B5EF4-FFF2-40B4-BE49-F238E27FC236}">
                    <a16:creationId xmlns:a16="http://schemas.microsoft.com/office/drawing/2014/main" id="{85C0C5C4-E9BA-093A-3E19-BB2DAFB56474}"/>
                  </a:ext>
                </a:extLst>
              </p:cNvPr>
              <p:cNvSpPr>
                <a:spLocks noEditPoints="1"/>
              </p:cNvSpPr>
              <p:nvPr/>
            </p:nvSpPr>
            <p:spPr bwMode="auto">
              <a:xfrm>
                <a:off x="2849236" y="1591935"/>
                <a:ext cx="411163" cy="395288"/>
              </a:xfrm>
              <a:custGeom>
                <a:avLst/>
                <a:gdLst>
                  <a:gd name="T0" fmla="*/ 37 w 73"/>
                  <a:gd name="T1" fmla="*/ 70 h 70"/>
                  <a:gd name="T2" fmla="*/ 26 w 73"/>
                  <a:gd name="T3" fmla="*/ 68 h 70"/>
                  <a:gd name="T4" fmla="*/ 5 w 73"/>
                  <a:gd name="T5" fmla="*/ 51 h 70"/>
                  <a:gd name="T6" fmla="*/ 3 w 73"/>
                  <a:gd name="T7" fmla="*/ 24 h 70"/>
                  <a:gd name="T8" fmla="*/ 37 w 73"/>
                  <a:gd name="T9" fmla="*/ 0 h 70"/>
                  <a:gd name="T10" fmla="*/ 47 w 73"/>
                  <a:gd name="T11" fmla="*/ 2 h 70"/>
                  <a:gd name="T12" fmla="*/ 68 w 73"/>
                  <a:gd name="T13" fmla="*/ 19 h 70"/>
                  <a:gd name="T14" fmla="*/ 70 w 73"/>
                  <a:gd name="T15" fmla="*/ 46 h 70"/>
                  <a:gd name="T16" fmla="*/ 37 w 73"/>
                  <a:gd name="T17" fmla="*/ 70 h 70"/>
                  <a:gd name="T18" fmla="*/ 37 w 73"/>
                  <a:gd name="T19" fmla="*/ 9 h 70"/>
                  <a:gd name="T20" fmla="*/ 12 w 73"/>
                  <a:gd name="T21" fmla="*/ 27 h 70"/>
                  <a:gd name="T22" fmla="*/ 13 w 73"/>
                  <a:gd name="T23" fmla="*/ 47 h 70"/>
                  <a:gd name="T24" fmla="*/ 29 w 73"/>
                  <a:gd name="T25" fmla="*/ 60 h 70"/>
                  <a:gd name="T26" fmla="*/ 37 w 73"/>
                  <a:gd name="T27" fmla="*/ 61 h 70"/>
                  <a:gd name="T28" fmla="*/ 61 w 73"/>
                  <a:gd name="T29" fmla="*/ 43 h 70"/>
                  <a:gd name="T30" fmla="*/ 60 w 73"/>
                  <a:gd name="T31" fmla="*/ 23 h 70"/>
                  <a:gd name="T32" fmla="*/ 45 w 73"/>
                  <a:gd name="T33" fmla="*/ 10 h 70"/>
                  <a:gd name="T34" fmla="*/ 37 w 73"/>
                  <a:gd name="T35" fmla="*/ 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3" h="70">
                    <a:moveTo>
                      <a:pt x="37" y="70"/>
                    </a:moveTo>
                    <a:cubicBezTo>
                      <a:pt x="33" y="70"/>
                      <a:pt x="29" y="69"/>
                      <a:pt x="26" y="68"/>
                    </a:cubicBezTo>
                    <a:cubicBezTo>
                      <a:pt x="17" y="65"/>
                      <a:pt x="10" y="59"/>
                      <a:pt x="5" y="51"/>
                    </a:cubicBezTo>
                    <a:cubicBezTo>
                      <a:pt x="1" y="42"/>
                      <a:pt x="0" y="33"/>
                      <a:pt x="3" y="24"/>
                    </a:cubicBezTo>
                    <a:cubicBezTo>
                      <a:pt x="8" y="10"/>
                      <a:pt x="21" y="0"/>
                      <a:pt x="37" y="0"/>
                    </a:cubicBezTo>
                    <a:cubicBezTo>
                      <a:pt x="40" y="0"/>
                      <a:pt x="44" y="1"/>
                      <a:pt x="47" y="2"/>
                    </a:cubicBezTo>
                    <a:cubicBezTo>
                      <a:pt x="56" y="5"/>
                      <a:pt x="64" y="11"/>
                      <a:pt x="68" y="19"/>
                    </a:cubicBezTo>
                    <a:cubicBezTo>
                      <a:pt x="72" y="27"/>
                      <a:pt x="73" y="37"/>
                      <a:pt x="70" y="46"/>
                    </a:cubicBezTo>
                    <a:cubicBezTo>
                      <a:pt x="65" y="60"/>
                      <a:pt x="52" y="70"/>
                      <a:pt x="37" y="70"/>
                    </a:cubicBezTo>
                    <a:close/>
                    <a:moveTo>
                      <a:pt x="37" y="9"/>
                    </a:moveTo>
                    <a:cubicBezTo>
                      <a:pt x="25" y="9"/>
                      <a:pt x="15" y="16"/>
                      <a:pt x="12" y="27"/>
                    </a:cubicBezTo>
                    <a:cubicBezTo>
                      <a:pt x="10" y="33"/>
                      <a:pt x="10" y="41"/>
                      <a:pt x="13" y="47"/>
                    </a:cubicBezTo>
                    <a:cubicBezTo>
                      <a:pt x="17" y="53"/>
                      <a:pt x="22" y="57"/>
                      <a:pt x="29" y="60"/>
                    </a:cubicBezTo>
                    <a:cubicBezTo>
                      <a:pt x="31" y="60"/>
                      <a:pt x="34" y="61"/>
                      <a:pt x="37" y="61"/>
                    </a:cubicBezTo>
                    <a:cubicBezTo>
                      <a:pt x="48" y="61"/>
                      <a:pt x="58" y="54"/>
                      <a:pt x="61" y="43"/>
                    </a:cubicBezTo>
                    <a:cubicBezTo>
                      <a:pt x="63" y="36"/>
                      <a:pt x="63" y="29"/>
                      <a:pt x="60" y="23"/>
                    </a:cubicBezTo>
                    <a:cubicBezTo>
                      <a:pt x="57" y="17"/>
                      <a:pt x="51" y="12"/>
                      <a:pt x="45" y="10"/>
                    </a:cubicBezTo>
                    <a:cubicBezTo>
                      <a:pt x="42" y="9"/>
                      <a:pt x="39" y="9"/>
                      <a:pt x="37" y="9"/>
                    </a:cubicBezTo>
                    <a:close/>
                  </a:path>
                </a:pathLst>
              </a:custGeom>
              <a:solidFill>
                <a:srgbClr val="696B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pic>
            <p:nvPicPr>
              <p:cNvPr id="43" name="Picture 36">
                <a:extLst>
                  <a:ext uri="{FF2B5EF4-FFF2-40B4-BE49-F238E27FC236}">
                    <a16:creationId xmlns:a16="http://schemas.microsoft.com/office/drawing/2014/main" id="{054D2E76-83B0-8CE3-0B7B-8F8C44F215A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522211" y="2715885"/>
                <a:ext cx="1047750" cy="38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 name="Picture 37">
                <a:extLst>
                  <a:ext uri="{FF2B5EF4-FFF2-40B4-BE49-F238E27FC236}">
                    <a16:creationId xmlns:a16="http://schemas.microsoft.com/office/drawing/2014/main" id="{D3F31EAD-DC86-C111-9EC2-18EEC403C32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53986" y="2411085"/>
                <a:ext cx="354013"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 name="Picture 38">
                <a:extLst>
                  <a:ext uri="{FF2B5EF4-FFF2-40B4-BE49-F238E27FC236}">
                    <a16:creationId xmlns:a16="http://schemas.microsoft.com/office/drawing/2014/main" id="{E2ADF924-1F52-AB60-162E-1FEA9F181B7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22211" y="3279448"/>
                <a:ext cx="896938"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 name="Picture 39">
                <a:extLst>
                  <a:ext uri="{FF2B5EF4-FFF2-40B4-BE49-F238E27FC236}">
                    <a16:creationId xmlns:a16="http://schemas.microsoft.com/office/drawing/2014/main" id="{72EDA2E7-86F1-888D-ACF0-EAAABE30B92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53986" y="3685848"/>
                <a:ext cx="996950"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 name="Picture 40">
                <a:extLst>
                  <a:ext uri="{FF2B5EF4-FFF2-40B4-BE49-F238E27FC236}">
                    <a16:creationId xmlns:a16="http://schemas.microsoft.com/office/drawing/2014/main" id="{D0CA9772-12E5-9A08-2BE3-E7A2F8D2A17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22211" y="4266873"/>
                <a:ext cx="963613" cy="10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8" name="Picture 41">
                <a:extLst>
                  <a:ext uri="{FF2B5EF4-FFF2-40B4-BE49-F238E27FC236}">
                    <a16:creationId xmlns:a16="http://schemas.microsoft.com/office/drawing/2014/main" id="{ADDF70E3-884B-474E-DEA0-390C77E0C16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95236" y="4266873"/>
                <a:ext cx="4572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 name="Freeform 42">
                <a:extLst>
                  <a:ext uri="{FF2B5EF4-FFF2-40B4-BE49-F238E27FC236}">
                    <a16:creationId xmlns:a16="http://schemas.microsoft.com/office/drawing/2014/main" id="{582F8078-D260-AE97-C66D-A9142B2AECDA}"/>
                  </a:ext>
                </a:extLst>
              </p:cNvPr>
              <p:cNvSpPr>
                <a:spLocks/>
              </p:cNvSpPr>
              <p:nvPr/>
            </p:nvSpPr>
            <p:spPr bwMode="auto">
              <a:xfrm>
                <a:off x="1277611" y="2269798"/>
                <a:ext cx="1189038" cy="2692400"/>
              </a:xfrm>
              <a:custGeom>
                <a:avLst/>
                <a:gdLst>
                  <a:gd name="T0" fmla="*/ 211 w 211"/>
                  <a:gd name="T1" fmla="*/ 0 h 477"/>
                  <a:gd name="T2" fmla="*/ 211 w 211"/>
                  <a:gd name="T3" fmla="*/ 464 h 477"/>
                  <a:gd name="T4" fmla="*/ 174 w 211"/>
                  <a:gd name="T5" fmla="*/ 464 h 477"/>
                  <a:gd name="T6" fmla="*/ 152 w 211"/>
                  <a:gd name="T7" fmla="*/ 430 h 477"/>
                  <a:gd name="T8" fmla="*/ 51 w 211"/>
                  <a:gd name="T9" fmla="*/ 424 h 477"/>
                  <a:gd name="T10" fmla="*/ 44 w 211"/>
                  <a:gd name="T11" fmla="*/ 378 h 477"/>
                  <a:gd name="T12" fmla="*/ 33 w 211"/>
                  <a:gd name="T13" fmla="*/ 356 h 477"/>
                  <a:gd name="T14" fmla="*/ 36 w 211"/>
                  <a:gd name="T15" fmla="*/ 345 h 477"/>
                  <a:gd name="T16" fmla="*/ 28 w 211"/>
                  <a:gd name="T17" fmla="*/ 333 h 477"/>
                  <a:gd name="T18" fmla="*/ 28 w 211"/>
                  <a:gd name="T19" fmla="*/ 299 h 477"/>
                  <a:gd name="T20" fmla="*/ 5 w 211"/>
                  <a:gd name="T21" fmla="*/ 292 h 477"/>
                  <a:gd name="T22" fmla="*/ 33 w 211"/>
                  <a:gd name="T23" fmla="*/ 214 h 477"/>
                  <a:gd name="T24" fmla="*/ 211 w 211"/>
                  <a:gd name="T25" fmla="*/ 0 h 4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1" h="477">
                    <a:moveTo>
                      <a:pt x="211" y="0"/>
                    </a:moveTo>
                    <a:cubicBezTo>
                      <a:pt x="211" y="464"/>
                      <a:pt x="211" y="464"/>
                      <a:pt x="211" y="464"/>
                    </a:cubicBezTo>
                    <a:cubicBezTo>
                      <a:pt x="184" y="473"/>
                      <a:pt x="177" y="477"/>
                      <a:pt x="174" y="464"/>
                    </a:cubicBezTo>
                    <a:cubicBezTo>
                      <a:pt x="170" y="450"/>
                      <a:pt x="165" y="429"/>
                      <a:pt x="152" y="430"/>
                    </a:cubicBezTo>
                    <a:cubicBezTo>
                      <a:pt x="108" y="431"/>
                      <a:pt x="64" y="431"/>
                      <a:pt x="51" y="424"/>
                    </a:cubicBezTo>
                    <a:cubicBezTo>
                      <a:pt x="38" y="417"/>
                      <a:pt x="46" y="385"/>
                      <a:pt x="44" y="378"/>
                    </a:cubicBezTo>
                    <a:cubicBezTo>
                      <a:pt x="41" y="371"/>
                      <a:pt x="34" y="361"/>
                      <a:pt x="33" y="356"/>
                    </a:cubicBezTo>
                    <a:cubicBezTo>
                      <a:pt x="32" y="350"/>
                      <a:pt x="36" y="345"/>
                      <a:pt x="36" y="345"/>
                    </a:cubicBezTo>
                    <a:cubicBezTo>
                      <a:pt x="36" y="345"/>
                      <a:pt x="32" y="341"/>
                      <a:pt x="28" y="333"/>
                    </a:cubicBezTo>
                    <a:cubicBezTo>
                      <a:pt x="24" y="324"/>
                      <a:pt x="30" y="305"/>
                      <a:pt x="28" y="299"/>
                    </a:cubicBezTo>
                    <a:cubicBezTo>
                      <a:pt x="27" y="294"/>
                      <a:pt x="10" y="299"/>
                      <a:pt x="5" y="292"/>
                    </a:cubicBezTo>
                    <a:cubicBezTo>
                      <a:pt x="0" y="284"/>
                      <a:pt x="32" y="225"/>
                      <a:pt x="33" y="214"/>
                    </a:cubicBezTo>
                    <a:cubicBezTo>
                      <a:pt x="34" y="203"/>
                      <a:pt x="24" y="0"/>
                      <a:pt x="211" y="0"/>
                    </a:cubicBezTo>
                    <a:close/>
                  </a:path>
                </a:pathLst>
              </a:custGeom>
              <a:solidFill>
                <a:schemeClr val="bg2">
                  <a:lumMod val="90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50" name="Oval 43">
                <a:extLst>
                  <a:ext uri="{FF2B5EF4-FFF2-40B4-BE49-F238E27FC236}">
                    <a16:creationId xmlns:a16="http://schemas.microsoft.com/office/drawing/2014/main" id="{00569517-39F7-E572-BAA2-1D2622BD9EFF}"/>
                  </a:ext>
                </a:extLst>
              </p:cNvPr>
              <p:cNvSpPr>
                <a:spLocks noChangeArrowheads="1"/>
              </p:cNvSpPr>
              <p:nvPr/>
            </p:nvSpPr>
            <p:spPr bwMode="auto">
              <a:xfrm>
                <a:off x="2968299" y="2347585"/>
                <a:ext cx="174625" cy="180975"/>
              </a:xfrm>
              <a:prstGeom prst="ellipse">
                <a:avLst/>
              </a:prstGeom>
              <a:solidFill>
                <a:srgbClr val="9698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51" name="Freeform 44">
                <a:extLst>
                  <a:ext uri="{FF2B5EF4-FFF2-40B4-BE49-F238E27FC236}">
                    <a16:creationId xmlns:a16="http://schemas.microsoft.com/office/drawing/2014/main" id="{A799441B-8939-D07B-EB27-6E3794395171}"/>
                  </a:ext>
                </a:extLst>
              </p:cNvPr>
              <p:cNvSpPr>
                <a:spLocks/>
              </p:cNvSpPr>
              <p:nvPr/>
            </p:nvSpPr>
            <p:spPr bwMode="auto">
              <a:xfrm>
                <a:off x="3220711" y="3166735"/>
                <a:ext cx="311150" cy="355600"/>
              </a:xfrm>
              <a:custGeom>
                <a:avLst/>
                <a:gdLst>
                  <a:gd name="T0" fmla="*/ 23 w 55"/>
                  <a:gd name="T1" fmla="*/ 4 h 63"/>
                  <a:gd name="T2" fmla="*/ 12 w 55"/>
                  <a:gd name="T3" fmla="*/ 47 h 63"/>
                  <a:gd name="T4" fmla="*/ 55 w 55"/>
                  <a:gd name="T5" fmla="*/ 29 h 63"/>
                  <a:gd name="T6" fmla="*/ 23 w 55"/>
                  <a:gd name="T7" fmla="*/ 4 h 63"/>
                </a:gdLst>
                <a:ahLst/>
                <a:cxnLst>
                  <a:cxn ang="0">
                    <a:pos x="T0" y="T1"/>
                  </a:cxn>
                  <a:cxn ang="0">
                    <a:pos x="T2" y="T3"/>
                  </a:cxn>
                  <a:cxn ang="0">
                    <a:pos x="T4" y="T5"/>
                  </a:cxn>
                  <a:cxn ang="0">
                    <a:pos x="T6" y="T7"/>
                  </a:cxn>
                </a:cxnLst>
                <a:rect l="0" t="0" r="r" b="b"/>
                <a:pathLst>
                  <a:path w="55" h="63">
                    <a:moveTo>
                      <a:pt x="23" y="4"/>
                    </a:moveTo>
                    <a:cubicBezTo>
                      <a:pt x="4" y="10"/>
                      <a:pt x="0" y="33"/>
                      <a:pt x="12" y="47"/>
                    </a:cubicBezTo>
                    <a:cubicBezTo>
                      <a:pt x="27" y="63"/>
                      <a:pt x="55" y="50"/>
                      <a:pt x="55" y="29"/>
                    </a:cubicBezTo>
                    <a:cubicBezTo>
                      <a:pt x="55" y="12"/>
                      <a:pt x="39" y="0"/>
                      <a:pt x="23" y="4"/>
                    </a:cubicBezTo>
                    <a:close/>
                  </a:path>
                </a:pathLst>
              </a:custGeom>
              <a:solidFill>
                <a:srgbClr val="9698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52" name="Freeform 45">
                <a:extLst>
                  <a:ext uri="{FF2B5EF4-FFF2-40B4-BE49-F238E27FC236}">
                    <a16:creationId xmlns:a16="http://schemas.microsoft.com/office/drawing/2014/main" id="{133E63B6-A25F-5F86-943E-0DDF40930A43}"/>
                  </a:ext>
                </a:extLst>
              </p:cNvPr>
              <p:cNvSpPr>
                <a:spLocks/>
              </p:cNvSpPr>
              <p:nvPr/>
            </p:nvSpPr>
            <p:spPr bwMode="auto">
              <a:xfrm>
                <a:off x="2674611" y="3612823"/>
                <a:ext cx="293688" cy="254000"/>
              </a:xfrm>
              <a:custGeom>
                <a:avLst/>
                <a:gdLst>
                  <a:gd name="T0" fmla="*/ 39 w 52"/>
                  <a:gd name="T1" fmla="*/ 8 h 45"/>
                  <a:gd name="T2" fmla="*/ 13 w 52"/>
                  <a:gd name="T3" fmla="*/ 5 h 45"/>
                  <a:gd name="T4" fmla="*/ 3 w 52"/>
                  <a:gd name="T5" fmla="*/ 29 h 45"/>
                  <a:gd name="T6" fmla="*/ 5 w 52"/>
                  <a:gd name="T7" fmla="*/ 32 h 45"/>
                  <a:gd name="T8" fmla="*/ 20 w 52"/>
                  <a:gd name="T9" fmla="*/ 44 h 45"/>
                  <a:gd name="T10" fmla="*/ 24 w 52"/>
                  <a:gd name="T11" fmla="*/ 44 h 45"/>
                  <a:gd name="T12" fmla="*/ 39 w 52"/>
                  <a:gd name="T13" fmla="*/ 8 h 45"/>
                </a:gdLst>
                <a:ahLst/>
                <a:cxnLst>
                  <a:cxn ang="0">
                    <a:pos x="T0" y="T1"/>
                  </a:cxn>
                  <a:cxn ang="0">
                    <a:pos x="T2" y="T3"/>
                  </a:cxn>
                  <a:cxn ang="0">
                    <a:pos x="T4" y="T5"/>
                  </a:cxn>
                  <a:cxn ang="0">
                    <a:pos x="T6" y="T7"/>
                  </a:cxn>
                  <a:cxn ang="0">
                    <a:pos x="T8" y="T9"/>
                  </a:cxn>
                  <a:cxn ang="0">
                    <a:pos x="T10" y="T11"/>
                  </a:cxn>
                  <a:cxn ang="0">
                    <a:pos x="T12" y="T13"/>
                  </a:cxn>
                </a:cxnLst>
                <a:rect l="0" t="0" r="r" b="b"/>
                <a:pathLst>
                  <a:path w="52" h="45">
                    <a:moveTo>
                      <a:pt x="39" y="8"/>
                    </a:moveTo>
                    <a:cubicBezTo>
                      <a:pt x="32" y="1"/>
                      <a:pt x="21" y="0"/>
                      <a:pt x="13" y="5"/>
                    </a:cubicBezTo>
                    <a:cubicBezTo>
                      <a:pt x="5" y="9"/>
                      <a:pt x="0" y="20"/>
                      <a:pt x="3" y="29"/>
                    </a:cubicBezTo>
                    <a:cubicBezTo>
                      <a:pt x="4" y="30"/>
                      <a:pt x="4" y="31"/>
                      <a:pt x="5" y="32"/>
                    </a:cubicBezTo>
                    <a:cubicBezTo>
                      <a:pt x="7" y="39"/>
                      <a:pt x="13" y="45"/>
                      <a:pt x="20" y="44"/>
                    </a:cubicBezTo>
                    <a:cubicBezTo>
                      <a:pt x="22" y="44"/>
                      <a:pt x="23" y="44"/>
                      <a:pt x="24" y="44"/>
                    </a:cubicBezTo>
                    <a:cubicBezTo>
                      <a:pt x="42" y="44"/>
                      <a:pt x="52" y="21"/>
                      <a:pt x="39" y="8"/>
                    </a:cubicBezTo>
                    <a:close/>
                  </a:path>
                </a:pathLst>
              </a:custGeom>
              <a:solidFill>
                <a:srgbClr val="9698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53" name="Oval 46">
                <a:extLst>
                  <a:ext uri="{FF2B5EF4-FFF2-40B4-BE49-F238E27FC236}">
                    <a16:creationId xmlns:a16="http://schemas.microsoft.com/office/drawing/2014/main" id="{62E03A01-7CAA-11EC-F691-E3086C70B4F3}"/>
                  </a:ext>
                </a:extLst>
              </p:cNvPr>
              <p:cNvSpPr>
                <a:spLocks noChangeArrowheads="1"/>
              </p:cNvSpPr>
              <p:nvPr/>
            </p:nvSpPr>
            <p:spPr bwMode="auto">
              <a:xfrm>
                <a:off x="3328661" y="4204960"/>
                <a:ext cx="230188" cy="231775"/>
              </a:xfrm>
              <a:prstGeom prst="ellipse">
                <a:avLst/>
              </a:prstGeom>
              <a:solidFill>
                <a:srgbClr val="96989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54" name="Freeform 47">
                <a:extLst>
                  <a:ext uri="{FF2B5EF4-FFF2-40B4-BE49-F238E27FC236}">
                    <a16:creationId xmlns:a16="http://schemas.microsoft.com/office/drawing/2014/main" id="{71069213-F96B-CFB9-801D-E6CA79A5B50D}"/>
                  </a:ext>
                </a:extLst>
              </p:cNvPr>
              <p:cNvSpPr>
                <a:spLocks/>
              </p:cNvSpPr>
              <p:nvPr/>
            </p:nvSpPr>
            <p:spPr bwMode="auto">
              <a:xfrm>
                <a:off x="2871461" y="2952423"/>
                <a:ext cx="236538" cy="207963"/>
              </a:xfrm>
              <a:custGeom>
                <a:avLst/>
                <a:gdLst>
                  <a:gd name="T0" fmla="*/ 21 w 42"/>
                  <a:gd name="T1" fmla="*/ 0 h 37"/>
                  <a:gd name="T2" fmla="*/ 3 w 42"/>
                  <a:gd name="T3" fmla="*/ 23 h 37"/>
                  <a:gd name="T4" fmla="*/ 3 w 42"/>
                  <a:gd name="T5" fmla="*/ 24 h 37"/>
                  <a:gd name="T6" fmla="*/ 21 w 42"/>
                  <a:gd name="T7" fmla="*/ 37 h 37"/>
                  <a:gd name="T8" fmla="*/ 38 w 42"/>
                  <a:gd name="T9" fmla="*/ 24 h 37"/>
                  <a:gd name="T10" fmla="*/ 38 w 42"/>
                  <a:gd name="T11" fmla="*/ 23 h 37"/>
                  <a:gd name="T12" fmla="*/ 21 w 42"/>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42" h="37">
                    <a:moveTo>
                      <a:pt x="21" y="0"/>
                    </a:moveTo>
                    <a:cubicBezTo>
                      <a:pt x="9" y="0"/>
                      <a:pt x="0" y="12"/>
                      <a:pt x="3" y="23"/>
                    </a:cubicBezTo>
                    <a:cubicBezTo>
                      <a:pt x="3" y="24"/>
                      <a:pt x="3" y="24"/>
                      <a:pt x="3" y="24"/>
                    </a:cubicBezTo>
                    <a:cubicBezTo>
                      <a:pt x="6" y="32"/>
                      <a:pt x="13" y="37"/>
                      <a:pt x="21" y="37"/>
                    </a:cubicBezTo>
                    <a:cubicBezTo>
                      <a:pt x="29" y="37"/>
                      <a:pt x="36" y="32"/>
                      <a:pt x="38" y="24"/>
                    </a:cubicBezTo>
                    <a:cubicBezTo>
                      <a:pt x="38" y="24"/>
                      <a:pt x="38" y="24"/>
                      <a:pt x="38" y="23"/>
                    </a:cubicBezTo>
                    <a:cubicBezTo>
                      <a:pt x="42" y="12"/>
                      <a:pt x="32" y="0"/>
                      <a:pt x="21" y="0"/>
                    </a:cubicBezTo>
                    <a:close/>
                  </a:path>
                </a:pathLst>
              </a:custGeom>
              <a:solidFill>
                <a:srgbClr val="696B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55" name="Freeform 48">
                <a:extLst>
                  <a:ext uri="{FF2B5EF4-FFF2-40B4-BE49-F238E27FC236}">
                    <a16:creationId xmlns:a16="http://schemas.microsoft.com/office/drawing/2014/main" id="{8BA86DFF-A9A4-FC8B-1251-86EB3E5015BE}"/>
                  </a:ext>
                </a:extLst>
              </p:cNvPr>
              <p:cNvSpPr>
                <a:spLocks/>
              </p:cNvSpPr>
              <p:nvPr/>
            </p:nvSpPr>
            <p:spPr bwMode="auto">
              <a:xfrm>
                <a:off x="3430261" y="2687310"/>
                <a:ext cx="190500" cy="192088"/>
              </a:xfrm>
              <a:custGeom>
                <a:avLst/>
                <a:gdLst>
                  <a:gd name="T0" fmla="*/ 32 w 34"/>
                  <a:gd name="T1" fmla="*/ 13 h 34"/>
                  <a:gd name="T2" fmla="*/ 32 w 34"/>
                  <a:gd name="T3" fmla="*/ 12 h 34"/>
                  <a:gd name="T4" fmla="*/ 11 w 34"/>
                  <a:gd name="T5" fmla="*/ 3 h 34"/>
                  <a:gd name="T6" fmla="*/ 9 w 34"/>
                  <a:gd name="T7" fmla="*/ 4 h 34"/>
                  <a:gd name="T8" fmla="*/ 2 w 34"/>
                  <a:gd name="T9" fmla="*/ 22 h 34"/>
                  <a:gd name="T10" fmla="*/ 4 w 34"/>
                  <a:gd name="T11" fmla="*/ 27 h 34"/>
                  <a:gd name="T12" fmla="*/ 19 w 34"/>
                  <a:gd name="T13" fmla="*/ 33 h 34"/>
                  <a:gd name="T14" fmla="*/ 21 w 34"/>
                  <a:gd name="T15" fmla="*/ 33 h 34"/>
                  <a:gd name="T16" fmla="*/ 32 w 34"/>
                  <a:gd name="T17" fmla="*/ 13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4" h="34">
                    <a:moveTo>
                      <a:pt x="32" y="13"/>
                    </a:moveTo>
                    <a:cubicBezTo>
                      <a:pt x="32" y="13"/>
                      <a:pt x="32" y="13"/>
                      <a:pt x="32" y="12"/>
                    </a:cubicBezTo>
                    <a:cubicBezTo>
                      <a:pt x="30" y="2"/>
                      <a:pt x="19" y="0"/>
                      <a:pt x="11" y="3"/>
                    </a:cubicBezTo>
                    <a:cubicBezTo>
                      <a:pt x="9" y="4"/>
                      <a:pt x="9" y="4"/>
                      <a:pt x="9" y="4"/>
                    </a:cubicBezTo>
                    <a:cubicBezTo>
                      <a:pt x="3" y="7"/>
                      <a:pt x="0" y="15"/>
                      <a:pt x="2" y="22"/>
                    </a:cubicBezTo>
                    <a:cubicBezTo>
                      <a:pt x="3" y="24"/>
                      <a:pt x="3" y="25"/>
                      <a:pt x="4" y="27"/>
                    </a:cubicBezTo>
                    <a:cubicBezTo>
                      <a:pt x="7" y="33"/>
                      <a:pt x="14" y="34"/>
                      <a:pt x="19" y="33"/>
                    </a:cubicBezTo>
                    <a:cubicBezTo>
                      <a:pt x="20" y="33"/>
                      <a:pt x="21" y="33"/>
                      <a:pt x="21" y="33"/>
                    </a:cubicBezTo>
                    <a:cubicBezTo>
                      <a:pt x="30" y="30"/>
                      <a:pt x="34" y="22"/>
                      <a:pt x="32" y="13"/>
                    </a:cubicBezTo>
                    <a:close/>
                  </a:path>
                </a:pathLst>
              </a:custGeom>
              <a:solidFill>
                <a:srgbClr val="696B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56" name="Oval 49">
                <a:extLst>
                  <a:ext uri="{FF2B5EF4-FFF2-40B4-BE49-F238E27FC236}">
                    <a16:creationId xmlns:a16="http://schemas.microsoft.com/office/drawing/2014/main" id="{842EDBE6-AD84-69BE-BF4B-56E512C82A85}"/>
                  </a:ext>
                </a:extLst>
              </p:cNvPr>
              <p:cNvSpPr>
                <a:spLocks noChangeArrowheads="1"/>
              </p:cNvSpPr>
              <p:nvPr/>
            </p:nvSpPr>
            <p:spPr bwMode="auto">
              <a:xfrm>
                <a:off x="3582661" y="3884285"/>
                <a:ext cx="223838" cy="225425"/>
              </a:xfrm>
              <a:prstGeom prst="ellipse">
                <a:avLst/>
              </a:prstGeom>
              <a:solidFill>
                <a:srgbClr val="696B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57" name="Freeform 50">
                <a:extLst>
                  <a:ext uri="{FF2B5EF4-FFF2-40B4-BE49-F238E27FC236}">
                    <a16:creationId xmlns:a16="http://schemas.microsoft.com/office/drawing/2014/main" id="{CA949844-3955-85C1-7E66-2BAAB7398699}"/>
                  </a:ext>
                </a:extLst>
              </p:cNvPr>
              <p:cNvSpPr>
                <a:spLocks/>
              </p:cNvSpPr>
              <p:nvPr/>
            </p:nvSpPr>
            <p:spPr bwMode="auto">
              <a:xfrm>
                <a:off x="2866699" y="4516110"/>
                <a:ext cx="292100" cy="225425"/>
              </a:xfrm>
              <a:custGeom>
                <a:avLst/>
                <a:gdLst>
                  <a:gd name="T0" fmla="*/ 26 w 52"/>
                  <a:gd name="T1" fmla="*/ 0 h 40"/>
                  <a:gd name="T2" fmla="*/ 26 w 52"/>
                  <a:gd name="T3" fmla="*/ 40 h 40"/>
                  <a:gd name="T4" fmla="*/ 26 w 52"/>
                  <a:gd name="T5" fmla="*/ 0 h 40"/>
                </a:gdLst>
                <a:ahLst/>
                <a:cxnLst>
                  <a:cxn ang="0">
                    <a:pos x="T0" y="T1"/>
                  </a:cxn>
                  <a:cxn ang="0">
                    <a:pos x="T2" y="T3"/>
                  </a:cxn>
                  <a:cxn ang="0">
                    <a:pos x="T4" y="T5"/>
                  </a:cxn>
                </a:cxnLst>
                <a:rect l="0" t="0" r="r" b="b"/>
                <a:pathLst>
                  <a:path w="52" h="40">
                    <a:moveTo>
                      <a:pt x="26" y="0"/>
                    </a:moveTo>
                    <a:cubicBezTo>
                      <a:pt x="0" y="0"/>
                      <a:pt x="0" y="40"/>
                      <a:pt x="26" y="40"/>
                    </a:cubicBezTo>
                    <a:cubicBezTo>
                      <a:pt x="52" y="40"/>
                      <a:pt x="52" y="0"/>
                      <a:pt x="26" y="0"/>
                    </a:cubicBezTo>
                    <a:close/>
                  </a:path>
                </a:pathLst>
              </a:custGeom>
              <a:solidFill>
                <a:srgbClr val="696B7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1600"/>
              </a:p>
            </p:txBody>
          </p:sp>
          <p:sp>
            <p:nvSpPr>
              <p:cNvPr id="58" name="文本框 106">
                <a:extLst>
                  <a:ext uri="{FF2B5EF4-FFF2-40B4-BE49-F238E27FC236}">
                    <a16:creationId xmlns:a16="http://schemas.microsoft.com/office/drawing/2014/main" id="{B6CC5FEA-0770-99F5-E431-90D1C9BA58F1}"/>
                  </a:ext>
                </a:extLst>
              </p:cNvPr>
              <p:cNvSpPr txBox="1"/>
              <p:nvPr/>
            </p:nvSpPr>
            <p:spPr>
              <a:xfrm>
                <a:off x="4038925" y="1656456"/>
                <a:ext cx="1236946" cy="207685"/>
              </a:xfrm>
              <a:prstGeom prst="rect">
                <a:avLst/>
              </a:prstGeom>
              <a:noFill/>
            </p:spPr>
            <p:txBody>
              <a:bodyPr vert="horz" wrap="square" lIns="0" tIns="0" rIns="0" bIns="0" rtlCol="0">
                <a:spAutoFit/>
              </a:bodyPr>
              <a:lstStyle/>
              <a:p>
                <a:pPr>
                  <a:spcBef>
                    <a:spcPts val="200"/>
                  </a:spcBef>
                  <a:buSzPct val="100000"/>
                </a:pPr>
                <a:r>
                  <a:rPr lang="en-US" sz="1600" b="1" dirty="0">
                    <a:solidFill>
                      <a:schemeClr val="bg1"/>
                    </a:solidFill>
                  </a:rPr>
                  <a:t>1</a:t>
                </a:r>
              </a:p>
            </p:txBody>
          </p:sp>
          <p:sp>
            <p:nvSpPr>
              <p:cNvPr id="59" name="文本框 106">
                <a:extLst>
                  <a:ext uri="{FF2B5EF4-FFF2-40B4-BE49-F238E27FC236}">
                    <a16:creationId xmlns:a16="http://schemas.microsoft.com/office/drawing/2014/main" id="{9997C932-C2D1-F855-0214-9A258A41A3A0}"/>
                  </a:ext>
                </a:extLst>
              </p:cNvPr>
              <p:cNvSpPr txBox="1"/>
              <p:nvPr/>
            </p:nvSpPr>
            <p:spPr>
              <a:xfrm>
                <a:off x="4652637" y="1456728"/>
                <a:ext cx="5800245" cy="623056"/>
              </a:xfrm>
              <a:prstGeom prst="rect">
                <a:avLst/>
              </a:prstGeom>
              <a:noFill/>
            </p:spPr>
            <p:txBody>
              <a:bodyPr vert="horz" wrap="square" lIns="0" tIns="0" rIns="0" bIns="0" rtlCol="0">
                <a:spAutoFit/>
              </a:bodyPr>
              <a:lstStyle/>
              <a:p>
                <a:pPr algn="just">
                  <a:spcBef>
                    <a:spcPts val="200"/>
                  </a:spcBef>
                  <a:buSzPct val="100000"/>
                </a:pPr>
                <a:r>
                  <a:rPr lang="en-US" altLang="zh-CN" sz="1600" b="1" dirty="0"/>
                  <a:t>Clear communication</a:t>
                </a:r>
                <a:r>
                  <a:rPr lang="en-US" altLang="zh-CN" sz="1600" dirty="0"/>
                  <a:t> of the mission, vision, objectives, and priorities of the Commission to regulators, thereby </a:t>
                </a:r>
                <a:r>
                  <a:rPr lang="en-US" altLang="zh-CN" sz="1600" b="1" dirty="0"/>
                  <a:t>establishing a consistent regulatory framework</a:t>
                </a:r>
              </a:p>
            </p:txBody>
          </p:sp>
          <p:sp>
            <p:nvSpPr>
              <p:cNvPr id="60" name="文本框 106">
                <a:extLst>
                  <a:ext uri="{FF2B5EF4-FFF2-40B4-BE49-F238E27FC236}">
                    <a16:creationId xmlns:a16="http://schemas.microsoft.com/office/drawing/2014/main" id="{F5742A9E-AF00-2606-4A5E-2E17524C692D}"/>
                  </a:ext>
                </a:extLst>
              </p:cNvPr>
              <p:cNvSpPr txBox="1"/>
              <p:nvPr/>
            </p:nvSpPr>
            <p:spPr>
              <a:xfrm>
                <a:off x="4188945" y="5369263"/>
                <a:ext cx="204929" cy="207685"/>
              </a:xfrm>
              <a:prstGeom prst="rect">
                <a:avLst/>
              </a:prstGeom>
              <a:noFill/>
            </p:spPr>
            <p:txBody>
              <a:bodyPr vert="horz" wrap="square" lIns="0" tIns="0" rIns="0" bIns="0" rtlCol="0">
                <a:spAutoFit/>
              </a:bodyPr>
              <a:lstStyle/>
              <a:p>
                <a:pPr>
                  <a:spcBef>
                    <a:spcPts val="200"/>
                  </a:spcBef>
                  <a:buSzPct val="100000"/>
                </a:pPr>
                <a:r>
                  <a:rPr lang="en-US" sz="1600" b="1" dirty="0">
                    <a:solidFill>
                      <a:schemeClr val="bg1"/>
                    </a:solidFill>
                  </a:rPr>
                  <a:t>5</a:t>
                </a:r>
              </a:p>
            </p:txBody>
          </p:sp>
          <p:sp>
            <p:nvSpPr>
              <p:cNvPr id="62" name="文本框 106">
                <a:extLst>
                  <a:ext uri="{FF2B5EF4-FFF2-40B4-BE49-F238E27FC236}">
                    <a16:creationId xmlns:a16="http://schemas.microsoft.com/office/drawing/2014/main" id="{237EED42-F4CC-0A58-0D50-95861B766DE8}"/>
                  </a:ext>
                </a:extLst>
              </p:cNvPr>
              <p:cNvSpPr txBox="1"/>
              <p:nvPr/>
            </p:nvSpPr>
            <p:spPr>
              <a:xfrm>
                <a:off x="4630412" y="2511301"/>
                <a:ext cx="1236946" cy="207685"/>
              </a:xfrm>
              <a:prstGeom prst="rect">
                <a:avLst/>
              </a:prstGeom>
              <a:noFill/>
            </p:spPr>
            <p:txBody>
              <a:bodyPr vert="horz" wrap="square" lIns="0" tIns="0" rIns="0" bIns="0" rtlCol="0">
                <a:spAutoFit/>
              </a:bodyPr>
              <a:lstStyle/>
              <a:p>
                <a:pPr>
                  <a:spcBef>
                    <a:spcPts val="200"/>
                  </a:spcBef>
                  <a:buSzPct val="100000"/>
                </a:pPr>
                <a:r>
                  <a:rPr lang="en-US" sz="1600" b="1" dirty="0">
                    <a:solidFill>
                      <a:schemeClr val="bg1"/>
                    </a:solidFill>
                  </a:rPr>
                  <a:t>2</a:t>
                </a:r>
              </a:p>
            </p:txBody>
          </p:sp>
          <p:sp>
            <p:nvSpPr>
              <p:cNvPr id="64" name="文本框 106">
                <a:extLst>
                  <a:ext uri="{FF2B5EF4-FFF2-40B4-BE49-F238E27FC236}">
                    <a16:creationId xmlns:a16="http://schemas.microsoft.com/office/drawing/2014/main" id="{5A56F04E-65FA-9FCE-E0D4-09E2EDF24F28}"/>
                  </a:ext>
                </a:extLst>
              </p:cNvPr>
              <p:cNvSpPr txBox="1"/>
              <p:nvPr/>
            </p:nvSpPr>
            <p:spPr>
              <a:xfrm>
                <a:off x="4714664" y="4428465"/>
                <a:ext cx="249122" cy="207685"/>
              </a:xfrm>
              <a:prstGeom prst="rect">
                <a:avLst/>
              </a:prstGeom>
              <a:noFill/>
            </p:spPr>
            <p:txBody>
              <a:bodyPr vert="horz" wrap="square" lIns="0" tIns="0" rIns="0" bIns="0" rtlCol="0">
                <a:spAutoFit/>
              </a:bodyPr>
              <a:lstStyle/>
              <a:p>
                <a:pPr>
                  <a:spcBef>
                    <a:spcPts val="200"/>
                  </a:spcBef>
                  <a:buSzPct val="100000"/>
                </a:pPr>
                <a:r>
                  <a:rPr lang="en-US" sz="1600" b="1" dirty="0">
                    <a:solidFill>
                      <a:schemeClr val="bg1"/>
                    </a:solidFill>
                  </a:rPr>
                  <a:t>4</a:t>
                </a:r>
              </a:p>
            </p:txBody>
          </p:sp>
          <p:sp>
            <p:nvSpPr>
              <p:cNvPr id="66" name="文本框 106">
                <a:extLst>
                  <a:ext uri="{FF2B5EF4-FFF2-40B4-BE49-F238E27FC236}">
                    <a16:creationId xmlns:a16="http://schemas.microsoft.com/office/drawing/2014/main" id="{E11FFF55-0C22-3E21-59A0-146AB4772F42}"/>
                  </a:ext>
                </a:extLst>
              </p:cNvPr>
              <p:cNvSpPr txBox="1"/>
              <p:nvPr/>
            </p:nvSpPr>
            <p:spPr>
              <a:xfrm>
                <a:off x="4900287" y="3477327"/>
                <a:ext cx="935037" cy="207685"/>
              </a:xfrm>
              <a:prstGeom prst="rect">
                <a:avLst/>
              </a:prstGeom>
              <a:noFill/>
            </p:spPr>
            <p:txBody>
              <a:bodyPr vert="horz" wrap="square" lIns="0" tIns="0" rIns="0" bIns="0" rtlCol="0">
                <a:spAutoFit/>
              </a:bodyPr>
              <a:lstStyle/>
              <a:p>
                <a:pPr>
                  <a:spcBef>
                    <a:spcPts val="200"/>
                  </a:spcBef>
                  <a:buSzPct val="100000"/>
                </a:pPr>
                <a:r>
                  <a:rPr lang="en-US" sz="1600" b="1" dirty="0">
                    <a:solidFill>
                      <a:schemeClr val="bg1"/>
                    </a:solidFill>
                  </a:rPr>
                  <a:t>3</a:t>
                </a:r>
              </a:p>
            </p:txBody>
          </p:sp>
        </p:grpSp>
        <p:sp>
          <p:nvSpPr>
            <p:cNvPr id="69" name="文本框 106">
              <a:extLst>
                <a:ext uri="{FF2B5EF4-FFF2-40B4-BE49-F238E27FC236}">
                  <a16:creationId xmlns:a16="http://schemas.microsoft.com/office/drawing/2014/main" id="{BA9153F7-F758-F9C0-CFBF-96F1A2C67634}"/>
                </a:ext>
              </a:extLst>
            </p:cNvPr>
            <p:cNvSpPr txBox="1"/>
            <p:nvPr/>
          </p:nvSpPr>
          <p:spPr>
            <a:xfrm>
              <a:off x="5804261" y="2498833"/>
              <a:ext cx="6584269" cy="692280"/>
            </a:xfrm>
            <a:prstGeom prst="rect">
              <a:avLst/>
            </a:prstGeom>
            <a:noFill/>
          </p:spPr>
          <p:txBody>
            <a:bodyPr vert="horz" wrap="square" lIns="0" tIns="0" rIns="0" bIns="0" rtlCol="0">
              <a:spAutoFit/>
            </a:bodyPr>
            <a:lstStyle/>
            <a:p>
              <a:pPr algn="just">
                <a:spcBef>
                  <a:spcPts val="200"/>
                </a:spcBef>
                <a:buSzPct val="100000"/>
              </a:pPr>
              <a:r>
                <a:rPr lang="en-US" altLang="zh-CN" sz="1600" b="1" dirty="0"/>
                <a:t>Alignment with  National Planning Commission's 16</a:t>
              </a:r>
              <a:r>
                <a:rPr lang="en-US" altLang="zh-CN" sz="1600" b="1" baseline="30000" dirty="0"/>
                <a:t>th</a:t>
              </a:r>
              <a:r>
                <a:rPr lang="en-US" altLang="zh-CN" sz="1600" b="1" dirty="0"/>
                <a:t> Plan</a:t>
              </a:r>
              <a:r>
                <a:rPr lang="en-US" altLang="zh-CN" sz="1600" dirty="0"/>
                <a:t>, which focuses on expanding electricity capacity, increasing exports, and boosting domestic energy consumption.</a:t>
              </a:r>
            </a:p>
          </p:txBody>
        </p:sp>
        <p:sp>
          <p:nvSpPr>
            <p:cNvPr id="70" name="文本框 106">
              <a:extLst>
                <a:ext uri="{FF2B5EF4-FFF2-40B4-BE49-F238E27FC236}">
                  <a16:creationId xmlns:a16="http://schemas.microsoft.com/office/drawing/2014/main" id="{6FDBE909-DF74-8A64-462C-65F5BB9CB738}"/>
                </a:ext>
              </a:extLst>
            </p:cNvPr>
            <p:cNvSpPr txBox="1"/>
            <p:nvPr/>
          </p:nvSpPr>
          <p:spPr>
            <a:xfrm>
              <a:off x="6044109" y="3542982"/>
              <a:ext cx="6344422" cy="692280"/>
            </a:xfrm>
            <a:prstGeom prst="rect">
              <a:avLst/>
            </a:prstGeom>
            <a:noFill/>
          </p:spPr>
          <p:txBody>
            <a:bodyPr vert="horz" wrap="square" lIns="0" tIns="0" rIns="0" bIns="0" rtlCol="0">
              <a:spAutoFit/>
            </a:bodyPr>
            <a:lstStyle/>
            <a:p>
              <a:pPr algn="just">
                <a:spcBef>
                  <a:spcPts val="200"/>
                </a:spcBef>
                <a:buSzPct val="100000"/>
              </a:pPr>
              <a:r>
                <a:rPr lang="en-US" altLang="zh-CN" sz="1600" b="1" dirty="0"/>
                <a:t>Reduction of regulatory uncertainties</a:t>
              </a:r>
              <a:r>
                <a:rPr lang="en-US" altLang="zh-CN" sz="1600" dirty="0"/>
                <a:t> to </a:t>
              </a:r>
              <a:r>
                <a:rPr lang="en-US" altLang="zh-CN" sz="1600" b="1" dirty="0"/>
                <a:t>boost investor confidence</a:t>
              </a:r>
              <a:r>
                <a:rPr lang="en-US" altLang="zh-CN" sz="1600" dirty="0"/>
                <a:t> and </a:t>
              </a:r>
              <a:r>
                <a:rPr lang="en-US" altLang="zh-CN" sz="1600" b="1" dirty="0"/>
                <a:t>promote stability and growth</a:t>
              </a:r>
              <a:r>
                <a:rPr lang="en-US" altLang="zh-CN" sz="1600" dirty="0"/>
                <a:t> in the energy sector</a:t>
              </a:r>
            </a:p>
          </p:txBody>
        </p:sp>
        <p:sp>
          <p:nvSpPr>
            <p:cNvPr id="71" name="文本框 106">
              <a:extLst>
                <a:ext uri="{FF2B5EF4-FFF2-40B4-BE49-F238E27FC236}">
                  <a16:creationId xmlns:a16="http://schemas.microsoft.com/office/drawing/2014/main" id="{410A408F-14EE-CF9C-819B-FC5495DD97B8}"/>
                </a:ext>
              </a:extLst>
            </p:cNvPr>
            <p:cNvSpPr txBox="1"/>
            <p:nvPr/>
          </p:nvSpPr>
          <p:spPr>
            <a:xfrm>
              <a:off x="5819036" y="4598242"/>
              <a:ext cx="6569494" cy="692280"/>
            </a:xfrm>
            <a:prstGeom prst="rect">
              <a:avLst/>
            </a:prstGeom>
            <a:noFill/>
          </p:spPr>
          <p:txBody>
            <a:bodyPr vert="horz" wrap="square" lIns="0" tIns="0" rIns="0" bIns="0" rtlCol="0">
              <a:spAutoFit/>
            </a:bodyPr>
            <a:lstStyle/>
            <a:p>
              <a:pPr algn="just">
                <a:spcBef>
                  <a:spcPts val="200"/>
                </a:spcBef>
                <a:buSzPct val="100000"/>
              </a:pPr>
              <a:r>
                <a:rPr lang="en-US" altLang="zh-CN" sz="1600" b="1" dirty="0"/>
                <a:t>Platform for gathering feedback from stakeholders</a:t>
              </a:r>
              <a:r>
                <a:rPr lang="en-US" altLang="zh-CN" sz="1600" dirty="0"/>
                <a:t>, allowing the ERC to address concerns proactively and adjust its strategies to better meet the needs of the sector</a:t>
              </a:r>
            </a:p>
          </p:txBody>
        </p:sp>
        <p:sp>
          <p:nvSpPr>
            <p:cNvPr id="72" name="文本框 106">
              <a:extLst>
                <a:ext uri="{FF2B5EF4-FFF2-40B4-BE49-F238E27FC236}">
                  <a16:creationId xmlns:a16="http://schemas.microsoft.com/office/drawing/2014/main" id="{098E0CA2-FE93-9F9A-3E57-F4AC9864789F}"/>
                </a:ext>
              </a:extLst>
            </p:cNvPr>
            <p:cNvSpPr txBox="1"/>
            <p:nvPr/>
          </p:nvSpPr>
          <p:spPr>
            <a:xfrm>
              <a:off x="5319932" y="5721432"/>
              <a:ext cx="7068597" cy="461520"/>
            </a:xfrm>
            <a:prstGeom prst="rect">
              <a:avLst/>
            </a:prstGeom>
            <a:noFill/>
          </p:spPr>
          <p:txBody>
            <a:bodyPr vert="horz" wrap="square" lIns="0" tIns="0" rIns="0" bIns="0" rtlCol="0">
              <a:spAutoFit/>
            </a:bodyPr>
            <a:lstStyle/>
            <a:p>
              <a:pPr algn="just">
                <a:spcBef>
                  <a:spcPts val="200"/>
                </a:spcBef>
                <a:buSzPct val="100000"/>
              </a:pPr>
              <a:r>
                <a:rPr lang="en-US" altLang="zh-CN" sz="1600" b="1" dirty="0"/>
                <a:t>Integration of alternative energy sources</a:t>
              </a:r>
              <a:r>
                <a:rPr lang="en-US" altLang="zh-CN" sz="1600" dirty="0"/>
                <a:t> </a:t>
              </a:r>
              <a:r>
                <a:rPr lang="en-US" altLang="zh-CN" sz="1600" b="1" dirty="0"/>
                <a:t>into the national grid</a:t>
              </a:r>
              <a:r>
                <a:rPr lang="en-US" altLang="zh-CN" sz="1600" dirty="0"/>
                <a:t> to contribute to the national energy mix</a:t>
              </a:r>
            </a:p>
          </p:txBody>
        </p:sp>
      </p:grpSp>
      <p:sp>
        <p:nvSpPr>
          <p:cNvPr id="75" name="TextBox 74">
            <a:extLst>
              <a:ext uri="{FF2B5EF4-FFF2-40B4-BE49-F238E27FC236}">
                <a16:creationId xmlns:a16="http://schemas.microsoft.com/office/drawing/2014/main" id="{471A6B74-DF4C-E032-48F5-718B2F0FC696}"/>
              </a:ext>
            </a:extLst>
          </p:cNvPr>
          <p:cNvSpPr txBox="1"/>
          <p:nvPr/>
        </p:nvSpPr>
        <p:spPr>
          <a:xfrm>
            <a:off x="553188" y="845277"/>
            <a:ext cx="12143859" cy="830997"/>
          </a:xfrm>
          <a:prstGeom prst="rect">
            <a:avLst/>
          </a:prstGeom>
          <a:solidFill>
            <a:schemeClr val="bg1"/>
          </a:solidFill>
        </p:spPr>
        <p:txBody>
          <a:bodyPr wrap="square">
            <a:spAutoFit/>
          </a:bodyPr>
          <a:lstStyle/>
          <a:p>
            <a:pPr algn="just"/>
            <a:r>
              <a:rPr lang="en-US" sz="1600" dirty="0"/>
              <a:t>The roadmap aims to outline the regulator's priorities, timelines, and initiatives, providing stakeholders with a transparent plan of upcoming activities with the intent to help manage expectations, align efforts with regulatory goals, and reduce uncertainties. Major intended outcomes are outlined as follows:</a:t>
            </a:r>
          </a:p>
        </p:txBody>
      </p:sp>
    </p:spTree>
    <p:extLst>
      <p:ext uri="{BB962C8B-B14F-4D97-AF65-F5344CB8AC3E}">
        <p14:creationId xmlns:p14="http://schemas.microsoft.com/office/powerpoint/2010/main" val="206311166"/>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24BE6B-F2B8-026C-4CFC-8F055164CAFF}"/>
            </a:ext>
          </a:extLst>
        </p:cNvPr>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7641470-021B-A647-DFCB-8DCF254CB2C1}"/>
              </a:ext>
            </a:extLst>
          </p:cNvPr>
          <p:cNvGraphicFramePr>
            <a:graphicFrameLocks noChangeAspect="1"/>
          </p:cNvGraphicFramePr>
          <p:nvPr>
            <p:custDataLst>
              <p:tags r:id="rId1"/>
            </p:custDataLst>
            <p:extLst>
              <p:ext uri="{D42A27DB-BD31-4B8C-83A1-F6EECF244321}">
                <p14:modId xmlns:p14="http://schemas.microsoft.com/office/powerpoint/2010/main" val="18909025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6" name="Object 5" hidden="1">
                        <a:extLst>
                          <a:ext uri="{FF2B5EF4-FFF2-40B4-BE49-F238E27FC236}">
                            <a16:creationId xmlns:a16="http://schemas.microsoft.com/office/drawing/2014/main" id="{E7641470-021B-A647-DFCB-8DCF254CB2C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2443F5BB-5F5D-CF3D-4244-4BDBC359127A}"/>
              </a:ext>
            </a:extLst>
          </p:cNvPr>
          <p:cNvSpPr>
            <a:spLocks noGrp="1"/>
          </p:cNvSpPr>
          <p:nvPr>
            <p:ph type="title"/>
          </p:nvPr>
        </p:nvSpPr>
        <p:spPr/>
        <p:txBody>
          <a:bodyPr vert="horz"/>
          <a:lstStyle/>
          <a:p>
            <a:r>
              <a:rPr lang="en-IN" dirty="0"/>
              <a:t>Regulatory Priorities Identified by ERC in Five Year Roadmap (2024-29) (1/2)</a:t>
            </a:r>
          </a:p>
        </p:txBody>
      </p:sp>
      <p:sp>
        <p:nvSpPr>
          <p:cNvPr id="5" name="TextBox 4">
            <a:extLst>
              <a:ext uri="{FF2B5EF4-FFF2-40B4-BE49-F238E27FC236}">
                <a16:creationId xmlns:a16="http://schemas.microsoft.com/office/drawing/2014/main" id="{C31D429D-22B3-9BB3-6AE8-15B451289D01}"/>
              </a:ext>
            </a:extLst>
          </p:cNvPr>
          <p:cNvSpPr txBox="1"/>
          <p:nvPr/>
        </p:nvSpPr>
        <p:spPr>
          <a:xfrm>
            <a:off x="552281" y="1156666"/>
            <a:ext cx="12309107" cy="584775"/>
          </a:xfrm>
          <a:prstGeom prst="rect">
            <a:avLst/>
          </a:prstGeom>
          <a:noFill/>
        </p:spPr>
        <p:txBody>
          <a:bodyPr wrap="square">
            <a:spAutoFit/>
          </a:bodyPr>
          <a:lstStyle/>
          <a:p>
            <a:r>
              <a:rPr lang="en-US" sz="1600" dirty="0"/>
              <a:t>As per the draft Five-year Roadmap for ERC (2024-2029) as issued on July 2024, several activities/ targets have already been earmarked based on current needs and challenges</a:t>
            </a:r>
          </a:p>
        </p:txBody>
      </p:sp>
      <p:cxnSp>
        <p:nvCxnSpPr>
          <p:cNvPr id="9" name="Straight Connector 8">
            <a:extLst>
              <a:ext uri="{FF2B5EF4-FFF2-40B4-BE49-F238E27FC236}">
                <a16:creationId xmlns:a16="http://schemas.microsoft.com/office/drawing/2014/main" id="{3B1D947A-A505-6E5D-2AE3-A744CFD724F2}"/>
              </a:ext>
            </a:extLst>
          </p:cNvPr>
          <p:cNvCxnSpPr>
            <a:cxnSpLocks/>
          </p:cNvCxnSpPr>
          <p:nvPr/>
        </p:nvCxnSpPr>
        <p:spPr>
          <a:xfrm>
            <a:off x="1316237" y="2063610"/>
            <a:ext cx="3657621"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240FFF42-F358-0544-8E68-4EADEDF331F8}"/>
              </a:ext>
            </a:extLst>
          </p:cNvPr>
          <p:cNvSpPr txBox="1"/>
          <p:nvPr/>
        </p:nvSpPr>
        <p:spPr>
          <a:xfrm>
            <a:off x="1883885" y="1878944"/>
            <a:ext cx="2308903" cy="369332"/>
          </a:xfrm>
          <a:prstGeom prst="rect">
            <a:avLst/>
          </a:prstGeom>
          <a:solidFill>
            <a:srgbClr val="F8FCFA"/>
          </a:solidFill>
        </p:spPr>
        <p:txBody>
          <a:bodyPr wrap="square" lIns="0" tIns="0" rIns="0" bIns="0" rtlCol="0">
            <a:spAutoFit/>
          </a:bodyPr>
          <a:lstStyle/>
          <a:p>
            <a:pPr algn="ctr">
              <a:spcBef>
                <a:spcPts val="600"/>
              </a:spcBef>
              <a:buSzPct val="100000"/>
            </a:pPr>
            <a:r>
              <a:rPr lang="en-US" sz="1200" b="1" dirty="0">
                <a:solidFill>
                  <a:srgbClr val="313131"/>
                </a:solidFill>
              </a:rPr>
              <a:t>Regulatory priorities Identified</a:t>
            </a:r>
          </a:p>
        </p:txBody>
      </p:sp>
      <p:sp>
        <p:nvSpPr>
          <p:cNvPr id="104" name="Freeform 15">
            <a:extLst>
              <a:ext uri="{FF2B5EF4-FFF2-40B4-BE49-F238E27FC236}">
                <a16:creationId xmlns:a16="http://schemas.microsoft.com/office/drawing/2014/main" id="{38860FCD-4AF8-9655-46AA-9F6B1B2958F6}"/>
              </a:ext>
            </a:extLst>
          </p:cNvPr>
          <p:cNvSpPr>
            <a:spLocks/>
          </p:cNvSpPr>
          <p:nvPr/>
        </p:nvSpPr>
        <p:spPr bwMode="auto">
          <a:xfrm>
            <a:off x="985681" y="2245633"/>
            <a:ext cx="273050" cy="4846320"/>
          </a:xfrm>
          <a:custGeom>
            <a:avLst/>
            <a:gdLst>
              <a:gd name="T0" fmla="*/ 0 w 401"/>
              <a:gd name="T1" fmla="*/ 7214 h 7214"/>
              <a:gd name="T2" fmla="*/ 0 w 401"/>
              <a:gd name="T3" fmla="*/ 7214 h 7214"/>
              <a:gd name="T4" fmla="*/ 401 w 401"/>
              <a:gd name="T5" fmla="*/ 7214 h 7214"/>
              <a:gd name="T6" fmla="*/ 401 w 401"/>
              <a:gd name="T7" fmla="*/ 0 h 7214"/>
              <a:gd name="T8" fmla="*/ 0 w 401"/>
              <a:gd name="T9" fmla="*/ 0 h 7214"/>
              <a:gd name="T10" fmla="*/ 0 w 401"/>
              <a:gd name="T11" fmla="*/ 7214 h 7214"/>
            </a:gdLst>
            <a:ahLst/>
            <a:cxnLst>
              <a:cxn ang="0">
                <a:pos x="T0" y="T1"/>
              </a:cxn>
              <a:cxn ang="0">
                <a:pos x="T2" y="T3"/>
              </a:cxn>
              <a:cxn ang="0">
                <a:pos x="T4" y="T5"/>
              </a:cxn>
              <a:cxn ang="0">
                <a:pos x="T6" y="T7"/>
              </a:cxn>
              <a:cxn ang="0">
                <a:pos x="T8" y="T9"/>
              </a:cxn>
              <a:cxn ang="0">
                <a:pos x="T10" y="T11"/>
              </a:cxn>
            </a:cxnLst>
            <a:rect l="0" t="0" r="r" b="b"/>
            <a:pathLst>
              <a:path w="401" h="7214">
                <a:moveTo>
                  <a:pt x="0" y="7214"/>
                </a:moveTo>
                <a:lnTo>
                  <a:pt x="0" y="7214"/>
                </a:lnTo>
                <a:lnTo>
                  <a:pt x="401" y="7214"/>
                </a:lnTo>
                <a:lnTo>
                  <a:pt x="401" y="0"/>
                </a:lnTo>
                <a:lnTo>
                  <a:pt x="0" y="0"/>
                </a:lnTo>
                <a:lnTo>
                  <a:pt x="0" y="7214"/>
                </a:lnTo>
                <a:close/>
              </a:path>
            </a:pathLst>
          </a:custGeom>
          <a:solidFill>
            <a:srgbClr val="000000"/>
          </a:solidFill>
          <a:ln w="0">
            <a:noFill/>
            <a:prstDash val="solid"/>
            <a:round/>
            <a:headEnd/>
            <a:tailEnd/>
          </a:ln>
        </p:spPr>
        <p:txBody>
          <a:bodyPr vert="horz" wrap="square" lIns="91370" tIns="45685" rIns="91370" bIns="45685" numCol="1" anchor="t" anchorCtr="0" compatLnSpc="1">
            <a:prstTxWarp prst="textNoShape">
              <a:avLst/>
            </a:prstTxWarp>
          </a:bodyPr>
          <a:lstStyle/>
          <a:p>
            <a:pPr defTabSz="913686"/>
            <a:endParaRPr lang="en-US" sz="1400" dirty="0">
              <a:solidFill>
                <a:prstClr val="black"/>
              </a:solidFill>
            </a:endParaRPr>
          </a:p>
        </p:txBody>
      </p:sp>
      <p:grpSp>
        <p:nvGrpSpPr>
          <p:cNvPr id="105" name="Group 104">
            <a:extLst>
              <a:ext uri="{FF2B5EF4-FFF2-40B4-BE49-F238E27FC236}">
                <a16:creationId xmlns:a16="http://schemas.microsoft.com/office/drawing/2014/main" id="{617B07C4-857D-5939-AA50-DED80E83C9CA}"/>
              </a:ext>
            </a:extLst>
          </p:cNvPr>
          <p:cNvGrpSpPr/>
          <p:nvPr/>
        </p:nvGrpSpPr>
        <p:grpSpPr>
          <a:xfrm>
            <a:off x="607366" y="2523086"/>
            <a:ext cx="4978186" cy="990006"/>
            <a:chOff x="384999" y="3244289"/>
            <a:chExt cx="2394405" cy="857250"/>
          </a:xfrm>
        </p:grpSpPr>
        <p:sp>
          <p:nvSpPr>
            <p:cNvPr id="106" name="Isosceles Triangle 105">
              <a:extLst>
                <a:ext uri="{FF2B5EF4-FFF2-40B4-BE49-F238E27FC236}">
                  <a16:creationId xmlns:a16="http://schemas.microsoft.com/office/drawing/2014/main" id="{E39E82C9-4EC8-8C2C-8DDB-1952010E9CAA}"/>
                </a:ext>
              </a:extLst>
            </p:cNvPr>
            <p:cNvSpPr/>
            <p:nvPr/>
          </p:nvSpPr>
          <p:spPr bwMode="gray">
            <a:xfrm rot="16200000">
              <a:off x="270707" y="3818255"/>
              <a:ext cx="397576" cy="168992"/>
            </a:xfrm>
            <a:prstGeom prst="triangle">
              <a:avLst/>
            </a:prstGeom>
            <a:solidFill>
              <a:srgbClr val="046A38"/>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400" b="1" dirty="0">
                <a:solidFill>
                  <a:schemeClr val="bg1"/>
                </a:solidFill>
              </a:endParaRPr>
            </a:p>
          </p:txBody>
        </p:sp>
        <p:sp>
          <p:nvSpPr>
            <p:cNvPr id="107" name="Pentagon 24">
              <a:extLst>
                <a:ext uri="{FF2B5EF4-FFF2-40B4-BE49-F238E27FC236}">
                  <a16:creationId xmlns:a16="http://schemas.microsoft.com/office/drawing/2014/main" id="{A1B45429-AB99-C40A-4635-705C4BC7A798}"/>
                </a:ext>
              </a:extLst>
            </p:cNvPr>
            <p:cNvSpPr>
              <a:spLocks/>
            </p:cNvSpPr>
            <p:nvPr/>
          </p:nvSpPr>
          <p:spPr bwMode="auto">
            <a:xfrm>
              <a:off x="384999" y="3244289"/>
              <a:ext cx="2394405" cy="658462"/>
            </a:xfrm>
            <a:prstGeom prst="homePlate">
              <a:avLst/>
            </a:prstGeom>
            <a:solidFill>
              <a:srgbClr val="01194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3686"/>
              <a:endParaRPr lang="en-US" sz="1400" dirty="0">
                <a:solidFill>
                  <a:prstClr val="black"/>
                </a:solidFill>
              </a:endParaRPr>
            </a:p>
          </p:txBody>
        </p:sp>
        <p:sp>
          <p:nvSpPr>
            <p:cNvPr id="108" name="Pentagon 25">
              <a:extLst>
                <a:ext uri="{FF2B5EF4-FFF2-40B4-BE49-F238E27FC236}">
                  <a16:creationId xmlns:a16="http://schemas.microsoft.com/office/drawing/2014/main" id="{34597071-F10D-0E9D-56EE-B420E1369DCE}"/>
                </a:ext>
              </a:extLst>
            </p:cNvPr>
            <p:cNvSpPr>
              <a:spLocks/>
            </p:cNvSpPr>
            <p:nvPr/>
          </p:nvSpPr>
          <p:spPr bwMode="auto">
            <a:xfrm>
              <a:off x="481013" y="3313345"/>
              <a:ext cx="2200169" cy="520350"/>
            </a:xfrm>
            <a:prstGeom prst="homePlate">
              <a:avLst/>
            </a:prstGeom>
            <a:solidFill>
              <a:schemeClr val="bg1"/>
            </a:solidFill>
            <a:ln w="0">
              <a:noFill/>
              <a:prstDash val="solid"/>
              <a:round/>
              <a:headEnd/>
              <a:tailEnd/>
            </a:ln>
          </p:spPr>
          <p:txBody>
            <a:bodyPr vert="horz" wrap="square" lIns="91440" tIns="45720" rIns="91440" bIns="45720" numCol="1" anchor="ctr" anchorCtr="0" compatLnSpc="1">
              <a:prstTxWarp prst="textNoShape">
                <a:avLst/>
              </a:prstTxWarp>
            </a:bodyPr>
            <a:lstStyle/>
            <a:p>
              <a:pPr defTabSz="913686"/>
              <a:r>
                <a:rPr lang="en-US" sz="1400" b="1" dirty="0">
                  <a:solidFill>
                    <a:srgbClr val="313131"/>
                  </a:solidFill>
                </a:rPr>
                <a:t>Competition and Consumers’ Rights Protection</a:t>
              </a:r>
            </a:p>
          </p:txBody>
        </p:sp>
      </p:grpSp>
      <p:sp>
        <p:nvSpPr>
          <p:cNvPr id="109" name="Rectangle 108">
            <a:extLst>
              <a:ext uri="{FF2B5EF4-FFF2-40B4-BE49-F238E27FC236}">
                <a16:creationId xmlns:a16="http://schemas.microsoft.com/office/drawing/2014/main" id="{31302563-9F5E-208B-BC5F-9C997AF2C9A8}"/>
              </a:ext>
            </a:extLst>
          </p:cNvPr>
          <p:cNvSpPr/>
          <p:nvPr/>
        </p:nvSpPr>
        <p:spPr>
          <a:xfrm>
            <a:off x="5629621" y="2691407"/>
            <a:ext cx="6970545" cy="430887"/>
          </a:xfrm>
          <a:prstGeom prst="rect">
            <a:avLst/>
          </a:prstGeom>
          <a:noFill/>
        </p:spPr>
        <p:txBody>
          <a:bodyPr wrap="square" lIns="0" tIns="0" rIns="0" bIns="0" rtlCol="0" anchor="t">
            <a:spAutoFit/>
          </a:bodyPr>
          <a:lstStyle/>
          <a:p>
            <a:pPr marL="0" lvl="1" defTabSz="913686">
              <a:buSzPct val="100000"/>
              <a:defRPr/>
            </a:pPr>
            <a:r>
              <a:rPr lang="en-US" sz="1400" i="1" dirty="0">
                <a:solidFill>
                  <a:srgbClr val="313131"/>
                </a:solidFill>
              </a:rPr>
              <a:t>Implementation of Grid code; development of distribution code; Demand forecast, determination of supply energy mix </a:t>
            </a:r>
            <a:r>
              <a:rPr lang="en-US" sz="1400" i="1" dirty="0" err="1">
                <a:solidFill>
                  <a:srgbClr val="313131"/>
                </a:solidFill>
              </a:rPr>
              <a:t>etc</a:t>
            </a:r>
            <a:endParaRPr lang="en-US" sz="1400" i="1" dirty="0">
              <a:solidFill>
                <a:srgbClr val="313131"/>
              </a:solidFill>
            </a:endParaRPr>
          </a:p>
        </p:txBody>
      </p:sp>
      <p:grpSp>
        <p:nvGrpSpPr>
          <p:cNvPr id="110" name="Group 109">
            <a:extLst>
              <a:ext uri="{FF2B5EF4-FFF2-40B4-BE49-F238E27FC236}">
                <a16:creationId xmlns:a16="http://schemas.microsoft.com/office/drawing/2014/main" id="{D618DE94-C02B-2216-11F3-79F494202DDD}"/>
              </a:ext>
            </a:extLst>
          </p:cNvPr>
          <p:cNvGrpSpPr/>
          <p:nvPr/>
        </p:nvGrpSpPr>
        <p:grpSpPr>
          <a:xfrm>
            <a:off x="629400" y="3432857"/>
            <a:ext cx="4978186" cy="857250"/>
            <a:chOff x="384999" y="3244289"/>
            <a:chExt cx="2394405" cy="857250"/>
          </a:xfrm>
        </p:grpSpPr>
        <p:sp>
          <p:nvSpPr>
            <p:cNvPr id="111" name="Isosceles Triangle 110">
              <a:extLst>
                <a:ext uri="{FF2B5EF4-FFF2-40B4-BE49-F238E27FC236}">
                  <a16:creationId xmlns:a16="http://schemas.microsoft.com/office/drawing/2014/main" id="{ACD8E23B-A886-F4BC-3A8E-75C80BDC5A9F}"/>
                </a:ext>
              </a:extLst>
            </p:cNvPr>
            <p:cNvSpPr/>
            <p:nvPr/>
          </p:nvSpPr>
          <p:spPr bwMode="gray">
            <a:xfrm rot="16200000">
              <a:off x="270707" y="3818255"/>
              <a:ext cx="397576" cy="168992"/>
            </a:xfrm>
            <a:prstGeom prst="triangle">
              <a:avLst/>
            </a:prstGeom>
            <a:solidFill>
              <a:srgbClr val="046A38"/>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400" b="1" dirty="0">
                <a:solidFill>
                  <a:schemeClr val="bg1"/>
                </a:solidFill>
              </a:endParaRPr>
            </a:p>
          </p:txBody>
        </p:sp>
        <p:sp>
          <p:nvSpPr>
            <p:cNvPr id="112" name="Pentagon 24">
              <a:extLst>
                <a:ext uri="{FF2B5EF4-FFF2-40B4-BE49-F238E27FC236}">
                  <a16:creationId xmlns:a16="http://schemas.microsoft.com/office/drawing/2014/main" id="{33E6F60C-C683-DB82-2565-63CDC182A634}"/>
                </a:ext>
              </a:extLst>
            </p:cNvPr>
            <p:cNvSpPr>
              <a:spLocks/>
            </p:cNvSpPr>
            <p:nvPr/>
          </p:nvSpPr>
          <p:spPr bwMode="auto">
            <a:xfrm>
              <a:off x="384999" y="3244289"/>
              <a:ext cx="2394405" cy="658462"/>
            </a:xfrm>
            <a:prstGeom prst="homePlate">
              <a:avLst/>
            </a:prstGeom>
            <a:solidFill>
              <a:srgbClr val="00A3E0"/>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3686"/>
              <a:endParaRPr lang="en-US" sz="1400" dirty="0">
                <a:solidFill>
                  <a:prstClr val="black"/>
                </a:solidFill>
              </a:endParaRPr>
            </a:p>
          </p:txBody>
        </p:sp>
        <p:sp>
          <p:nvSpPr>
            <p:cNvPr id="113" name="Pentagon 25">
              <a:extLst>
                <a:ext uri="{FF2B5EF4-FFF2-40B4-BE49-F238E27FC236}">
                  <a16:creationId xmlns:a16="http://schemas.microsoft.com/office/drawing/2014/main" id="{EC20CE28-9915-6F20-4CD5-94ECF01D745D}"/>
                </a:ext>
              </a:extLst>
            </p:cNvPr>
            <p:cNvSpPr>
              <a:spLocks/>
            </p:cNvSpPr>
            <p:nvPr/>
          </p:nvSpPr>
          <p:spPr bwMode="auto">
            <a:xfrm>
              <a:off x="481013" y="3313345"/>
              <a:ext cx="2200169" cy="520350"/>
            </a:xfrm>
            <a:prstGeom prst="homePlate">
              <a:avLst/>
            </a:prstGeom>
            <a:solidFill>
              <a:schemeClr val="bg1"/>
            </a:solidFill>
            <a:ln w="0">
              <a:noFill/>
              <a:prstDash val="solid"/>
              <a:round/>
              <a:headEnd/>
              <a:tailEnd/>
            </a:ln>
          </p:spPr>
          <p:txBody>
            <a:bodyPr vert="horz" wrap="square" lIns="91440" tIns="45720" rIns="91440" bIns="45720" numCol="1" anchor="ctr" anchorCtr="0" compatLnSpc="1">
              <a:prstTxWarp prst="textNoShape">
                <a:avLst/>
              </a:prstTxWarp>
            </a:bodyPr>
            <a:lstStyle/>
            <a:p>
              <a:pPr defTabSz="913686"/>
              <a:r>
                <a:rPr lang="en-US" sz="1400" b="1" dirty="0">
                  <a:solidFill>
                    <a:srgbClr val="313131"/>
                  </a:solidFill>
                </a:rPr>
                <a:t>Rate Determination by Licensees</a:t>
              </a:r>
            </a:p>
            <a:p>
              <a:pPr defTabSz="913686"/>
              <a:endParaRPr lang="en-US" sz="1400" b="1" dirty="0">
                <a:solidFill>
                  <a:srgbClr val="313131"/>
                </a:solidFill>
              </a:endParaRPr>
            </a:p>
          </p:txBody>
        </p:sp>
      </p:grpSp>
      <p:grpSp>
        <p:nvGrpSpPr>
          <p:cNvPr id="115" name="Group 114">
            <a:extLst>
              <a:ext uri="{FF2B5EF4-FFF2-40B4-BE49-F238E27FC236}">
                <a16:creationId xmlns:a16="http://schemas.microsoft.com/office/drawing/2014/main" id="{D0D88B68-F287-6F05-1601-28FC307C18B2}"/>
              </a:ext>
            </a:extLst>
          </p:cNvPr>
          <p:cNvGrpSpPr/>
          <p:nvPr/>
        </p:nvGrpSpPr>
        <p:grpSpPr>
          <a:xfrm>
            <a:off x="627562" y="4342073"/>
            <a:ext cx="4978186" cy="857250"/>
            <a:chOff x="384999" y="3244289"/>
            <a:chExt cx="2394405" cy="857250"/>
          </a:xfrm>
        </p:grpSpPr>
        <p:sp>
          <p:nvSpPr>
            <p:cNvPr id="116" name="Isosceles Triangle 115">
              <a:extLst>
                <a:ext uri="{FF2B5EF4-FFF2-40B4-BE49-F238E27FC236}">
                  <a16:creationId xmlns:a16="http://schemas.microsoft.com/office/drawing/2014/main" id="{EB63DC26-5E92-F778-1D1F-01974CA63575}"/>
                </a:ext>
              </a:extLst>
            </p:cNvPr>
            <p:cNvSpPr/>
            <p:nvPr/>
          </p:nvSpPr>
          <p:spPr bwMode="gray">
            <a:xfrm rot="16200000">
              <a:off x="270707" y="3818255"/>
              <a:ext cx="397576" cy="168992"/>
            </a:xfrm>
            <a:prstGeom prst="triangle">
              <a:avLst/>
            </a:prstGeom>
            <a:solidFill>
              <a:srgbClr val="046A38"/>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400" b="1" dirty="0">
                <a:solidFill>
                  <a:schemeClr val="bg1"/>
                </a:solidFill>
              </a:endParaRPr>
            </a:p>
          </p:txBody>
        </p:sp>
        <p:sp>
          <p:nvSpPr>
            <p:cNvPr id="117" name="Pentagon 24">
              <a:extLst>
                <a:ext uri="{FF2B5EF4-FFF2-40B4-BE49-F238E27FC236}">
                  <a16:creationId xmlns:a16="http://schemas.microsoft.com/office/drawing/2014/main" id="{96F76FFC-935C-BE1F-D80D-11927B761F19}"/>
                </a:ext>
              </a:extLst>
            </p:cNvPr>
            <p:cNvSpPr>
              <a:spLocks/>
            </p:cNvSpPr>
            <p:nvPr/>
          </p:nvSpPr>
          <p:spPr bwMode="auto">
            <a:xfrm>
              <a:off x="384999" y="3244289"/>
              <a:ext cx="2394405" cy="658462"/>
            </a:xfrm>
            <a:prstGeom prst="homePlate">
              <a:avLst/>
            </a:prstGeom>
            <a:solidFill>
              <a:srgbClr val="009A44"/>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3686"/>
              <a:endParaRPr lang="en-US" sz="1400" dirty="0">
                <a:solidFill>
                  <a:prstClr val="black"/>
                </a:solidFill>
              </a:endParaRPr>
            </a:p>
          </p:txBody>
        </p:sp>
        <p:sp>
          <p:nvSpPr>
            <p:cNvPr id="118" name="Pentagon 25">
              <a:extLst>
                <a:ext uri="{FF2B5EF4-FFF2-40B4-BE49-F238E27FC236}">
                  <a16:creationId xmlns:a16="http://schemas.microsoft.com/office/drawing/2014/main" id="{B2E868C8-EFF9-DD66-7AD2-5C3C845F5BB9}"/>
                </a:ext>
              </a:extLst>
            </p:cNvPr>
            <p:cNvSpPr>
              <a:spLocks/>
            </p:cNvSpPr>
            <p:nvPr/>
          </p:nvSpPr>
          <p:spPr bwMode="auto">
            <a:xfrm>
              <a:off x="481013" y="3313345"/>
              <a:ext cx="2200169" cy="520350"/>
            </a:xfrm>
            <a:prstGeom prst="homePlate">
              <a:avLst/>
            </a:prstGeom>
            <a:solidFill>
              <a:schemeClr val="bg1"/>
            </a:solidFill>
            <a:ln w="0">
              <a:noFill/>
              <a:prstDash val="solid"/>
              <a:round/>
              <a:headEnd/>
              <a:tailEnd/>
            </a:ln>
          </p:spPr>
          <p:txBody>
            <a:bodyPr vert="horz" wrap="square" lIns="91440" tIns="45720" rIns="91440" bIns="45720" numCol="1" anchor="ctr" anchorCtr="0" compatLnSpc="1">
              <a:prstTxWarp prst="textNoShape">
                <a:avLst/>
              </a:prstTxWarp>
            </a:bodyPr>
            <a:lstStyle/>
            <a:p>
              <a:pPr defTabSz="913686"/>
              <a:r>
                <a:rPr lang="en-US" sz="1400" b="1" dirty="0">
                  <a:solidFill>
                    <a:srgbClr val="313131"/>
                  </a:solidFill>
                </a:rPr>
                <a:t>Competition and Consumers’ Rights Protection</a:t>
              </a:r>
            </a:p>
          </p:txBody>
        </p:sp>
      </p:grpSp>
      <p:grpSp>
        <p:nvGrpSpPr>
          <p:cNvPr id="120" name="Group 119">
            <a:extLst>
              <a:ext uri="{FF2B5EF4-FFF2-40B4-BE49-F238E27FC236}">
                <a16:creationId xmlns:a16="http://schemas.microsoft.com/office/drawing/2014/main" id="{F1A6B7C5-065C-CADA-66AD-7F5F46ACC42B}"/>
              </a:ext>
            </a:extLst>
          </p:cNvPr>
          <p:cNvGrpSpPr/>
          <p:nvPr/>
        </p:nvGrpSpPr>
        <p:grpSpPr>
          <a:xfrm>
            <a:off x="627562" y="5251294"/>
            <a:ext cx="4978186" cy="857250"/>
            <a:chOff x="384999" y="3244289"/>
            <a:chExt cx="2394405" cy="857250"/>
          </a:xfrm>
        </p:grpSpPr>
        <p:sp>
          <p:nvSpPr>
            <p:cNvPr id="121" name="Isosceles Triangle 120">
              <a:extLst>
                <a:ext uri="{FF2B5EF4-FFF2-40B4-BE49-F238E27FC236}">
                  <a16:creationId xmlns:a16="http://schemas.microsoft.com/office/drawing/2014/main" id="{BCB1C47E-5E16-C6C8-A658-D5EFF76A39DE}"/>
                </a:ext>
              </a:extLst>
            </p:cNvPr>
            <p:cNvSpPr/>
            <p:nvPr/>
          </p:nvSpPr>
          <p:spPr bwMode="gray">
            <a:xfrm rot="16200000">
              <a:off x="270707" y="3818255"/>
              <a:ext cx="397576" cy="168992"/>
            </a:xfrm>
            <a:prstGeom prst="triangle">
              <a:avLst/>
            </a:prstGeom>
            <a:solidFill>
              <a:srgbClr val="046A38"/>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400" b="1" dirty="0">
                <a:solidFill>
                  <a:schemeClr val="bg1"/>
                </a:solidFill>
              </a:endParaRPr>
            </a:p>
          </p:txBody>
        </p:sp>
        <p:sp>
          <p:nvSpPr>
            <p:cNvPr id="122" name="Pentagon 24">
              <a:extLst>
                <a:ext uri="{FF2B5EF4-FFF2-40B4-BE49-F238E27FC236}">
                  <a16:creationId xmlns:a16="http://schemas.microsoft.com/office/drawing/2014/main" id="{E7B8781E-F8CD-877D-3D31-CAE2E0DAACAE}"/>
                </a:ext>
              </a:extLst>
            </p:cNvPr>
            <p:cNvSpPr>
              <a:spLocks/>
            </p:cNvSpPr>
            <p:nvPr/>
          </p:nvSpPr>
          <p:spPr bwMode="auto">
            <a:xfrm>
              <a:off x="384999" y="3244289"/>
              <a:ext cx="2394405" cy="658462"/>
            </a:xfrm>
            <a:prstGeom prst="homePlate">
              <a:avLst/>
            </a:prstGeom>
            <a:solidFill>
              <a:srgbClr val="004F59"/>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3686"/>
              <a:endParaRPr lang="en-US" sz="1400" dirty="0">
                <a:solidFill>
                  <a:prstClr val="black"/>
                </a:solidFill>
              </a:endParaRPr>
            </a:p>
          </p:txBody>
        </p:sp>
        <p:sp>
          <p:nvSpPr>
            <p:cNvPr id="123" name="Pentagon 25">
              <a:extLst>
                <a:ext uri="{FF2B5EF4-FFF2-40B4-BE49-F238E27FC236}">
                  <a16:creationId xmlns:a16="http://schemas.microsoft.com/office/drawing/2014/main" id="{87F08172-86C6-12A5-631B-A9289D4B5962}"/>
                </a:ext>
              </a:extLst>
            </p:cNvPr>
            <p:cNvSpPr>
              <a:spLocks/>
            </p:cNvSpPr>
            <p:nvPr/>
          </p:nvSpPr>
          <p:spPr bwMode="auto">
            <a:xfrm>
              <a:off x="481013" y="3313345"/>
              <a:ext cx="2200169" cy="520350"/>
            </a:xfrm>
            <a:prstGeom prst="homePlate">
              <a:avLst/>
            </a:prstGeom>
            <a:solidFill>
              <a:schemeClr val="bg1"/>
            </a:solidFill>
            <a:ln w="0">
              <a:noFill/>
              <a:prstDash val="solid"/>
              <a:round/>
              <a:headEnd/>
              <a:tailEnd/>
            </a:ln>
          </p:spPr>
          <p:txBody>
            <a:bodyPr vert="horz" wrap="square" lIns="91440" tIns="45720" rIns="91440" bIns="45720" numCol="1" anchor="ctr" anchorCtr="0" compatLnSpc="1">
              <a:prstTxWarp prst="textNoShape">
                <a:avLst/>
              </a:prstTxWarp>
            </a:bodyPr>
            <a:lstStyle/>
            <a:p>
              <a:pPr defTabSz="913686"/>
              <a:r>
                <a:rPr lang="en-US" sz="1400" b="1" dirty="0">
                  <a:solidFill>
                    <a:srgbClr val="313131"/>
                  </a:solidFill>
                </a:rPr>
                <a:t>Organizational Capacity Development and Corporate Governance</a:t>
              </a:r>
            </a:p>
          </p:txBody>
        </p:sp>
      </p:grpSp>
      <p:sp>
        <p:nvSpPr>
          <p:cNvPr id="125" name="Rectangle 124">
            <a:extLst>
              <a:ext uri="{FF2B5EF4-FFF2-40B4-BE49-F238E27FC236}">
                <a16:creationId xmlns:a16="http://schemas.microsoft.com/office/drawing/2014/main" id="{61C48BD2-B1E5-7C24-417F-31440A1AE284}"/>
              </a:ext>
            </a:extLst>
          </p:cNvPr>
          <p:cNvSpPr/>
          <p:nvPr/>
        </p:nvSpPr>
        <p:spPr>
          <a:xfrm>
            <a:off x="5644971" y="3458508"/>
            <a:ext cx="6970545" cy="646331"/>
          </a:xfrm>
          <a:prstGeom prst="rect">
            <a:avLst/>
          </a:prstGeom>
          <a:noFill/>
        </p:spPr>
        <p:txBody>
          <a:bodyPr wrap="square" lIns="0" tIns="0" rIns="0" bIns="0" rtlCol="0" anchor="t">
            <a:spAutoFit/>
          </a:bodyPr>
          <a:lstStyle/>
          <a:p>
            <a:pPr marL="0" lvl="1" defTabSz="913686">
              <a:buSzPct val="100000"/>
              <a:defRPr/>
            </a:pPr>
            <a:r>
              <a:rPr lang="en-US" sz="1400" i="1" dirty="0">
                <a:solidFill>
                  <a:srgbClr val="313131"/>
                </a:solidFill>
              </a:rPr>
              <a:t>Tariff framework and reform; Cost of service study; PPA templatization; Determination of T&amp;D wheeling charges; power purchase from Energy storage projects</a:t>
            </a:r>
          </a:p>
        </p:txBody>
      </p:sp>
      <p:cxnSp>
        <p:nvCxnSpPr>
          <p:cNvPr id="132" name="Straight Connector 131">
            <a:extLst>
              <a:ext uri="{FF2B5EF4-FFF2-40B4-BE49-F238E27FC236}">
                <a16:creationId xmlns:a16="http://schemas.microsoft.com/office/drawing/2014/main" id="{5336B216-4FFF-B97B-268C-BA2F86D55F41}"/>
              </a:ext>
            </a:extLst>
          </p:cNvPr>
          <p:cNvCxnSpPr>
            <a:cxnSpLocks/>
          </p:cNvCxnSpPr>
          <p:nvPr/>
        </p:nvCxnSpPr>
        <p:spPr>
          <a:xfrm>
            <a:off x="6888936" y="2063610"/>
            <a:ext cx="3657621"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33" name="TextBox 132">
            <a:extLst>
              <a:ext uri="{FF2B5EF4-FFF2-40B4-BE49-F238E27FC236}">
                <a16:creationId xmlns:a16="http://schemas.microsoft.com/office/drawing/2014/main" id="{5682E57D-7D85-AC44-2F7E-E97D18D68322}"/>
              </a:ext>
            </a:extLst>
          </p:cNvPr>
          <p:cNvSpPr txBox="1"/>
          <p:nvPr/>
        </p:nvSpPr>
        <p:spPr>
          <a:xfrm>
            <a:off x="7456584" y="1971277"/>
            <a:ext cx="2308903" cy="184666"/>
          </a:xfrm>
          <a:prstGeom prst="rect">
            <a:avLst/>
          </a:prstGeom>
          <a:solidFill>
            <a:srgbClr val="F8FCFA"/>
          </a:solidFill>
        </p:spPr>
        <p:txBody>
          <a:bodyPr wrap="square" lIns="0" tIns="0" rIns="0" bIns="0" rtlCol="0">
            <a:spAutoFit/>
          </a:bodyPr>
          <a:lstStyle/>
          <a:p>
            <a:pPr algn="ctr">
              <a:spcBef>
                <a:spcPts val="600"/>
              </a:spcBef>
              <a:buSzPct val="100000"/>
            </a:pPr>
            <a:r>
              <a:rPr lang="en-US" sz="1200" b="1" dirty="0">
                <a:solidFill>
                  <a:srgbClr val="313131"/>
                </a:solidFill>
              </a:rPr>
              <a:t>Coverage</a:t>
            </a:r>
          </a:p>
        </p:txBody>
      </p:sp>
      <p:sp>
        <p:nvSpPr>
          <p:cNvPr id="134" name="Rectangle 133">
            <a:extLst>
              <a:ext uri="{FF2B5EF4-FFF2-40B4-BE49-F238E27FC236}">
                <a16:creationId xmlns:a16="http://schemas.microsoft.com/office/drawing/2014/main" id="{C2F28BFF-A4B5-35AC-CAAD-70727320926F}"/>
              </a:ext>
            </a:extLst>
          </p:cNvPr>
          <p:cNvSpPr/>
          <p:nvPr/>
        </p:nvSpPr>
        <p:spPr>
          <a:xfrm>
            <a:off x="5678022" y="4324586"/>
            <a:ext cx="6970545" cy="646331"/>
          </a:xfrm>
          <a:prstGeom prst="rect">
            <a:avLst/>
          </a:prstGeom>
          <a:noFill/>
        </p:spPr>
        <p:txBody>
          <a:bodyPr wrap="square" lIns="0" tIns="0" rIns="0" bIns="0" rtlCol="0" anchor="t">
            <a:spAutoFit/>
          </a:bodyPr>
          <a:lstStyle/>
          <a:p>
            <a:pPr marL="0" lvl="1" defTabSz="913686">
              <a:buSzPct val="100000"/>
              <a:defRPr/>
            </a:pPr>
            <a:r>
              <a:rPr lang="en-US" sz="1400" i="1" dirty="0">
                <a:solidFill>
                  <a:srgbClr val="313131"/>
                </a:solidFill>
              </a:rPr>
              <a:t>Open Access directives, Cross Border Energy Trade, Electricity market retail competition model, sustainability study of Community Rural Electricity Entities (CREEs)</a:t>
            </a:r>
          </a:p>
        </p:txBody>
      </p:sp>
      <p:sp>
        <p:nvSpPr>
          <p:cNvPr id="135" name="Rectangle 134">
            <a:extLst>
              <a:ext uri="{FF2B5EF4-FFF2-40B4-BE49-F238E27FC236}">
                <a16:creationId xmlns:a16="http://schemas.microsoft.com/office/drawing/2014/main" id="{692972D9-26F7-5FF4-E2FA-E0504E7997C7}"/>
              </a:ext>
            </a:extLst>
          </p:cNvPr>
          <p:cNvSpPr/>
          <p:nvPr/>
        </p:nvSpPr>
        <p:spPr>
          <a:xfrm>
            <a:off x="5678022" y="5241422"/>
            <a:ext cx="6970545" cy="646331"/>
          </a:xfrm>
          <a:prstGeom prst="rect">
            <a:avLst/>
          </a:prstGeom>
          <a:noFill/>
        </p:spPr>
        <p:txBody>
          <a:bodyPr wrap="square" lIns="0" tIns="0" rIns="0" bIns="0" rtlCol="0" anchor="t">
            <a:spAutoFit/>
          </a:bodyPr>
          <a:lstStyle/>
          <a:p>
            <a:pPr marL="0" lvl="1" defTabSz="913686">
              <a:buSzPct val="100000"/>
              <a:defRPr/>
            </a:pPr>
            <a:r>
              <a:rPr lang="en-US" sz="1400" i="1" dirty="0">
                <a:solidFill>
                  <a:srgbClr val="313131"/>
                </a:solidFill>
              </a:rPr>
              <a:t>Performance indicators for Generation and Distribution, CAPEX and OPEX benchmarking, Regulatory Accounting Standards, Licensees code of conduct, Project risk mitigations</a:t>
            </a:r>
          </a:p>
        </p:txBody>
      </p:sp>
      <p:grpSp>
        <p:nvGrpSpPr>
          <p:cNvPr id="136" name="Group 135">
            <a:extLst>
              <a:ext uri="{FF2B5EF4-FFF2-40B4-BE49-F238E27FC236}">
                <a16:creationId xmlns:a16="http://schemas.microsoft.com/office/drawing/2014/main" id="{6CC851B7-3B57-4D51-59DA-1F5E8374E126}"/>
              </a:ext>
            </a:extLst>
          </p:cNvPr>
          <p:cNvGrpSpPr/>
          <p:nvPr/>
        </p:nvGrpSpPr>
        <p:grpSpPr>
          <a:xfrm>
            <a:off x="666785" y="6158258"/>
            <a:ext cx="4978186" cy="857250"/>
            <a:chOff x="384999" y="2057400"/>
            <a:chExt cx="2394405" cy="857250"/>
          </a:xfrm>
        </p:grpSpPr>
        <p:sp>
          <p:nvSpPr>
            <p:cNvPr id="137" name="Isosceles Triangle 136">
              <a:extLst>
                <a:ext uri="{FF2B5EF4-FFF2-40B4-BE49-F238E27FC236}">
                  <a16:creationId xmlns:a16="http://schemas.microsoft.com/office/drawing/2014/main" id="{21AF87EB-EE29-FD6A-578F-D062646474E9}"/>
                </a:ext>
              </a:extLst>
            </p:cNvPr>
            <p:cNvSpPr/>
            <p:nvPr/>
          </p:nvSpPr>
          <p:spPr bwMode="gray">
            <a:xfrm rot="16200000">
              <a:off x="270707" y="2631366"/>
              <a:ext cx="397576" cy="168992"/>
            </a:xfrm>
            <a:prstGeom prst="triangle">
              <a:avLst/>
            </a:prstGeom>
            <a:solidFill>
              <a:schemeClr val="accent3"/>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400" b="1" dirty="0">
                <a:solidFill>
                  <a:schemeClr val="bg1"/>
                </a:solidFill>
              </a:endParaRPr>
            </a:p>
          </p:txBody>
        </p:sp>
        <p:sp>
          <p:nvSpPr>
            <p:cNvPr id="138" name="Pentagon 14">
              <a:extLst>
                <a:ext uri="{FF2B5EF4-FFF2-40B4-BE49-F238E27FC236}">
                  <a16:creationId xmlns:a16="http://schemas.microsoft.com/office/drawing/2014/main" id="{DE8CECD2-90B7-DF57-598C-EA3E5B0BE375}"/>
                </a:ext>
              </a:extLst>
            </p:cNvPr>
            <p:cNvSpPr>
              <a:spLocks/>
            </p:cNvSpPr>
            <p:nvPr/>
          </p:nvSpPr>
          <p:spPr bwMode="auto">
            <a:xfrm>
              <a:off x="384999" y="2057400"/>
              <a:ext cx="2394405" cy="658462"/>
            </a:xfrm>
            <a:prstGeom prst="homePlate">
              <a:avLst/>
            </a:prstGeom>
            <a:solidFill>
              <a:srgbClr val="43B02A"/>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3686"/>
              <a:endParaRPr lang="en-US" sz="1400" dirty="0">
                <a:solidFill>
                  <a:prstClr val="black"/>
                </a:solidFill>
              </a:endParaRPr>
            </a:p>
          </p:txBody>
        </p:sp>
        <p:sp>
          <p:nvSpPr>
            <p:cNvPr id="139" name="Pentagon 18">
              <a:extLst>
                <a:ext uri="{FF2B5EF4-FFF2-40B4-BE49-F238E27FC236}">
                  <a16:creationId xmlns:a16="http://schemas.microsoft.com/office/drawing/2014/main" id="{D767FA10-BEB8-20D7-7CF5-5044B725707A}"/>
                </a:ext>
              </a:extLst>
            </p:cNvPr>
            <p:cNvSpPr>
              <a:spLocks/>
            </p:cNvSpPr>
            <p:nvPr/>
          </p:nvSpPr>
          <p:spPr bwMode="auto">
            <a:xfrm>
              <a:off x="481013" y="2126456"/>
              <a:ext cx="2200169" cy="520350"/>
            </a:xfrm>
            <a:prstGeom prst="homePlate">
              <a:avLst/>
            </a:prstGeom>
            <a:solidFill>
              <a:schemeClr val="bg1"/>
            </a:solidFill>
            <a:ln w="0">
              <a:noFill/>
              <a:prstDash val="solid"/>
              <a:round/>
              <a:headEnd/>
              <a:tailEnd/>
            </a:ln>
          </p:spPr>
          <p:txBody>
            <a:bodyPr vert="horz" wrap="square" lIns="91440" tIns="45720" rIns="91440" bIns="45720" numCol="1" anchor="ctr" anchorCtr="0" compatLnSpc="1">
              <a:prstTxWarp prst="textNoShape">
                <a:avLst/>
              </a:prstTxWarp>
            </a:bodyPr>
            <a:lstStyle/>
            <a:p>
              <a:pPr defTabSz="913686"/>
              <a:r>
                <a:rPr lang="en-US" sz="1400" b="1" dirty="0">
                  <a:solidFill>
                    <a:srgbClr val="313131"/>
                  </a:solidFill>
                </a:rPr>
                <a:t>Dispute Resolution</a:t>
              </a:r>
            </a:p>
          </p:txBody>
        </p:sp>
      </p:grpSp>
      <p:sp>
        <p:nvSpPr>
          <p:cNvPr id="140" name="Rectangle 139">
            <a:extLst>
              <a:ext uri="{FF2B5EF4-FFF2-40B4-BE49-F238E27FC236}">
                <a16:creationId xmlns:a16="http://schemas.microsoft.com/office/drawing/2014/main" id="{BB035992-E239-3901-FB81-E8A71455E42F}"/>
              </a:ext>
            </a:extLst>
          </p:cNvPr>
          <p:cNvSpPr/>
          <p:nvPr/>
        </p:nvSpPr>
        <p:spPr>
          <a:xfrm>
            <a:off x="5797040" y="6349164"/>
            <a:ext cx="6970545" cy="215444"/>
          </a:xfrm>
          <a:prstGeom prst="rect">
            <a:avLst/>
          </a:prstGeom>
          <a:noFill/>
        </p:spPr>
        <p:txBody>
          <a:bodyPr wrap="square" lIns="0" tIns="0" rIns="0" bIns="0" rtlCol="0" anchor="t">
            <a:spAutoFit/>
          </a:bodyPr>
          <a:lstStyle/>
          <a:p>
            <a:pPr marL="0" lvl="1" defTabSz="913686">
              <a:buSzPct val="100000"/>
              <a:defRPr/>
            </a:pPr>
            <a:r>
              <a:rPr lang="en-US" sz="1400" i="1" dirty="0">
                <a:solidFill>
                  <a:srgbClr val="313131"/>
                </a:solidFill>
              </a:rPr>
              <a:t>Issue Bylaws related to Electricity Regulatory Commission Dispute Resolution</a:t>
            </a:r>
          </a:p>
        </p:txBody>
      </p:sp>
    </p:spTree>
    <p:extLst>
      <p:ext uri="{BB962C8B-B14F-4D97-AF65-F5344CB8AC3E}">
        <p14:creationId xmlns:p14="http://schemas.microsoft.com/office/powerpoint/2010/main" val="3114313108"/>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275E3-19C6-544B-9225-0364F03AE6BC}"/>
            </a:ext>
          </a:extLst>
        </p:cNvPr>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E340823F-3349-7654-9296-EBE28577215B}"/>
              </a:ext>
            </a:extLst>
          </p:cNvPr>
          <p:cNvGraphicFramePr>
            <a:graphicFrameLocks noChangeAspect="1"/>
          </p:cNvGraphicFramePr>
          <p:nvPr>
            <p:custDataLst>
              <p:tags r:id="rId1"/>
            </p:custDataLst>
            <p:extLst>
              <p:ext uri="{D42A27DB-BD31-4B8C-83A1-F6EECF244321}">
                <p14:modId xmlns:p14="http://schemas.microsoft.com/office/powerpoint/2010/main" val="140863438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6" name="Object 5" hidden="1">
                        <a:extLst>
                          <a:ext uri="{FF2B5EF4-FFF2-40B4-BE49-F238E27FC236}">
                            <a16:creationId xmlns:a16="http://schemas.microsoft.com/office/drawing/2014/main" id="{E340823F-3349-7654-9296-EBE28577215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81FE6215-C3AB-2511-5C3B-6501A081B9AB}"/>
              </a:ext>
            </a:extLst>
          </p:cNvPr>
          <p:cNvSpPr>
            <a:spLocks noGrp="1"/>
          </p:cNvSpPr>
          <p:nvPr>
            <p:ph type="title"/>
          </p:nvPr>
        </p:nvSpPr>
        <p:spPr/>
        <p:txBody>
          <a:bodyPr vert="horz"/>
          <a:lstStyle/>
          <a:p>
            <a:r>
              <a:rPr lang="en-IN" dirty="0"/>
              <a:t>Regulatory Priorities Identified by ERC in Five Year Roadmap (2024-29) (2/2)</a:t>
            </a:r>
          </a:p>
        </p:txBody>
      </p:sp>
      <p:sp>
        <p:nvSpPr>
          <p:cNvPr id="18" name="Freeform 15">
            <a:extLst>
              <a:ext uri="{FF2B5EF4-FFF2-40B4-BE49-F238E27FC236}">
                <a16:creationId xmlns:a16="http://schemas.microsoft.com/office/drawing/2014/main" id="{039BDB14-A837-682A-A0F1-08BD7EB08260}"/>
              </a:ext>
            </a:extLst>
          </p:cNvPr>
          <p:cNvSpPr>
            <a:spLocks/>
          </p:cNvSpPr>
          <p:nvPr/>
        </p:nvSpPr>
        <p:spPr bwMode="auto">
          <a:xfrm>
            <a:off x="985681" y="1342250"/>
            <a:ext cx="273050" cy="5852160"/>
          </a:xfrm>
          <a:custGeom>
            <a:avLst/>
            <a:gdLst>
              <a:gd name="T0" fmla="*/ 0 w 401"/>
              <a:gd name="T1" fmla="*/ 7214 h 7214"/>
              <a:gd name="T2" fmla="*/ 0 w 401"/>
              <a:gd name="T3" fmla="*/ 7214 h 7214"/>
              <a:gd name="T4" fmla="*/ 401 w 401"/>
              <a:gd name="T5" fmla="*/ 7214 h 7214"/>
              <a:gd name="T6" fmla="*/ 401 w 401"/>
              <a:gd name="T7" fmla="*/ 0 h 7214"/>
              <a:gd name="T8" fmla="*/ 0 w 401"/>
              <a:gd name="T9" fmla="*/ 0 h 7214"/>
              <a:gd name="T10" fmla="*/ 0 w 401"/>
              <a:gd name="T11" fmla="*/ 7214 h 7214"/>
            </a:gdLst>
            <a:ahLst/>
            <a:cxnLst>
              <a:cxn ang="0">
                <a:pos x="T0" y="T1"/>
              </a:cxn>
              <a:cxn ang="0">
                <a:pos x="T2" y="T3"/>
              </a:cxn>
              <a:cxn ang="0">
                <a:pos x="T4" y="T5"/>
              </a:cxn>
              <a:cxn ang="0">
                <a:pos x="T6" y="T7"/>
              </a:cxn>
              <a:cxn ang="0">
                <a:pos x="T8" y="T9"/>
              </a:cxn>
              <a:cxn ang="0">
                <a:pos x="T10" y="T11"/>
              </a:cxn>
            </a:cxnLst>
            <a:rect l="0" t="0" r="r" b="b"/>
            <a:pathLst>
              <a:path w="401" h="7214">
                <a:moveTo>
                  <a:pt x="0" y="7214"/>
                </a:moveTo>
                <a:lnTo>
                  <a:pt x="0" y="7214"/>
                </a:lnTo>
                <a:lnTo>
                  <a:pt x="401" y="7214"/>
                </a:lnTo>
                <a:lnTo>
                  <a:pt x="401" y="0"/>
                </a:lnTo>
                <a:lnTo>
                  <a:pt x="0" y="0"/>
                </a:lnTo>
                <a:lnTo>
                  <a:pt x="0" y="7214"/>
                </a:lnTo>
                <a:close/>
              </a:path>
            </a:pathLst>
          </a:custGeom>
          <a:solidFill>
            <a:srgbClr val="000000"/>
          </a:solidFill>
          <a:ln w="0">
            <a:noFill/>
            <a:prstDash val="solid"/>
            <a:round/>
            <a:headEnd/>
            <a:tailEnd/>
          </a:ln>
        </p:spPr>
        <p:txBody>
          <a:bodyPr vert="horz" wrap="square" lIns="91370" tIns="45685" rIns="91370" bIns="45685" numCol="1" anchor="t" anchorCtr="0" compatLnSpc="1">
            <a:prstTxWarp prst="textNoShape">
              <a:avLst/>
            </a:prstTxWarp>
          </a:bodyPr>
          <a:lstStyle/>
          <a:p>
            <a:pPr defTabSz="913686"/>
            <a:endParaRPr lang="en-US" sz="1400" dirty="0">
              <a:solidFill>
                <a:prstClr val="black"/>
              </a:solidFill>
            </a:endParaRPr>
          </a:p>
        </p:txBody>
      </p:sp>
      <p:grpSp>
        <p:nvGrpSpPr>
          <p:cNvPr id="20" name="Group 19">
            <a:extLst>
              <a:ext uri="{FF2B5EF4-FFF2-40B4-BE49-F238E27FC236}">
                <a16:creationId xmlns:a16="http://schemas.microsoft.com/office/drawing/2014/main" id="{03C71BA2-7ED3-CDCA-9FE1-476BE6B62ABD}"/>
              </a:ext>
            </a:extLst>
          </p:cNvPr>
          <p:cNvGrpSpPr/>
          <p:nvPr/>
        </p:nvGrpSpPr>
        <p:grpSpPr>
          <a:xfrm>
            <a:off x="629400" y="1486845"/>
            <a:ext cx="4978186" cy="857250"/>
            <a:chOff x="384999" y="2057400"/>
            <a:chExt cx="2394405" cy="857250"/>
          </a:xfrm>
        </p:grpSpPr>
        <p:sp>
          <p:nvSpPr>
            <p:cNvPr id="21" name="Isosceles Triangle 20">
              <a:extLst>
                <a:ext uri="{FF2B5EF4-FFF2-40B4-BE49-F238E27FC236}">
                  <a16:creationId xmlns:a16="http://schemas.microsoft.com/office/drawing/2014/main" id="{8E8C0979-ABAA-5FBA-E0A7-82BEA3E972D4}"/>
                </a:ext>
              </a:extLst>
            </p:cNvPr>
            <p:cNvSpPr/>
            <p:nvPr/>
          </p:nvSpPr>
          <p:spPr bwMode="gray">
            <a:xfrm rot="16200000">
              <a:off x="270707" y="2631366"/>
              <a:ext cx="397576" cy="168992"/>
            </a:xfrm>
            <a:prstGeom prst="triangle">
              <a:avLst/>
            </a:prstGeom>
            <a:solidFill>
              <a:schemeClr val="accent3"/>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400" b="1" dirty="0">
                <a:solidFill>
                  <a:schemeClr val="bg1"/>
                </a:solidFill>
              </a:endParaRPr>
            </a:p>
          </p:txBody>
        </p:sp>
        <p:sp>
          <p:nvSpPr>
            <p:cNvPr id="22" name="Pentagon 14">
              <a:extLst>
                <a:ext uri="{FF2B5EF4-FFF2-40B4-BE49-F238E27FC236}">
                  <a16:creationId xmlns:a16="http://schemas.microsoft.com/office/drawing/2014/main" id="{0C0C42D3-0AFC-A218-26BE-9CCA6EF044FA}"/>
                </a:ext>
              </a:extLst>
            </p:cNvPr>
            <p:cNvSpPr>
              <a:spLocks/>
            </p:cNvSpPr>
            <p:nvPr/>
          </p:nvSpPr>
          <p:spPr bwMode="auto">
            <a:xfrm>
              <a:off x="384999" y="2057400"/>
              <a:ext cx="2394405" cy="658462"/>
            </a:xfrm>
            <a:prstGeom prst="homePlate">
              <a:avLst/>
            </a:prstGeom>
            <a:solidFill>
              <a:srgbClr val="43B02A"/>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3686"/>
              <a:endParaRPr lang="en-US" sz="1400" dirty="0">
                <a:solidFill>
                  <a:prstClr val="black"/>
                </a:solidFill>
              </a:endParaRPr>
            </a:p>
          </p:txBody>
        </p:sp>
        <p:sp>
          <p:nvSpPr>
            <p:cNvPr id="23" name="Pentagon 18">
              <a:extLst>
                <a:ext uri="{FF2B5EF4-FFF2-40B4-BE49-F238E27FC236}">
                  <a16:creationId xmlns:a16="http://schemas.microsoft.com/office/drawing/2014/main" id="{3DE03B7D-F7C3-A83F-77FE-1FB48AD854BA}"/>
                </a:ext>
              </a:extLst>
            </p:cNvPr>
            <p:cNvSpPr>
              <a:spLocks/>
            </p:cNvSpPr>
            <p:nvPr/>
          </p:nvSpPr>
          <p:spPr bwMode="auto">
            <a:xfrm>
              <a:off x="481013" y="2126456"/>
              <a:ext cx="2200169" cy="520350"/>
            </a:xfrm>
            <a:prstGeom prst="homePlate">
              <a:avLst/>
            </a:prstGeom>
            <a:solidFill>
              <a:schemeClr val="bg1"/>
            </a:solidFill>
            <a:ln w="0">
              <a:noFill/>
              <a:prstDash val="solid"/>
              <a:round/>
              <a:headEnd/>
              <a:tailEnd/>
            </a:ln>
          </p:spPr>
          <p:txBody>
            <a:bodyPr vert="horz" wrap="square" lIns="91440" tIns="45720" rIns="91440" bIns="45720" numCol="1" anchor="ctr" anchorCtr="0" compatLnSpc="1">
              <a:prstTxWarp prst="textNoShape">
                <a:avLst/>
              </a:prstTxWarp>
            </a:bodyPr>
            <a:lstStyle/>
            <a:p>
              <a:pPr defTabSz="913686"/>
              <a:r>
                <a:rPr lang="en-US" sz="1400" b="1" dirty="0">
                  <a:solidFill>
                    <a:srgbClr val="313131"/>
                  </a:solidFill>
                </a:rPr>
                <a:t>Review of Decision</a:t>
              </a:r>
            </a:p>
          </p:txBody>
        </p:sp>
      </p:grpSp>
      <p:grpSp>
        <p:nvGrpSpPr>
          <p:cNvPr id="24" name="Group 23">
            <a:extLst>
              <a:ext uri="{FF2B5EF4-FFF2-40B4-BE49-F238E27FC236}">
                <a16:creationId xmlns:a16="http://schemas.microsoft.com/office/drawing/2014/main" id="{27D0DE80-4F0C-DEFB-9D80-8D000E745BB6}"/>
              </a:ext>
            </a:extLst>
          </p:cNvPr>
          <p:cNvGrpSpPr/>
          <p:nvPr/>
        </p:nvGrpSpPr>
        <p:grpSpPr>
          <a:xfrm>
            <a:off x="629400" y="2396064"/>
            <a:ext cx="4978186" cy="857250"/>
            <a:chOff x="384999" y="3244289"/>
            <a:chExt cx="2394405" cy="857250"/>
          </a:xfrm>
        </p:grpSpPr>
        <p:sp>
          <p:nvSpPr>
            <p:cNvPr id="25" name="Isosceles Triangle 24">
              <a:extLst>
                <a:ext uri="{FF2B5EF4-FFF2-40B4-BE49-F238E27FC236}">
                  <a16:creationId xmlns:a16="http://schemas.microsoft.com/office/drawing/2014/main" id="{64375DA6-EBA9-6A15-0851-1E20BBA96B92}"/>
                </a:ext>
              </a:extLst>
            </p:cNvPr>
            <p:cNvSpPr/>
            <p:nvPr/>
          </p:nvSpPr>
          <p:spPr bwMode="gray">
            <a:xfrm rot="16200000">
              <a:off x="270707" y="3818255"/>
              <a:ext cx="397576" cy="168992"/>
            </a:xfrm>
            <a:prstGeom prst="triangle">
              <a:avLst/>
            </a:prstGeom>
            <a:solidFill>
              <a:srgbClr val="046A38"/>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400" b="1" dirty="0">
                <a:solidFill>
                  <a:schemeClr val="bg1"/>
                </a:solidFill>
              </a:endParaRPr>
            </a:p>
          </p:txBody>
        </p:sp>
        <p:sp>
          <p:nvSpPr>
            <p:cNvPr id="26" name="Pentagon 24">
              <a:extLst>
                <a:ext uri="{FF2B5EF4-FFF2-40B4-BE49-F238E27FC236}">
                  <a16:creationId xmlns:a16="http://schemas.microsoft.com/office/drawing/2014/main" id="{E10A7F3C-859E-362B-12D0-CC63DC51D3B1}"/>
                </a:ext>
              </a:extLst>
            </p:cNvPr>
            <p:cNvSpPr>
              <a:spLocks/>
            </p:cNvSpPr>
            <p:nvPr/>
          </p:nvSpPr>
          <p:spPr bwMode="auto">
            <a:xfrm>
              <a:off x="384999" y="3244289"/>
              <a:ext cx="2394405" cy="658462"/>
            </a:xfrm>
            <a:prstGeom prst="homePlate">
              <a:avLst/>
            </a:prstGeom>
            <a:solidFill>
              <a:srgbClr val="004F59"/>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3686"/>
              <a:endParaRPr lang="en-US" sz="1400" dirty="0">
                <a:solidFill>
                  <a:prstClr val="black"/>
                </a:solidFill>
              </a:endParaRPr>
            </a:p>
          </p:txBody>
        </p:sp>
        <p:sp>
          <p:nvSpPr>
            <p:cNvPr id="27" name="Pentagon 25">
              <a:extLst>
                <a:ext uri="{FF2B5EF4-FFF2-40B4-BE49-F238E27FC236}">
                  <a16:creationId xmlns:a16="http://schemas.microsoft.com/office/drawing/2014/main" id="{15F52729-ECB2-71D9-6DC9-6E9DD9E3B7A9}"/>
                </a:ext>
              </a:extLst>
            </p:cNvPr>
            <p:cNvSpPr>
              <a:spLocks/>
            </p:cNvSpPr>
            <p:nvPr/>
          </p:nvSpPr>
          <p:spPr bwMode="auto">
            <a:xfrm>
              <a:off x="481013" y="3313345"/>
              <a:ext cx="2200169" cy="520350"/>
            </a:xfrm>
            <a:prstGeom prst="homePlate">
              <a:avLst/>
            </a:prstGeom>
            <a:solidFill>
              <a:schemeClr val="bg1"/>
            </a:solidFill>
            <a:ln w="0">
              <a:noFill/>
              <a:prstDash val="solid"/>
              <a:round/>
              <a:headEnd/>
              <a:tailEnd/>
            </a:ln>
          </p:spPr>
          <p:txBody>
            <a:bodyPr vert="horz" wrap="square" lIns="91440" tIns="45720" rIns="91440" bIns="45720" numCol="1" anchor="ctr" anchorCtr="0" compatLnSpc="1">
              <a:prstTxWarp prst="textNoShape">
                <a:avLst/>
              </a:prstTxWarp>
            </a:bodyPr>
            <a:lstStyle/>
            <a:p>
              <a:pPr defTabSz="913686"/>
              <a:r>
                <a:rPr lang="en-US" sz="1400" b="1" dirty="0">
                  <a:solidFill>
                    <a:srgbClr val="313131"/>
                  </a:solidFill>
                </a:rPr>
                <a:t>Providing Policy Suggestions</a:t>
              </a:r>
            </a:p>
          </p:txBody>
        </p:sp>
      </p:grpSp>
      <p:grpSp>
        <p:nvGrpSpPr>
          <p:cNvPr id="29" name="Group 28">
            <a:extLst>
              <a:ext uri="{FF2B5EF4-FFF2-40B4-BE49-F238E27FC236}">
                <a16:creationId xmlns:a16="http://schemas.microsoft.com/office/drawing/2014/main" id="{2BD170C6-2DEA-9485-49BF-22C92870BCCF}"/>
              </a:ext>
            </a:extLst>
          </p:cNvPr>
          <p:cNvGrpSpPr/>
          <p:nvPr/>
        </p:nvGrpSpPr>
        <p:grpSpPr>
          <a:xfrm>
            <a:off x="607366" y="3305283"/>
            <a:ext cx="4978186" cy="990006"/>
            <a:chOff x="384999" y="3244289"/>
            <a:chExt cx="2394405" cy="857250"/>
          </a:xfrm>
        </p:grpSpPr>
        <p:sp>
          <p:nvSpPr>
            <p:cNvPr id="30" name="Isosceles Triangle 29">
              <a:extLst>
                <a:ext uri="{FF2B5EF4-FFF2-40B4-BE49-F238E27FC236}">
                  <a16:creationId xmlns:a16="http://schemas.microsoft.com/office/drawing/2014/main" id="{B3DC1095-68C8-3B37-B8BD-F3AF14719CA2}"/>
                </a:ext>
              </a:extLst>
            </p:cNvPr>
            <p:cNvSpPr/>
            <p:nvPr/>
          </p:nvSpPr>
          <p:spPr bwMode="gray">
            <a:xfrm rot="16200000">
              <a:off x="270707" y="3818255"/>
              <a:ext cx="397576" cy="168992"/>
            </a:xfrm>
            <a:prstGeom prst="triangle">
              <a:avLst/>
            </a:prstGeom>
            <a:solidFill>
              <a:srgbClr val="046A38"/>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400" b="1" dirty="0">
                <a:solidFill>
                  <a:schemeClr val="bg1"/>
                </a:solidFill>
              </a:endParaRPr>
            </a:p>
          </p:txBody>
        </p:sp>
        <p:sp>
          <p:nvSpPr>
            <p:cNvPr id="31" name="Pentagon 24">
              <a:extLst>
                <a:ext uri="{FF2B5EF4-FFF2-40B4-BE49-F238E27FC236}">
                  <a16:creationId xmlns:a16="http://schemas.microsoft.com/office/drawing/2014/main" id="{37022BAA-BB87-EFB3-CEFF-4666A877FF18}"/>
                </a:ext>
              </a:extLst>
            </p:cNvPr>
            <p:cNvSpPr>
              <a:spLocks/>
            </p:cNvSpPr>
            <p:nvPr/>
          </p:nvSpPr>
          <p:spPr bwMode="auto">
            <a:xfrm>
              <a:off x="384999" y="3244289"/>
              <a:ext cx="2394405" cy="658462"/>
            </a:xfrm>
            <a:prstGeom prst="homePlate">
              <a:avLst/>
            </a:prstGeom>
            <a:solidFill>
              <a:srgbClr val="01194F"/>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3686"/>
              <a:endParaRPr lang="en-US" sz="1400" dirty="0">
                <a:solidFill>
                  <a:prstClr val="black"/>
                </a:solidFill>
              </a:endParaRPr>
            </a:p>
          </p:txBody>
        </p:sp>
        <p:sp>
          <p:nvSpPr>
            <p:cNvPr id="32" name="Pentagon 25">
              <a:extLst>
                <a:ext uri="{FF2B5EF4-FFF2-40B4-BE49-F238E27FC236}">
                  <a16:creationId xmlns:a16="http://schemas.microsoft.com/office/drawing/2014/main" id="{E399D8B0-8ABE-32A5-1B47-CCB8C3E2D1A6}"/>
                </a:ext>
              </a:extLst>
            </p:cNvPr>
            <p:cNvSpPr>
              <a:spLocks/>
            </p:cNvSpPr>
            <p:nvPr/>
          </p:nvSpPr>
          <p:spPr bwMode="auto">
            <a:xfrm>
              <a:off x="481013" y="3313345"/>
              <a:ext cx="2200169" cy="520350"/>
            </a:xfrm>
            <a:prstGeom prst="homePlate">
              <a:avLst/>
            </a:prstGeom>
            <a:solidFill>
              <a:schemeClr val="bg1"/>
            </a:solidFill>
            <a:ln w="0">
              <a:noFill/>
              <a:prstDash val="solid"/>
              <a:round/>
              <a:headEnd/>
              <a:tailEnd/>
            </a:ln>
          </p:spPr>
          <p:txBody>
            <a:bodyPr vert="horz" wrap="square" lIns="91440" tIns="45720" rIns="91440" bIns="45720" numCol="1" anchor="ctr" anchorCtr="0" compatLnSpc="1">
              <a:prstTxWarp prst="textNoShape">
                <a:avLst/>
              </a:prstTxWarp>
            </a:bodyPr>
            <a:lstStyle/>
            <a:p>
              <a:pPr defTabSz="913686"/>
              <a:r>
                <a:rPr lang="en-US" sz="1400" b="1" dirty="0">
                  <a:solidFill>
                    <a:srgbClr val="313131"/>
                  </a:solidFill>
                </a:rPr>
                <a:t>Investigation and Inspection</a:t>
              </a:r>
            </a:p>
          </p:txBody>
        </p:sp>
      </p:grpSp>
      <p:grpSp>
        <p:nvGrpSpPr>
          <p:cNvPr id="34" name="Group 33">
            <a:extLst>
              <a:ext uri="{FF2B5EF4-FFF2-40B4-BE49-F238E27FC236}">
                <a16:creationId xmlns:a16="http://schemas.microsoft.com/office/drawing/2014/main" id="{BE850F1B-3355-2E41-49E4-473038232300}"/>
              </a:ext>
            </a:extLst>
          </p:cNvPr>
          <p:cNvGrpSpPr/>
          <p:nvPr/>
        </p:nvGrpSpPr>
        <p:grpSpPr>
          <a:xfrm>
            <a:off x="629400" y="4347258"/>
            <a:ext cx="4978186" cy="857250"/>
            <a:chOff x="384999" y="3244289"/>
            <a:chExt cx="2394405" cy="857250"/>
          </a:xfrm>
        </p:grpSpPr>
        <p:sp>
          <p:nvSpPr>
            <p:cNvPr id="35" name="Isosceles Triangle 34">
              <a:extLst>
                <a:ext uri="{FF2B5EF4-FFF2-40B4-BE49-F238E27FC236}">
                  <a16:creationId xmlns:a16="http://schemas.microsoft.com/office/drawing/2014/main" id="{507CD373-4442-7550-20C0-511BEAB6C9A6}"/>
                </a:ext>
              </a:extLst>
            </p:cNvPr>
            <p:cNvSpPr/>
            <p:nvPr/>
          </p:nvSpPr>
          <p:spPr bwMode="gray">
            <a:xfrm rot="16200000">
              <a:off x="270707" y="3818255"/>
              <a:ext cx="397576" cy="168992"/>
            </a:xfrm>
            <a:prstGeom prst="triangle">
              <a:avLst/>
            </a:prstGeom>
            <a:solidFill>
              <a:srgbClr val="046A38"/>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400" b="1" dirty="0">
                <a:solidFill>
                  <a:schemeClr val="bg1"/>
                </a:solidFill>
              </a:endParaRPr>
            </a:p>
          </p:txBody>
        </p:sp>
        <p:sp>
          <p:nvSpPr>
            <p:cNvPr id="36" name="Pentagon 24">
              <a:extLst>
                <a:ext uri="{FF2B5EF4-FFF2-40B4-BE49-F238E27FC236}">
                  <a16:creationId xmlns:a16="http://schemas.microsoft.com/office/drawing/2014/main" id="{4B3F27C7-F1B2-2075-6757-68D1EC31F0B2}"/>
                </a:ext>
              </a:extLst>
            </p:cNvPr>
            <p:cNvSpPr>
              <a:spLocks/>
            </p:cNvSpPr>
            <p:nvPr/>
          </p:nvSpPr>
          <p:spPr bwMode="auto">
            <a:xfrm>
              <a:off x="384999" y="3244289"/>
              <a:ext cx="2394405" cy="658462"/>
            </a:xfrm>
            <a:prstGeom prst="homePlate">
              <a:avLst/>
            </a:prstGeom>
            <a:solidFill>
              <a:srgbClr val="00A3E0"/>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3686"/>
              <a:endParaRPr lang="en-US" sz="1400" dirty="0">
                <a:solidFill>
                  <a:prstClr val="black"/>
                </a:solidFill>
              </a:endParaRPr>
            </a:p>
          </p:txBody>
        </p:sp>
        <p:sp>
          <p:nvSpPr>
            <p:cNvPr id="37" name="Pentagon 25">
              <a:extLst>
                <a:ext uri="{FF2B5EF4-FFF2-40B4-BE49-F238E27FC236}">
                  <a16:creationId xmlns:a16="http://schemas.microsoft.com/office/drawing/2014/main" id="{899063EF-59AA-6126-4EB9-76E5D7106E5E}"/>
                </a:ext>
              </a:extLst>
            </p:cNvPr>
            <p:cNvSpPr>
              <a:spLocks/>
            </p:cNvSpPr>
            <p:nvPr/>
          </p:nvSpPr>
          <p:spPr bwMode="auto">
            <a:xfrm>
              <a:off x="481013" y="3313345"/>
              <a:ext cx="2200169" cy="520350"/>
            </a:xfrm>
            <a:prstGeom prst="homePlate">
              <a:avLst/>
            </a:prstGeom>
            <a:solidFill>
              <a:schemeClr val="bg1"/>
            </a:solidFill>
            <a:ln w="0">
              <a:noFill/>
              <a:prstDash val="solid"/>
              <a:round/>
              <a:headEnd/>
              <a:tailEnd/>
            </a:ln>
          </p:spPr>
          <p:txBody>
            <a:bodyPr vert="horz" wrap="square" lIns="91440" tIns="45720" rIns="91440" bIns="45720" numCol="1" anchor="ctr" anchorCtr="0" compatLnSpc="1">
              <a:prstTxWarp prst="textNoShape">
                <a:avLst/>
              </a:prstTxWarp>
            </a:bodyPr>
            <a:lstStyle/>
            <a:p>
              <a:pPr defTabSz="913686"/>
              <a:r>
                <a:rPr lang="en-US" sz="1400" b="1" dirty="0">
                  <a:solidFill>
                    <a:srgbClr val="313131"/>
                  </a:solidFill>
                </a:rPr>
                <a:t>Imposition of fines</a:t>
              </a:r>
            </a:p>
          </p:txBody>
        </p:sp>
      </p:grpSp>
      <p:grpSp>
        <p:nvGrpSpPr>
          <p:cNvPr id="39" name="Group 38">
            <a:extLst>
              <a:ext uri="{FF2B5EF4-FFF2-40B4-BE49-F238E27FC236}">
                <a16:creationId xmlns:a16="http://schemas.microsoft.com/office/drawing/2014/main" id="{6804896C-C6C3-5A74-6B95-0AF52673C3E3}"/>
              </a:ext>
            </a:extLst>
          </p:cNvPr>
          <p:cNvGrpSpPr/>
          <p:nvPr/>
        </p:nvGrpSpPr>
        <p:grpSpPr>
          <a:xfrm>
            <a:off x="627562" y="5256477"/>
            <a:ext cx="4978186" cy="857250"/>
            <a:chOff x="384999" y="3244289"/>
            <a:chExt cx="2394405" cy="857250"/>
          </a:xfrm>
        </p:grpSpPr>
        <p:sp>
          <p:nvSpPr>
            <p:cNvPr id="40" name="Isosceles Triangle 39">
              <a:extLst>
                <a:ext uri="{FF2B5EF4-FFF2-40B4-BE49-F238E27FC236}">
                  <a16:creationId xmlns:a16="http://schemas.microsoft.com/office/drawing/2014/main" id="{FDC2B8CB-37C6-B806-0968-00AB72271520}"/>
                </a:ext>
              </a:extLst>
            </p:cNvPr>
            <p:cNvSpPr/>
            <p:nvPr/>
          </p:nvSpPr>
          <p:spPr bwMode="gray">
            <a:xfrm rot="16200000">
              <a:off x="270707" y="3818255"/>
              <a:ext cx="397576" cy="168992"/>
            </a:xfrm>
            <a:prstGeom prst="triangle">
              <a:avLst/>
            </a:prstGeom>
            <a:solidFill>
              <a:srgbClr val="046A38"/>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400" b="1" dirty="0">
                <a:solidFill>
                  <a:schemeClr val="bg1"/>
                </a:solidFill>
              </a:endParaRPr>
            </a:p>
          </p:txBody>
        </p:sp>
        <p:sp>
          <p:nvSpPr>
            <p:cNvPr id="41" name="Pentagon 24">
              <a:extLst>
                <a:ext uri="{FF2B5EF4-FFF2-40B4-BE49-F238E27FC236}">
                  <a16:creationId xmlns:a16="http://schemas.microsoft.com/office/drawing/2014/main" id="{2DC5A37D-7AF6-2CE0-EE62-C97AC964CC45}"/>
                </a:ext>
              </a:extLst>
            </p:cNvPr>
            <p:cNvSpPr>
              <a:spLocks/>
            </p:cNvSpPr>
            <p:nvPr/>
          </p:nvSpPr>
          <p:spPr bwMode="auto">
            <a:xfrm>
              <a:off x="384999" y="3244289"/>
              <a:ext cx="2394405" cy="658462"/>
            </a:xfrm>
            <a:prstGeom prst="homePlate">
              <a:avLst/>
            </a:prstGeom>
            <a:solidFill>
              <a:srgbClr val="009A44"/>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3686"/>
              <a:endParaRPr lang="en-US" sz="1400" dirty="0">
                <a:solidFill>
                  <a:prstClr val="black"/>
                </a:solidFill>
              </a:endParaRPr>
            </a:p>
          </p:txBody>
        </p:sp>
        <p:sp>
          <p:nvSpPr>
            <p:cNvPr id="42" name="Pentagon 25">
              <a:extLst>
                <a:ext uri="{FF2B5EF4-FFF2-40B4-BE49-F238E27FC236}">
                  <a16:creationId xmlns:a16="http://schemas.microsoft.com/office/drawing/2014/main" id="{275327EB-C1B6-4610-86D6-E9021DF968D2}"/>
                </a:ext>
              </a:extLst>
            </p:cNvPr>
            <p:cNvSpPr>
              <a:spLocks/>
            </p:cNvSpPr>
            <p:nvPr/>
          </p:nvSpPr>
          <p:spPr bwMode="auto">
            <a:xfrm>
              <a:off x="481013" y="3313345"/>
              <a:ext cx="2200169" cy="520350"/>
            </a:xfrm>
            <a:prstGeom prst="homePlate">
              <a:avLst/>
            </a:prstGeom>
            <a:solidFill>
              <a:schemeClr val="bg1"/>
            </a:solidFill>
            <a:ln w="0">
              <a:noFill/>
              <a:prstDash val="solid"/>
              <a:round/>
              <a:headEnd/>
              <a:tailEnd/>
            </a:ln>
          </p:spPr>
          <p:txBody>
            <a:bodyPr vert="horz" wrap="square" lIns="91440" tIns="45720" rIns="91440" bIns="45720" numCol="1" anchor="ctr" anchorCtr="0" compatLnSpc="1">
              <a:prstTxWarp prst="textNoShape">
                <a:avLst/>
              </a:prstTxWarp>
            </a:bodyPr>
            <a:lstStyle/>
            <a:p>
              <a:pPr defTabSz="913686"/>
              <a:r>
                <a:rPr lang="en-US" sz="1400" b="1" dirty="0">
                  <a:solidFill>
                    <a:srgbClr val="313131"/>
                  </a:solidFill>
                </a:rPr>
                <a:t>Determination of Service Charges</a:t>
              </a:r>
            </a:p>
          </p:txBody>
        </p:sp>
      </p:grpSp>
      <p:grpSp>
        <p:nvGrpSpPr>
          <p:cNvPr id="44" name="Group 43">
            <a:extLst>
              <a:ext uri="{FF2B5EF4-FFF2-40B4-BE49-F238E27FC236}">
                <a16:creationId xmlns:a16="http://schemas.microsoft.com/office/drawing/2014/main" id="{9B40B90F-2AA8-D755-EEE3-2A2CBC3E59C1}"/>
              </a:ext>
            </a:extLst>
          </p:cNvPr>
          <p:cNvGrpSpPr/>
          <p:nvPr/>
        </p:nvGrpSpPr>
        <p:grpSpPr>
          <a:xfrm>
            <a:off x="627562" y="6165697"/>
            <a:ext cx="4978186" cy="857250"/>
            <a:chOff x="384999" y="3244289"/>
            <a:chExt cx="2394405" cy="857250"/>
          </a:xfrm>
        </p:grpSpPr>
        <p:sp>
          <p:nvSpPr>
            <p:cNvPr id="45" name="Isosceles Triangle 44">
              <a:extLst>
                <a:ext uri="{FF2B5EF4-FFF2-40B4-BE49-F238E27FC236}">
                  <a16:creationId xmlns:a16="http://schemas.microsoft.com/office/drawing/2014/main" id="{03584AF1-5794-45CC-31FF-8A02175C896C}"/>
                </a:ext>
              </a:extLst>
            </p:cNvPr>
            <p:cNvSpPr/>
            <p:nvPr/>
          </p:nvSpPr>
          <p:spPr bwMode="gray">
            <a:xfrm rot="16200000">
              <a:off x="270707" y="3818255"/>
              <a:ext cx="397576" cy="168992"/>
            </a:xfrm>
            <a:prstGeom prst="triangle">
              <a:avLst/>
            </a:prstGeom>
            <a:solidFill>
              <a:srgbClr val="046A38"/>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400" b="1" dirty="0">
                <a:solidFill>
                  <a:schemeClr val="bg1"/>
                </a:solidFill>
              </a:endParaRPr>
            </a:p>
          </p:txBody>
        </p:sp>
        <p:sp>
          <p:nvSpPr>
            <p:cNvPr id="46" name="Pentagon 24">
              <a:extLst>
                <a:ext uri="{FF2B5EF4-FFF2-40B4-BE49-F238E27FC236}">
                  <a16:creationId xmlns:a16="http://schemas.microsoft.com/office/drawing/2014/main" id="{5FB01A46-3038-A3A4-A13C-C819D8E0327A}"/>
                </a:ext>
              </a:extLst>
            </p:cNvPr>
            <p:cNvSpPr>
              <a:spLocks/>
            </p:cNvSpPr>
            <p:nvPr/>
          </p:nvSpPr>
          <p:spPr bwMode="auto">
            <a:xfrm>
              <a:off x="384999" y="3244289"/>
              <a:ext cx="2394405" cy="658462"/>
            </a:xfrm>
            <a:prstGeom prst="homePlate">
              <a:avLst/>
            </a:prstGeom>
            <a:solidFill>
              <a:srgbClr val="009A44"/>
            </a:solidFill>
            <a:ln w="0">
              <a:noFill/>
              <a:prstDash val="solid"/>
              <a:round/>
              <a:headEnd/>
              <a:tailEnd/>
            </a:ln>
          </p:spPr>
          <p:txBody>
            <a:bodyPr vert="horz" wrap="square" lIns="91440" tIns="45720" rIns="91440" bIns="45720" numCol="1" anchor="t" anchorCtr="0" compatLnSpc="1">
              <a:prstTxWarp prst="textNoShape">
                <a:avLst/>
              </a:prstTxWarp>
            </a:bodyPr>
            <a:lstStyle/>
            <a:p>
              <a:pPr defTabSz="913686"/>
              <a:endParaRPr lang="en-US" sz="1400" dirty="0">
                <a:solidFill>
                  <a:prstClr val="black"/>
                </a:solidFill>
              </a:endParaRPr>
            </a:p>
          </p:txBody>
        </p:sp>
        <p:sp>
          <p:nvSpPr>
            <p:cNvPr id="47" name="Pentagon 25">
              <a:extLst>
                <a:ext uri="{FF2B5EF4-FFF2-40B4-BE49-F238E27FC236}">
                  <a16:creationId xmlns:a16="http://schemas.microsoft.com/office/drawing/2014/main" id="{C82E1661-17FC-272A-C9B3-E2225003CE6F}"/>
                </a:ext>
              </a:extLst>
            </p:cNvPr>
            <p:cNvSpPr>
              <a:spLocks/>
            </p:cNvSpPr>
            <p:nvPr/>
          </p:nvSpPr>
          <p:spPr bwMode="auto">
            <a:xfrm>
              <a:off x="481013" y="3313345"/>
              <a:ext cx="2200169" cy="520350"/>
            </a:xfrm>
            <a:prstGeom prst="homePlate">
              <a:avLst/>
            </a:prstGeom>
            <a:solidFill>
              <a:schemeClr val="bg1"/>
            </a:solidFill>
            <a:ln w="0">
              <a:noFill/>
              <a:prstDash val="solid"/>
              <a:round/>
              <a:headEnd/>
              <a:tailEnd/>
            </a:ln>
          </p:spPr>
          <p:txBody>
            <a:bodyPr vert="horz" wrap="square" lIns="91440" tIns="45720" rIns="91440" bIns="45720" numCol="1" anchor="ctr" anchorCtr="0" compatLnSpc="1">
              <a:prstTxWarp prst="textNoShape">
                <a:avLst/>
              </a:prstTxWarp>
            </a:bodyPr>
            <a:lstStyle/>
            <a:p>
              <a:pPr defTabSz="913686"/>
              <a:r>
                <a:rPr lang="en-US" sz="1400" b="1" dirty="0">
                  <a:solidFill>
                    <a:srgbClr val="313131"/>
                  </a:solidFill>
                </a:rPr>
                <a:t>Conducting Public Hearing</a:t>
              </a:r>
            </a:p>
          </p:txBody>
        </p:sp>
      </p:grpSp>
      <p:sp>
        <p:nvSpPr>
          <p:cNvPr id="49" name="Rectangle 48">
            <a:extLst>
              <a:ext uri="{FF2B5EF4-FFF2-40B4-BE49-F238E27FC236}">
                <a16:creationId xmlns:a16="http://schemas.microsoft.com/office/drawing/2014/main" id="{F87BDA09-A8F2-378E-AADF-33AEE70F6C95}"/>
              </a:ext>
            </a:extLst>
          </p:cNvPr>
          <p:cNvSpPr/>
          <p:nvPr/>
        </p:nvSpPr>
        <p:spPr>
          <a:xfrm>
            <a:off x="5759655" y="1677751"/>
            <a:ext cx="6970545" cy="215444"/>
          </a:xfrm>
          <a:prstGeom prst="rect">
            <a:avLst/>
          </a:prstGeom>
          <a:noFill/>
        </p:spPr>
        <p:txBody>
          <a:bodyPr wrap="square" lIns="0" tIns="0" rIns="0" bIns="0" rtlCol="0" anchor="t">
            <a:spAutoFit/>
          </a:bodyPr>
          <a:lstStyle/>
          <a:p>
            <a:pPr marL="0" lvl="1" defTabSz="913686">
              <a:buSzPct val="100000"/>
              <a:defRPr/>
            </a:pPr>
            <a:r>
              <a:rPr lang="en-US" sz="1400" i="1" dirty="0">
                <a:solidFill>
                  <a:srgbClr val="313131"/>
                </a:solidFill>
              </a:rPr>
              <a:t>Issue Bylaws related to Review of Decision</a:t>
            </a:r>
          </a:p>
        </p:txBody>
      </p:sp>
      <p:sp>
        <p:nvSpPr>
          <p:cNvPr id="50" name="Rectangle 49">
            <a:extLst>
              <a:ext uri="{FF2B5EF4-FFF2-40B4-BE49-F238E27FC236}">
                <a16:creationId xmlns:a16="http://schemas.microsoft.com/office/drawing/2014/main" id="{A6A99274-562C-A106-D24C-3D8A729848B4}"/>
              </a:ext>
            </a:extLst>
          </p:cNvPr>
          <p:cNvSpPr/>
          <p:nvPr/>
        </p:nvSpPr>
        <p:spPr>
          <a:xfrm>
            <a:off x="5759654" y="2617573"/>
            <a:ext cx="6970545" cy="646331"/>
          </a:xfrm>
          <a:prstGeom prst="rect">
            <a:avLst/>
          </a:prstGeom>
          <a:noFill/>
        </p:spPr>
        <p:txBody>
          <a:bodyPr wrap="square" lIns="0" tIns="0" rIns="0" bIns="0" rtlCol="0" anchor="t">
            <a:spAutoFit/>
          </a:bodyPr>
          <a:lstStyle/>
          <a:p>
            <a:pPr marL="0" lvl="1" defTabSz="913686">
              <a:buSzPct val="100000"/>
              <a:defRPr/>
            </a:pPr>
            <a:r>
              <a:rPr lang="en-US" sz="1400" i="1" dirty="0">
                <a:solidFill>
                  <a:srgbClr val="313131"/>
                </a:solidFill>
              </a:rPr>
              <a:t>Studies on power sector improvement; policy-level suggestions to the </a:t>
            </a:r>
            <a:r>
              <a:rPr lang="en-US" sz="1400" i="1" dirty="0" err="1">
                <a:solidFill>
                  <a:srgbClr val="313131"/>
                </a:solidFill>
              </a:rPr>
              <a:t>GoN</a:t>
            </a:r>
            <a:r>
              <a:rPr lang="en-US" sz="1400" i="1" dirty="0">
                <a:solidFill>
                  <a:srgbClr val="313131"/>
                </a:solidFill>
              </a:rPr>
              <a:t>; Studies and analyses of prevalent laws ; Clarification of the jurisdiction of the ERC</a:t>
            </a:r>
          </a:p>
        </p:txBody>
      </p:sp>
      <p:sp>
        <p:nvSpPr>
          <p:cNvPr id="51" name="Rectangle 50">
            <a:extLst>
              <a:ext uri="{FF2B5EF4-FFF2-40B4-BE49-F238E27FC236}">
                <a16:creationId xmlns:a16="http://schemas.microsoft.com/office/drawing/2014/main" id="{DFED5BA6-5073-D1F9-B7EE-A272D34AA489}"/>
              </a:ext>
            </a:extLst>
          </p:cNvPr>
          <p:cNvSpPr/>
          <p:nvPr/>
        </p:nvSpPr>
        <p:spPr>
          <a:xfrm>
            <a:off x="5759654" y="3522692"/>
            <a:ext cx="6970545" cy="215444"/>
          </a:xfrm>
          <a:prstGeom prst="rect">
            <a:avLst/>
          </a:prstGeom>
          <a:noFill/>
        </p:spPr>
        <p:txBody>
          <a:bodyPr wrap="square" lIns="0" tIns="0" rIns="0" bIns="0" rtlCol="0" anchor="t">
            <a:spAutoFit/>
          </a:bodyPr>
          <a:lstStyle/>
          <a:p>
            <a:pPr marL="0" lvl="1" defTabSz="913686">
              <a:buSzPct val="100000"/>
              <a:defRPr/>
            </a:pPr>
            <a:r>
              <a:rPr lang="en-US" sz="1400" i="1" dirty="0">
                <a:solidFill>
                  <a:srgbClr val="313131"/>
                </a:solidFill>
              </a:rPr>
              <a:t>Set legal arrangement for immediate investigation and on- site inspection</a:t>
            </a:r>
          </a:p>
        </p:txBody>
      </p:sp>
      <p:sp>
        <p:nvSpPr>
          <p:cNvPr id="52" name="Rectangle 51">
            <a:extLst>
              <a:ext uri="{FF2B5EF4-FFF2-40B4-BE49-F238E27FC236}">
                <a16:creationId xmlns:a16="http://schemas.microsoft.com/office/drawing/2014/main" id="{FEED14D4-24DE-4A15-E229-E59E7124F525}"/>
              </a:ext>
            </a:extLst>
          </p:cNvPr>
          <p:cNvSpPr/>
          <p:nvPr/>
        </p:nvSpPr>
        <p:spPr>
          <a:xfrm>
            <a:off x="5759653" y="4591488"/>
            <a:ext cx="6970545" cy="215444"/>
          </a:xfrm>
          <a:prstGeom prst="rect">
            <a:avLst/>
          </a:prstGeom>
          <a:noFill/>
        </p:spPr>
        <p:txBody>
          <a:bodyPr wrap="square" lIns="0" tIns="0" rIns="0" bIns="0" rtlCol="0" anchor="t">
            <a:spAutoFit/>
          </a:bodyPr>
          <a:lstStyle/>
          <a:p>
            <a:pPr marL="0" lvl="1" defTabSz="913686">
              <a:buSzPct val="100000"/>
              <a:defRPr/>
            </a:pPr>
            <a:r>
              <a:rPr lang="en-US" sz="1400" i="1" dirty="0">
                <a:solidFill>
                  <a:srgbClr val="313131"/>
                </a:solidFill>
              </a:rPr>
              <a:t>Introduce necessary provisions regarding imposition of fines</a:t>
            </a:r>
          </a:p>
        </p:txBody>
      </p:sp>
      <p:sp>
        <p:nvSpPr>
          <p:cNvPr id="53" name="Rectangle 52">
            <a:extLst>
              <a:ext uri="{FF2B5EF4-FFF2-40B4-BE49-F238E27FC236}">
                <a16:creationId xmlns:a16="http://schemas.microsoft.com/office/drawing/2014/main" id="{205B9E81-FB01-6BE4-9089-97FF7C26DCAD}"/>
              </a:ext>
            </a:extLst>
          </p:cNvPr>
          <p:cNvSpPr/>
          <p:nvPr/>
        </p:nvSpPr>
        <p:spPr>
          <a:xfrm>
            <a:off x="5764245" y="5466592"/>
            <a:ext cx="6970545" cy="215444"/>
          </a:xfrm>
          <a:prstGeom prst="rect">
            <a:avLst/>
          </a:prstGeom>
          <a:noFill/>
        </p:spPr>
        <p:txBody>
          <a:bodyPr wrap="square" lIns="0" tIns="0" rIns="0" bIns="0" rtlCol="0" anchor="t">
            <a:spAutoFit/>
          </a:bodyPr>
          <a:lstStyle/>
          <a:p>
            <a:pPr marL="0" lvl="1" defTabSz="913686">
              <a:buSzPct val="100000"/>
              <a:defRPr/>
            </a:pPr>
            <a:r>
              <a:rPr lang="en-US" sz="1400" i="1" dirty="0">
                <a:solidFill>
                  <a:srgbClr val="313131"/>
                </a:solidFill>
              </a:rPr>
              <a:t>Amendment of provision(s) relate to service charges as necessary</a:t>
            </a:r>
          </a:p>
        </p:txBody>
      </p:sp>
      <p:sp>
        <p:nvSpPr>
          <p:cNvPr id="54" name="Rectangle 53">
            <a:extLst>
              <a:ext uri="{FF2B5EF4-FFF2-40B4-BE49-F238E27FC236}">
                <a16:creationId xmlns:a16="http://schemas.microsoft.com/office/drawing/2014/main" id="{368C22AA-0A76-B949-B879-716E10C4CCDA}"/>
              </a:ext>
            </a:extLst>
          </p:cNvPr>
          <p:cNvSpPr/>
          <p:nvPr/>
        </p:nvSpPr>
        <p:spPr>
          <a:xfrm>
            <a:off x="5795459" y="6368141"/>
            <a:ext cx="6970545" cy="215444"/>
          </a:xfrm>
          <a:prstGeom prst="rect">
            <a:avLst/>
          </a:prstGeom>
          <a:noFill/>
        </p:spPr>
        <p:txBody>
          <a:bodyPr wrap="square" lIns="0" tIns="0" rIns="0" bIns="0" rtlCol="0" anchor="t">
            <a:spAutoFit/>
          </a:bodyPr>
          <a:lstStyle/>
          <a:p>
            <a:pPr marL="0" lvl="1" defTabSz="913686">
              <a:buSzPct val="100000"/>
              <a:defRPr/>
            </a:pPr>
            <a:r>
              <a:rPr lang="en-US" sz="1400" i="1" dirty="0">
                <a:solidFill>
                  <a:srgbClr val="313131"/>
                </a:solidFill>
              </a:rPr>
              <a:t>Periodically hold public hearings to address public grievances in all provinces</a:t>
            </a:r>
          </a:p>
        </p:txBody>
      </p:sp>
    </p:spTree>
    <p:extLst>
      <p:ext uri="{BB962C8B-B14F-4D97-AF65-F5344CB8AC3E}">
        <p14:creationId xmlns:p14="http://schemas.microsoft.com/office/powerpoint/2010/main" val="2361815181"/>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7DD505-6E86-0664-77C7-2ECD120B719D}"/>
            </a:ext>
          </a:extLst>
        </p:cNvPr>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F62F4D2E-4900-6697-3828-ACB17A001F93}"/>
              </a:ext>
            </a:extLst>
          </p:cNvPr>
          <p:cNvGraphicFramePr>
            <a:graphicFrameLocks noChangeAspect="1"/>
          </p:cNvGraphicFramePr>
          <p:nvPr>
            <p:custDataLst>
              <p:tags r:id="rId1"/>
            </p:custDataLst>
            <p:extLst>
              <p:ext uri="{D42A27DB-BD31-4B8C-83A1-F6EECF244321}">
                <p14:modId xmlns:p14="http://schemas.microsoft.com/office/powerpoint/2010/main" val="305269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6" name="Object 5" hidden="1">
                        <a:extLst>
                          <a:ext uri="{FF2B5EF4-FFF2-40B4-BE49-F238E27FC236}">
                            <a16:creationId xmlns:a16="http://schemas.microsoft.com/office/drawing/2014/main" id="{F62F4D2E-4900-6697-3828-ACB17A001F9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71" name="Picture 70">
            <a:extLst>
              <a:ext uri="{FF2B5EF4-FFF2-40B4-BE49-F238E27FC236}">
                <a16:creationId xmlns:a16="http://schemas.microsoft.com/office/drawing/2014/main" id="{DBA607CE-925B-42F1-4287-8CFAFC21891A}"/>
              </a:ext>
            </a:extLst>
          </p:cNvPr>
          <p:cNvPicPr>
            <a:picLocks noChangeAspect="1"/>
          </p:cNvPicPr>
          <p:nvPr/>
        </p:nvPicPr>
        <p:blipFill>
          <a:blip r:embed="rId5"/>
          <a:stretch>
            <a:fillRect/>
          </a:stretch>
        </p:blipFill>
        <p:spPr>
          <a:xfrm>
            <a:off x="1336901" y="2797777"/>
            <a:ext cx="10758808" cy="2404360"/>
          </a:xfrm>
          <a:prstGeom prst="rect">
            <a:avLst/>
          </a:prstGeom>
        </p:spPr>
      </p:pic>
      <p:sp>
        <p:nvSpPr>
          <p:cNvPr id="3" name="Title 2">
            <a:extLst>
              <a:ext uri="{FF2B5EF4-FFF2-40B4-BE49-F238E27FC236}">
                <a16:creationId xmlns:a16="http://schemas.microsoft.com/office/drawing/2014/main" id="{13F6258B-95A8-8C50-6144-46031F69406A}"/>
              </a:ext>
            </a:extLst>
          </p:cNvPr>
          <p:cNvSpPr>
            <a:spLocks noGrp="1"/>
          </p:cNvSpPr>
          <p:nvPr>
            <p:ph type="title"/>
          </p:nvPr>
        </p:nvSpPr>
        <p:spPr/>
        <p:txBody>
          <a:bodyPr vert="horz"/>
          <a:lstStyle/>
          <a:p>
            <a:r>
              <a:rPr lang="en-IN" dirty="0"/>
              <a:t>ERC Five Year Roadmap Snapshot</a:t>
            </a:r>
          </a:p>
        </p:txBody>
      </p:sp>
      <p:sp>
        <p:nvSpPr>
          <p:cNvPr id="13" name="TextBox 12">
            <a:extLst>
              <a:ext uri="{FF2B5EF4-FFF2-40B4-BE49-F238E27FC236}">
                <a16:creationId xmlns:a16="http://schemas.microsoft.com/office/drawing/2014/main" id="{21A35244-3E12-9F91-7DA0-35DDBE725AA2}"/>
              </a:ext>
            </a:extLst>
          </p:cNvPr>
          <p:cNvSpPr txBox="1"/>
          <p:nvPr/>
        </p:nvSpPr>
        <p:spPr>
          <a:xfrm>
            <a:off x="683048" y="1007473"/>
            <a:ext cx="3462586" cy="323165"/>
          </a:xfrm>
          <a:prstGeom prst="rect">
            <a:avLst/>
          </a:prstGeom>
          <a:noFill/>
        </p:spPr>
        <p:txBody>
          <a:bodyPr wrap="square">
            <a:spAutoFit/>
          </a:bodyPr>
          <a:lstStyle/>
          <a:p>
            <a:pPr algn="ctr">
              <a:defRPr/>
            </a:pPr>
            <a:r>
              <a:rPr lang="en-US" sz="1500" b="1" dirty="0">
                <a:solidFill>
                  <a:srgbClr val="FF5353"/>
                </a:solidFill>
                <a:latin typeface="Verdana" panose="020B0604030504040204" pitchFamily="34" charset="0"/>
                <a:ea typeface="Verdana" panose="020B0604030504040204" pitchFamily="34" charset="0"/>
              </a:rPr>
              <a:t>KEY TARGETS FOR 2024/25</a:t>
            </a:r>
            <a:endParaRPr lang="id-ID" sz="1500" b="1" dirty="0">
              <a:solidFill>
                <a:srgbClr val="FF5353"/>
              </a:solidFill>
              <a:latin typeface="Verdana" panose="020B0604030504040204" pitchFamily="34" charset="0"/>
              <a:ea typeface="Verdana" panose="020B0604030504040204" pitchFamily="34" charset="0"/>
            </a:endParaRPr>
          </a:p>
        </p:txBody>
      </p:sp>
      <p:sp>
        <p:nvSpPr>
          <p:cNvPr id="14" name="TextBox 13">
            <a:extLst>
              <a:ext uri="{FF2B5EF4-FFF2-40B4-BE49-F238E27FC236}">
                <a16:creationId xmlns:a16="http://schemas.microsoft.com/office/drawing/2014/main" id="{E8CF1DB0-D7D6-39BA-09FF-444C2A3DFAAD}"/>
              </a:ext>
            </a:extLst>
          </p:cNvPr>
          <p:cNvSpPr txBox="1"/>
          <p:nvPr/>
        </p:nvSpPr>
        <p:spPr>
          <a:xfrm>
            <a:off x="4766704" y="1007472"/>
            <a:ext cx="3184114" cy="323165"/>
          </a:xfrm>
          <a:prstGeom prst="rect">
            <a:avLst/>
          </a:prstGeom>
          <a:noFill/>
        </p:spPr>
        <p:txBody>
          <a:bodyPr wrap="square">
            <a:spAutoFit/>
          </a:bodyPr>
          <a:lstStyle>
            <a:defPPr>
              <a:defRPr lang="en-US"/>
            </a:defPPr>
            <a:lvl1pPr algn="ctr">
              <a:defRPr sz="1500" b="1">
                <a:solidFill>
                  <a:srgbClr val="FF5353"/>
                </a:solidFill>
                <a:latin typeface="Verdana" panose="020B0604030504040204" pitchFamily="34" charset="0"/>
                <a:ea typeface="Verdana" panose="020B0604030504040204" pitchFamily="34" charset="0"/>
              </a:defRPr>
            </a:lvl1pPr>
          </a:lstStyle>
          <a:p>
            <a:r>
              <a:rPr lang="en-US" dirty="0"/>
              <a:t>KEY TARGETS FOR 2026/27</a:t>
            </a:r>
            <a:endParaRPr lang="id-ID" dirty="0"/>
          </a:p>
        </p:txBody>
      </p:sp>
      <p:sp>
        <p:nvSpPr>
          <p:cNvPr id="15" name="TextBox 14">
            <a:extLst>
              <a:ext uri="{FF2B5EF4-FFF2-40B4-BE49-F238E27FC236}">
                <a16:creationId xmlns:a16="http://schemas.microsoft.com/office/drawing/2014/main" id="{95C1A158-A247-B807-9DCE-B65C69A3E0B9}"/>
              </a:ext>
            </a:extLst>
          </p:cNvPr>
          <p:cNvSpPr txBox="1"/>
          <p:nvPr/>
        </p:nvSpPr>
        <p:spPr>
          <a:xfrm>
            <a:off x="9076024" y="1007471"/>
            <a:ext cx="3256915" cy="323165"/>
          </a:xfrm>
          <a:prstGeom prst="rect">
            <a:avLst/>
          </a:prstGeom>
          <a:noFill/>
        </p:spPr>
        <p:txBody>
          <a:bodyPr wrap="square">
            <a:spAutoFit/>
          </a:bodyPr>
          <a:lstStyle>
            <a:defPPr>
              <a:defRPr lang="en-US"/>
            </a:defPPr>
            <a:lvl1pPr algn="ctr">
              <a:defRPr sz="1500" b="1">
                <a:solidFill>
                  <a:srgbClr val="FF5353"/>
                </a:solidFill>
                <a:latin typeface="Verdana" panose="020B0604030504040204" pitchFamily="34" charset="0"/>
                <a:ea typeface="Verdana" panose="020B0604030504040204" pitchFamily="34" charset="0"/>
              </a:defRPr>
            </a:lvl1pPr>
          </a:lstStyle>
          <a:p>
            <a:r>
              <a:rPr lang="en-US" dirty="0"/>
              <a:t>KEY TARGETS FOR 2028/29</a:t>
            </a:r>
            <a:endParaRPr lang="id-ID" dirty="0"/>
          </a:p>
        </p:txBody>
      </p:sp>
      <p:sp>
        <p:nvSpPr>
          <p:cNvPr id="16" name="Rectangle 15">
            <a:extLst>
              <a:ext uri="{FF2B5EF4-FFF2-40B4-BE49-F238E27FC236}">
                <a16:creationId xmlns:a16="http://schemas.microsoft.com/office/drawing/2014/main" id="{804BC9AB-7216-9DBD-7EB7-F54A87C54E8E}"/>
              </a:ext>
            </a:extLst>
          </p:cNvPr>
          <p:cNvSpPr/>
          <p:nvPr/>
        </p:nvSpPr>
        <p:spPr>
          <a:xfrm>
            <a:off x="553190" y="1222736"/>
            <a:ext cx="3803147" cy="1600438"/>
          </a:xfrm>
          <a:prstGeom prst="rect">
            <a:avLst/>
          </a:prstGeom>
        </p:spPr>
        <p:txBody>
          <a:bodyPr wrap="square">
            <a:spAutoFit/>
          </a:bodyPr>
          <a:lstStyle/>
          <a:p>
            <a:pPr marL="171450" indent="-171450" algn="just">
              <a:buFont typeface="Arial" panose="020B0604020202020204" pitchFamily="34" charset="0"/>
              <a:buChar char="•"/>
              <a:defRPr/>
            </a:pPr>
            <a:r>
              <a:rPr lang="en-US" sz="1400" dirty="0">
                <a:latin typeface="Verdana" panose="020B0604030504040204" pitchFamily="34" charset="0"/>
                <a:ea typeface="Verdana" panose="020B0604030504040204" pitchFamily="34" charset="0"/>
              </a:rPr>
              <a:t>Internal Strengthening &amp; Preparatory Works</a:t>
            </a:r>
          </a:p>
          <a:p>
            <a:pPr marL="171450" indent="-171450" algn="just">
              <a:buFont typeface="Arial" panose="020B0604020202020204" pitchFamily="34" charset="0"/>
              <a:buChar char="•"/>
              <a:defRPr/>
            </a:pPr>
            <a:r>
              <a:rPr lang="en-US" sz="1400" dirty="0">
                <a:latin typeface="Verdana" panose="020B0604030504040204" pitchFamily="34" charset="0"/>
                <a:ea typeface="Verdana" panose="020B0604030504040204" pitchFamily="34" charset="0"/>
              </a:rPr>
              <a:t>Dispute Resolution Bylaws</a:t>
            </a:r>
          </a:p>
          <a:p>
            <a:pPr marL="171450" indent="-171450" algn="just">
              <a:buFont typeface="Arial" panose="020B0604020202020204" pitchFamily="34" charset="0"/>
              <a:buChar char="•"/>
              <a:defRPr/>
            </a:pPr>
            <a:r>
              <a:rPr lang="en-US" sz="1400" dirty="0">
                <a:latin typeface="Verdana" panose="020B0604030504040204" pitchFamily="34" charset="0"/>
                <a:ea typeface="Verdana" panose="020B0604030504040204" pitchFamily="34" charset="0"/>
              </a:rPr>
              <a:t>Internal Control System Bylaws</a:t>
            </a:r>
          </a:p>
          <a:p>
            <a:pPr marL="171450" indent="-171450" algn="just">
              <a:buFont typeface="Arial" panose="020B0604020202020204" pitchFamily="34" charset="0"/>
              <a:buChar char="•"/>
              <a:defRPr/>
            </a:pPr>
            <a:r>
              <a:rPr lang="en-US" sz="1400" dirty="0">
                <a:latin typeface="Verdana" panose="020B0604030504040204" pitchFamily="34" charset="0"/>
                <a:ea typeface="Verdana" panose="020B0604030504040204" pitchFamily="34" charset="0"/>
              </a:rPr>
              <a:t>Tariff Studies (Storage Project Tariff, Progressive &amp; Regressive Tariff, Piloting Smart Metering</a:t>
            </a:r>
          </a:p>
        </p:txBody>
      </p:sp>
      <p:sp>
        <p:nvSpPr>
          <p:cNvPr id="17" name="Rectangle 16">
            <a:extLst>
              <a:ext uri="{FF2B5EF4-FFF2-40B4-BE49-F238E27FC236}">
                <a16:creationId xmlns:a16="http://schemas.microsoft.com/office/drawing/2014/main" id="{5EB4D339-6E3C-F7B4-EE3C-19835D76C643}"/>
              </a:ext>
            </a:extLst>
          </p:cNvPr>
          <p:cNvSpPr/>
          <p:nvPr/>
        </p:nvSpPr>
        <p:spPr>
          <a:xfrm>
            <a:off x="4742666" y="1268366"/>
            <a:ext cx="4060580" cy="1600438"/>
          </a:xfrm>
          <a:prstGeom prst="rect">
            <a:avLst/>
          </a:prstGeom>
        </p:spPr>
        <p:txBody>
          <a:bodyPr wrap="square">
            <a:spAutoFit/>
          </a:bodyPr>
          <a:lstStyle/>
          <a:p>
            <a:pPr marL="171450" indent="-171450" algn="just">
              <a:buFont typeface="Arial" panose="020B0604020202020204" pitchFamily="34" charset="0"/>
              <a:buChar char="•"/>
              <a:defRPr/>
            </a:pPr>
            <a:r>
              <a:rPr lang="en-US" sz="1400" dirty="0">
                <a:latin typeface="Verdana" panose="020B0604030504040204" pitchFamily="34" charset="0"/>
                <a:ea typeface="Verdana" panose="020B0604030504040204" pitchFamily="34" charset="0"/>
              </a:rPr>
              <a:t>Tariff Frameworks for Generation &amp; Distribution</a:t>
            </a:r>
          </a:p>
          <a:p>
            <a:pPr marL="171450" indent="-171450" algn="just">
              <a:buFont typeface="Arial" panose="020B0604020202020204" pitchFamily="34" charset="0"/>
              <a:buChar char="•"/>
              <a:defRPr/>
            </a:pPr>
            <a:r>
              <a:rPr lang="en-US" sz="1400" dirty="0">
                <a:latin typeface="Verdana" panose="020B0604030504040204" pitchFamily="34" charset="0"/>
                <a:ea typeface="Verdana" panose="020B0604030504040204" pitchFamily="34" charset="0"/>
              </a:rPr>
              <a:t>Directives to Foster Competition in Power Purchase of Pre-Construction Projects</a:t>
            </a:r>
          </a:p>
          <a:p>
            <a:pPr marL="171450" indent="-171450" algn="just">
              <a:buFont typeface="Arial" panose="020B0604020202020204" pitchFamily="34" charset="0"/>
              <a:buChar char="•"/>
              <a:defRPr/>
            </a:pPr>
            <a:r>
              <a:rPr lang="en-US" sz="1400" dirty="0">
                <a:latin typeface="Verdana" panose="020B0604030504040204" pitchFamily="34" charset="0"/>
                <a:ea typeface="Verdana" panose="020B0604030504040204" pitchFamily="34" charset="0"/>
              </a:rPr>
              <a:t>Directives on Brownfield PPA</a:t>
            </a:r>
          </a:p>
          <a:p>
            <a:pPr marL="171450" indent="-171450" algn="just">
              <a:buFont typeface="Arial" panose="020B0604020202020204" pitchFamily="34" charset="0"/>
              <a:buChar char="•"/>
              <a:defRPr/>
            </a:pPr>
            <a:r>
              <a:rPr lang="en-US" sz="1400" dirty="0">
                <a:latin typeface="Verdana" panose="020B0604030504040204" pitchFamily="34" charset="0"/>
                <a:ea typeface="Verdana" panose="020B0604030504040204" pitchFamily="34" charset="0"/>
              </a:rPr>
              <a:t>Directives on Corporate Governance of Licensees</a:t>
            </a:r>
            <a:endParaRPr lang="id-ID" sz="1400" dirty="0">
              <a:latin typeface="Verdana" panose="020B0604030504040204" pitchFamily="34" charset="0"/>
              <a:ea typeface="Verdana" panose="020B0604030504040204" pitchFamily="34" charset="0"/>
            </a:endParaRPr>
          </a:p>
        </p:txBody>
      </p:sp>
      <p:sp>
        <p:nvSpPr>
          <p:cNvPr id="18" name="Rectangle 17">
            <a:extLst>
              <a:ext uri="{FF2B5EF4-FFF2-40B4-BE49-F238E27FC236}">
                <a16:creationId xmlns:a16="http://schemas.microsoft.com/office/drawing/2014/main" id="{7A01BA04-F7E7-6C95-470B-00B9B43EC70C}"/>
              </a:ext>
            </a:extLst>
          </p:cNvPr>
          <p:cNvSpPr/>
          <p:nvPr/>
        </p:nvSpPr>
        <p:spPr>
          <a:xfrm>
            <a:off x="9153863" y="1328254"/>
            <a:ext cx="3179076" cy="523220"/>
          </a:xfrm>
          <a:prstGeom prst="rect">
            <a:avLst/>
          </a:prstGeom>
        </p:spPr>
        <p:txBody>
          <a:bodyPr wrap="square">
            <a:spAutoFit/>
          </a:bodyPr>
          <a:lstStyle/>
          <a:p>
            <a:pPr marL="171450" indent="-171450" algn="just">
              <a:buFont typeface="Arial" panose="020B0604020202020204" pitchFamily="34" charset="0"/>
              <a:buChar char="•"/>
              <a:defRPr/>
            </a:pPr>
            <a:r>
              <a:rPr lang="en-US" sz="1400" dirty="0">
                <a:latin typeface="Verdana" panose="020B0604030504040204" pitchFamily="34" charset="0"/>
                <a:ea typeface="Verdana" panose="020B0604030504040204" pitchFamily="34" charset="0"/>
              </a:rPr>
              <a:t>Review and Monitoring</a:t>
            </a:r>
          </a:p>
          <a:p>
            <a:pPr marL="171450" indent="-171450" algn="just">
              <a:buFont typeface="Arial" panose="020B0604020202020204" pitchFamily="34" charset="0"/>
              <a:buChar char="•"/>
              <a:defRPr/>
            </a:pPr>
            <a:r>
              <a:rPr lang="en-US" sz="1400" dirty="0">
                <a:latin typeface="Verdana" panose="020B0604030504040204" pitchFamily="34" charset="0"/>
                <a:ea typeface="Verdana" panose="020B0604030504040204" pitchFamily="34" charset="0"/>
              </a:rPr>
              <a:t>Stabilization of ERC</a:t>
            </a:r>
            <a:endParaRPr lang="id-ID" sz="1400" dirty="0">
              <a:latin typeface="Verdana" panose="020B0604030504040204" pitchFamily="34" charset="0"/>
              <a:ea typeface="Verdana" panose="020B0604030504040204" pitchFamily="34" charset="0"/>
            </a:endParaRPr>
          </a:p>
        </p:txBody>
      </p:sp>
      <p:sp>
        <p:nvSpPr>
          <p:cNvPr id="19" name="Rectangle 18">
            <a:extLst>
              <a:ext uri="{FF2B5EF4-FFF2-40B4-BE49-F238E27FC236}">
                <a16:creationId xmlns:a16="http://schemas.microsoft.com/office/drawing/2014/main" id="{12687ECA-82C1-9663-FF4F-11C1C176D456}"/>
              </a:ext>
            </a:extLst>
          </p:cNvPr>
          <p:cNvSpPr/>
          <p:nvPr/>
        </p:nvSpPr>
        <p:spPr bwMode="gray">
          <a:xfrm>
            <a:off x="3011597" y="2850591"/>
            <a:ext cx="6928897" cy="417787"/>
          </a:xfrm>
          <a:prstGeom prst="rect">
            <a:avLst/>
          </a:prstGeom>
          <a:solidFill>
            <a:srgbClr val="D9D9D9"/>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r>
              <a:rPr lang="en-US" sz="1400" b="1" dirty="0">
                <a:latin typeface="Verdana" panose="020B0604030504040204" pitchFamily="34" charset="0"/>
                <a:ea typeface="Verdana" panose="020B0604030504040204" pitchFamily="34" charset="0"/>
              </a:rPr>
              <a:t>STRENGTHENING HUMAN RESOURCE, FINANCIAL RESOURCE,INFRASRUCTURAL RESOURCE AND PLAN</a:t>
            </a:r>
            <a:endParaRPr lang="en-IN" sz="1400" b="1" dirty="0">
              <a:latin typeface="Verdana" panose="020B0604030504040204" pitchFamily="34" charset="0"/>
              <a:ea typeface="Verdana" panose="020B0604030504040204" pitchFamily="34" charset="0"/>
            </a:endParaRPr>
          </a:p>
        </p:txBody>
      </p:sp>
      <p:grpSp>
        <p:nvGrpSpPr>
          <p:cNvPr id="77" name="Group 76">
            <a:extLst>
              <a:ext uri="{FF2B5EF4-FFF2-40B4-BE49-F238E27FC236}">
                <a16:creationId xmlns:a16="http://schemas.microsoft.com/office/drawing/2014/main" id="{B7C06767-9E13-09E9-579D-5CADADD646F9}"/>
              </a:ext>
            </a:extLst>
          </p:cNvPr>
          <p:cNvGrpSpPr/>
          <p:nvPr/>
        </p:nvGrpSpPr>
        <p:grpSpPr>
          <a:xfrm>
            <a:off x="3168025" y="5265302"/>
            <a:ext cx="2490334" cy="430887"/>
            <a:chOff x="3168025" y="5393758"/>
            <a:chExt cx="2490334" cy="430887"/>
          </a:xfrm>
        </p:grpSpPr>
        <p:sp>
          <p:nvSpPr>
            <p:cNvPr id="25" name="TextBox 24">
              <a:extLst>
                <a:ext uri="{FF2B5EF4-FFF2-40B4-BE49-F238E27FC236}">
                  <a16:creationId xmlns:a16="http://schemas.microsoft.com/office/drawing/2014/main" id="{7E88081C-364C-3FCA-BC63-4D7587C0147A}"/>
                </a:ext>
              </a:extLst>
            </p:cNvPr>
            <p:cNvSpPr txBox="1"/>
            <p:nvPr/>
          </p:nvSpPr>
          <p:spPr>
            <a:xfrm>
              <a:off x="3367662" y="5393758"/>
              <a:ext cx="2290697" cy="430887"/>
            </a:xfrm>
            <a:prstGeom prst="rect">
              <a:avLst/>
            </a:prstGeom>
            <a:solidFill>
              <a:srgbClr val="D9D9D9"/>
            </a:solidFill>
          </p:spPr>
          <p:txBody>
            <a:bodyPr wrap="square" lIns="0" tIns="0" rIns="0" bIns="0" rtlCol="0">
              <a:spAutoFit/>
            </a:bodyPr>
            <a:lstStyle>
              <a:defPPr>
                <a:defRPr lang="en-US"/>
              </a:defPPr>
              <a:lvl1pPr>
                <a:spcBef>
                  <a:spcPts val="600"/>
                </a:spcBef>
                <a:buSzPct val="100000"/>
                <a:defRPr sz="1400" b="1">
                  <a:solidFill>
                    <a:srgbClr val="313131"/>
                  </a:solidFill>
                  <a:latin typeface="Verdana" panose="020B0604030504040204" pitchFamily="34" charset="0"/>
                  <a:ea typeface="Verdana" panose="020B0604030504040204" pitchFamily="34" charset="0"/>
                </a:defRPr>
              </a:lvl1pPr>
            </a:lstStyle>
            <a:p>
              <a:pPr algn="ctr"/>
              <a:r>
                <a:rPr lang="en-US" dirty="0"/>
                <a:t>TRANSPARENCY AND ACCOUNTABILITY</a:t>
              </a:r>
              <a:endParaRPr lang="en-IN" dirty="0"/>
            </a:p>
          </p:txBody>
        </p:sp>
        <p:sp>
          <p:nvSpPr>
            <p:cNvPr id="29" name="Rectangle 28">
              <a:extLst>
                <a:ext uri="{FF2B5EF4-FFF2-40B4-BE49-F238E27FC236}">
                  <a16:creationId xmlns:a16="http://schemas.microsoft.com/office/drawing/2014/main" id="{2F1D735B-4565-44FF-6C40-819B984F4308}"/>
                </a:ext>
              </a:extLst>
            </p:cNvPr>
            <p:cNvSpPr/>
            <p:nvPr/>
          </p:nvSpPr>
          <p:spPr bwMode="gray">
            <a:xfrm>
              <a:off x="3168025" y="5414850"/>
              <a:ext cx="91507" cy="396482"/>
            </a:xfrm>
            <a:prstGeom prst="rect">
              <a:avLst/>
            </a:prstGeom>
            <a:solidFill>
              <a:srgbClr val="309DE7"/>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grpSp>
      <p:grpSp>
        <p:nvGrpSpPr>
          <p:cNvPr id="78" name="Group 77">
            <a:extLst>
              <a:ext uri="{FF2B5EF4-FFF2-40B4-BE49-F238E27FC236}">
                <a16:creationId xmlns:a16="http://schemas.microsoft.com/office/drawing/2014/main" id="{54A17E98-3013-14BD-D36B-13D91A397DE2}"/>
              </a:ext>
            </a:extLst>
          </p:cNvPr>
          <p:cNvGrpSpPr/>
          <p:nvPr/>
        </p:nvGrpSpPr>
        <p:grpSpPr>
          <a:xfrm>
            <a:off x="7522674" y="5265302"/>
            <a:ext cx="1900277" cy="430887"/>
            <a:chOff x="7522674" y="5265788"/>
            <a:chExt cx="1900277" cy="430887"/>
          </a:xfrm>
        </p:grpSpPr>
        <p:sp>
          <p:nvSpPr>
            <p:cNvPr id="26" name="TextBox 25">
              <a:extLst>
                <a:ext uri="{FF2B5EF4-FFF2-40B4-BE49-F238E27FC236}">
                  <a16:creationId xmlns:a16="http://schemas.microsoft.com/office/drawing/2014/main" id="{F07FFE71-84EE-232E-6950-C6DD92AC3D0D}"/>
                </a:ext>
              </a:extLst>
            </p:cNvPr>
            <p:cNvSpPr txBox="1"/>
            <p:nvPr/>
          </p:nvSpPr>
          <p:spPr>
            <a:xfrm>
              <a:off x="7700749" y="5265788"/>
              <a:ext cx="1722202" cy="430887"/>
            </a:xfrm>
            <a:prstGeom prst="rect">
              <a:avLst/>
            </a:prstGeom>
            <a:solidFill>
              <a:srgbClr val="D9D9D9"/>
            </a:solidFill>
          </p:spPr>
          <p:txBody>
            <a:bodyPr wrap="square" lIns="0" tIns="0" rIns="0" bIns="0" rtlCol="0">
              <a:spAutoFit/>
            </a:bodyPr>
            <a:lstStyle>
              <a:defPPr>
                <a:defRPr lang="en-US"/>
              </a:defPPr>
              <a:lvl1pPr algn="ctr">
                <a:spcBef>
                  <a:spcPts val="600"/>
                </a:spcBef>
                <a:buSzPct val="100000"/>
                <a:defRPr sz="1400" b="1">
                  <a:solidFill>
                    <a:srgbClr val="313131"/>
                  </a:solidFill>
                  <a:latin typeface="Verdana" panose="020B0604030504040204" pitchFamily="34" charset="0"/>
                  <a:ea typeface="Verdana" panose="020B0604030504040204" pitchFamily="34" charset="0"/>
                </a:defRPr>
              </a:lvl1pPr>
            </a:lstStyle>
            <a:p>
              <a:r>
                <a:rPr lang="en-US" dirty="0"/>
                <a:t>STAKEHOLDER CONSULTATION</a:t>
              </a:r>
              <a:endParaRPr lang="en-IN" dirty="0"/>
            </a:p>
          </p:txBody>
        </p:sp>
        <p:sp>
          <p:nvSpPr>
            <p:cNvPr id="31" name="Rectangle 30">
              <a:extLst>
                <a:ext uri="{FF2B5EF4-FFF2-40B4-BE49-F238E27FC236}">
                  <a16:creationId xmlns:a16="http://schemas.microsoft.com/office/drawing/2014/main" id="{3F4418E6-F02A-E6A4-F13C-FB660D6C39F3}"/>
                </a:ext>
              </a:extLst>
            </p:cNvPr>
            <p:cNvSpPr/>
            <p:nvPr/>
          </p:nvSpPr>
          <p:spPr bwMode="gray">
            <a:xfrm>
              <a:off x="7522674" y="5276886"/>
              <a:ext cx="94413" cy="396482"/>
            </a:xfrm>
            <a:prstGeom prst="rect">
              <a:avLst/>
            </a:prstGeom>
            <a:solidFill>
              <a:srgbClr val="309DE7"/>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grpSp>
      <p:grpSp>
        <p:nvGrpSpPr>
          <p:cNvPr id="79" name="Group 78">
            <a:extLst>
              <a:ext uri="{FF2B5EF4-FFF2-40B4-BE49-F238E27FC236}">
                <a16:creationId xmlns:a16="http://schemas.microsoft.com/office/drawing/2014/main" id="{9B9AAE7C-6A30-197D-AE1C-F5596579809E}"/>
              </a:ext>
            </a:extLst>
          </p:cNvPr>
          <p:cNvGrpSpPr/>
          <p:nvPr/>
        </p:nvGrpSpPr>
        <p:grpSpPr>
          <a:xfrm>
            <a:off x="9940495" y="5210217"/>
            <a:ext cx="2015122" cy="461665"/>
            <a:chOff x="9940495" y="5188183"/>
            <a:chExt cx="2015122" cy="461665"/>
          </a:xfrm>
        </p:grpSpPr>
        <p:sp>
          <p:nvSpPr>
            <p:cNvPr id="27" name="TextBox 26">
              <a:extLst>
                <a:ext uri="{FF2B5EF4-FFF2-40B4-BE49-F238E27FC236}">
                  <a16:creationId xmlns:a16="http://schemas.microsoft.com/office/drawing/2014/main" id="{C501E7B2-3741-D95A-DB4A-D6E08E17E506}"/>
                </a:ext>
              </a:extLst>
            </p:cNvPr>
            <p:cNvSpPr txBox="1"/>
            <p:nvPr/>
          </p:nvSpPr>
          <p:spPr>
            <a:xfrm>
              <a:off x="10132705" y="5188183"/>
              <a:ext cx="1822912" cy="430887"/>
            </a:xfrm>
            <a:prstGeom prst="rect">
              <a:avLst/>
            </a:prstGeom>
            <a:solidFill>
              <a:srgbClr val="D9D9D9"/>
            </a:solidFill>
          </p:spPr>
          <p:txBody>
            <a:bodyPr wrap="square" lIns="0" tIns="0" rIns="0" bIns="0" rtlCol="0">
              <a:spAutoFit/>
            </a:bodyPr>
            <a:lstStyle>
              <a:defPPr>
                <a:defRPr lang="en-US"/>
              </a:defPPr>
              <a:lvl1pPr algn="ctr">
                <a:spcBef>
                  <a:spcPts val="600"/>
                </a:spcBef>
                <a:buSzPct val="100000"/>
                <a:defRPr sz="1400" b="1">
                  <a:solidFill>
                    <a:srgbClr val="313131"/>
                  </a:solidFill>
                  <a:latin typeface="Verdana" panose="020B0604030504040204" pitchFamily="34" charset="0"/>
                  <a:ea typeface="Verdana" panose="020B0604030504040204" pitchFamily="34" charset="0"/>
                </a:defRPr>
              </a:lvl1pPr>
            </a:lstStyle>
            <a:p>
              <a:r>
                <a:rPr lang="en-US" dirty="0"/>
                <a:t>ADOPTION OF BEST PRACTICES</a:t>
              </a:r>
              <a:endParaRPr lang="en-IN" dirty="0"/>
            </a:p>
          </p:txBody>
        </p:sp>
        <p:sp>
          <p:nvSpPr>
            <p:cNvPr id="32" name="Rectangle 31">
              <a:extLst>
                <a:ext uri="{FF2B5EF4-FFF2-40B4-BE49-F238E27FC236}">
                  <a16:creationId xmlns:a16="http://schemas.microsoft.com/office/drawing/2014/main" id="{30B70A7D-300D-A5C1-D576-CFB2941AB31E}"/>
                </a:ext>
              </a:extLst>
            </p:cNvPr>
            <p:cNvSpPr/>
            <p:nvPr/>
          </p:nvSpPr>
          <p:spPr bwMode="gray">
            <a:xfrm>
              <a:off x="9940495" y="5219368"/>
              <a:ext cx="92023" cy="430480"/>
            </a:xfrm>
            <a:prstGeom prst="rect">
              <a:avLst/>
            </a:prstGeom>
            <a:solidFill>
              <a:srgbClr val="309DE7"/>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grpSp>
      <p:sp>
        <p:nvSpPr>
          <p:cNvPr id="33" name="TextBox 32">
            <a:extLst>
              <a:ext uri="{FF2B5EF4-FFF2-40B4-BE49-F238E27FC236}">
                <a16:creationId xmlns:a16="http://schemas.microsoft.com/office/drawing/2014/main" id="{889C1546-A480-3C19-201C-98032274B1AB}"/>
              </a:ext>
            </a:extLst>
          </p:cNvPr>
          <p:cNvSpPr txBox="1"/>
          <p:nvPr/>
        </p:nvSpPr>
        <p:spPr>
          <a:xfrm>
            <a:off x="907105" y="5996578"/>
            <a:ext cx="3179076" cy="323165"/>
          </a:xfrm>
          <a:prstGeom prst="rect">
            <a:avLst/>
          </a:prstGeom>
          <a:noFill/>
        </p:spPr>
        <p:txBody>
          <a:bodyPr wrap="none">
            <a:spAutoFit/>
          </a:bodyPr>
          <a:lstStyle/>
          <a:p>
            <a:pPr algn="ctr">
              <a:defRPr/>
            </a:pPr>
            <a:r>
              <a:rPr lang="en-US" sz="1500" b="1" dirty="0">
                <a:solidFill>
                  <a:srgbClr val="FF5353"/>
                </a:solidFill>
                <a:latin typeface="Verdana" panose="020B0604030504040204" pitchFamily="34" charset="0"/>
                <a:ea typeface="Verdana" panose="020B0604030504040204" pitchFamily="34" charset="0"/>
              </a:rPr>
              <a:t>KEY TARGETS FOR 2025/26</a:t>
            </a:r>
            <a:endParaRPr lang="id-ID" sz="1500" b="1" dirty="0">
              <a:solidFill>
                <a:srgbClr val="FF5353"/>
              </a:solidFill>
              <a:latin typeface="Verdana" panose="020B0604030504040204" pitchFamily="34" charset="0"/>
              <a:ea typeface="Verdana" panose="020B0604030504040204" pitchFamily="34" charset="0"/>
            </a:endParaRPr>
          </a:p>
        </p:txBody>
      </p:sp>
      <p:sp>
        <p:nvSpPr>
          <p:cNvPr id="34" name="TextBox 33">
            <a:extLst>
              <a:ext uri="{FF2B5EF4-FFF2-40B4-BE49-F238E27FC236}">
                <a16:creationId xmlns:a16="http://schemas.microsoft.com/office/drawing/2014/main" id="{423FBD5C-95EB-CD25-7957-869C2D81FBCC}"/>
              </a:ext>
            </a:extLst>
          </p:cNvPr>
          <p:cNvSpPr txBox="1"/>
          <p:nvPr/>
        </p:nvSpPr>
        <p:spPr>
          <a:xfrm>
            <a:off x="8441835" y="5834995"/>
            <a:ext cx="3179076" cy="323165"/>
          </a:xfrm>
          <a:prstGeom prst="rect">
            <a:avLst/>
          </a:prstGeom>
          <a:noFill/>
        </p:spPr>
        <p:txBody>
          <a:bodyPr wrap="none">
            <a:spAutoFit/>
          </a:bodyPr>
          <a:lstStyle/>
          <a:p>
            <a:pPr algn="ctr">
              <a:defRPr/>
            </a:pPr>
            <a:r>
              <a:rPr lang="en-US" sz="1500" b="1" dirty="0">
                <a:solidFill>
                  <a:srgbClr val="FF5353"/>
                </a:solidFill>
                <a:latin typeface="Verdana" panose="020B0604030504040204" pitchFamily="34" charset="0"/>
                <a:ea typeface="Verdana" panose="020B0604030504040204" pitchFamily="34" charset="0"/>
              </a:rPr>
              <a:t>KEY TARGETS FOR 2027/28</a:t>
            </a:r>
            <a:endParaRPr lang="id-ID" sz="1500" b="1" dirty="0">
              <a:solidFill>
                <a:srgbClr val="FF5353"/>
              </a:solidFill>
              <a:latin typeface="Verdana" panose="020B0604030504040204" pitchFamily="34" charset="0"/>
              <a:ea typeface="Verdana" panose="020B0604030504040204" pitchFamily="34" charset="0"/>
            </a:endParaRPr>
          </a:p>
        </p:txBody>
      </p:sp>
      <p:sp>
        <p:nvSpPr>
          <p:cNvPr id="35" name="Rectangle 34">
            <a:extLst>
              <a:ext uri="{FF2B5EF4-FFF2-40B4-BE49-F238E27FC236}">
                <a16:creationId xmlns:a16="http://schemas.microsoft.com/office/drawing/2014/main" id="{AB9BBF3C-7813-AC48-B5C6-E2F18803420F}"/>
              </a:ext>
            </a:extLst>
          </p:cNvPr>
          <p:cNvSpPr/>
          <p:nvPr/>
        </p:nvSpPr>
        <p:spPr>
          <a:xfrm>
            <a:off x="819782" y="6263495"/>
            <a:ext cx="4611532" cy="954107"/>
          </a:xfrm>
          <a:prstGeom prst="rect">
            <a:avLst/>
          </a:prstGeom>
        </p:spPr>
        <p:txBody>
          <a:bodyPr wrap="square">
            <a:spAutoFit/>
          </a:bodyPr>
          <a:lstStyle/>
          <a:p>
            <a:pPr marL="171450" indent="-171450" algn="just">
              <a:buFont typeface="Arial" panose="020B0604020202020204" pitchFamily="34" charset="0"/>
              <a:buChar char="•"/>
              <a:defRPr/>
            </a:pPr>
            <a:r>
              <a:rPr lang="en-US" sz="1400" dirty="0">
                <a:latin typeface="Verdana" panose="020B0604030504040204" pitchFamily="34" charset="0"/>
                <a:ea typeface="Verdana" panose="020B0604030504040204" pitchFamily="34" charset="0"/>
              </a:rPr>
              <a:t>Directives on General Network Access and Determination of Wheeling Charges</a:t>
            </a:r>
          </a:p>
          <a:p>
            <a:pPr marL="171450" indent="-171450" algn="just">
              <a:buFont typeface="Arial" panose="020B0604020202020204" pitchFamily="34" charset="0"/>
              <a:buChar char="•"/>
              <a:defRPr/>
            </a:pPr>
            <a:r>
              <a:rPr lang="en-US" sz="1400" dirty="0">
                <a:latin typeface="Verdana" panose="020B0604030504040204" pitchFamily="34" charset="0"/>
                <a:ea typeface="Verdana" panose="020B0604030504040204" pitchFamily="34" charset="0"/>
              </a:rPr>
              <a:t>Cost of Service Study for distribution licensees</a:t>
            </a:r>
          </a:p>
          <a:p>
            <a:pPr marL="171450" indent="-171450" algn="just">
              <a:buFont typeface="Arial" panose="020B0604020202020204" pitchFamily="34" charset="0"/>
              <a:buChar char="•"/>
              <a:defRPr/>
            </a:pPr>
            <a:r>
              <a:rPr lang="en-US" sz="1400" dirty="0">
                <a:latin typeface="Verdana" panose="020B0604030504040204" pitchFamily="34" charset="0"/>
                <a:ea typeface="Verdana" panose="020B0604030504040204" pitchFamily="34" charset="0"/>
              </a:rPr>
              <a:t>Sustainability Study of CREEs</a:t>
            </a:r>
            <a:endParaRPr lang="id-ID" sz="1400" dirty="0">
              <a:latin typeface="Verdana" panose="020B0604030504040204" pitchFamily="34" charset="0"/>
              <a:ea typeface="Verdana" panose="020B0604030504040204" pitchFamily="34" charset="0"/>
            </a:endParaRPr>
          </a:p>
        </p:txBody>
      </p:sp>
      <p:sp>
        <p:nvSpPr>
          <p:cNvPr id="36" name="Rectangle 35">
            <a:extLst>
              <a:ext uri="{FF2B5EF4-FFF2-40B4-BE49-F238E27FC236}">
                <a16:creationId xmlns:a16="http://schemas.microsoft.com/office/drawing/2014/main" id="{1FA098B3-2980-D3B5-4516-08D13D6468F1}"/>
              </a:ext>
            </a:extLst>
          </p:cNvPr>
          <p:cNvSpPr/>
          <p:nvPr/>
        </p:nvSpPr>
        <p:spPr>
          <a:xfrm>
            <a:off x="7717956" y="6106030"/>
            <a:ext cx="4704889" cy="1169551"/>
          </a:xfrm>
          <a:prstGeom prst="rect">
            <a:avLst/>
          </a:prstGeom>
        </p:spPr>
        <p:txBody>
          <a:bodyPr wrap="square">
            <a:spAutoFit/>
          </a:bodyPr>
          <a:lstStyle/>
          <a:p>
            <a:pPr marL="171450" indent="-171450" algn="just">
              <a:buFont typeface="Arial" panose="020B0604020202020204" pitchFamily="34" charset="0"/>
              <a:buChar char="•"/>
              <a:defRPr/>
            </a:pPr>
            <a:r>
              <a:rPr lang="en-US" sz="1400" dirty="0">
                <a:latin typeface="Verdana" panose="020B0604030504040204" pitchFamily="34" charset="0"/>
                <a:ea typeface="Verdana" panose="020B0604030504040204" pitchFamily="34" charset="0"/>
              </a:rPr>
              <a:t>Evidence Generation for Next Stage Reforms</a:t>
            </a:r>
          </a:p>
          <a:p>
            <a:pPr marL="171450" indent="-171450" algn="just">
              <a:buFont typeface="Arial" panose="020B0604020202020204" pitchFamily="34" charset="0"/>
              <a:buChar char="•"/>
              <a:defRPr/>
            </a:pPr>
            <a:r>
              <a:rPr lang="en-US" sz="1400" dirty="0">
                <a:latin typeface="Verdana" panose="020B0604030504040204" pitchFamily="34" charset="0"/>
                <a:ea typeface="Verdana" panose="020B0604030504040204" pitchFamily="34" charset="0"/>
              </a:rPr>
              <a:t>Regulatory Accounting Standards</a:t>
            </a:r>
          </a:p>
          <a:p>
            <a:pPr marL="171450" indent="-171450" algn="just">
              <a:buFont typeface="Arial" panose="020B0604020202020204" pitchFamily="34" charset="0"/>
              <a:buChar char="•"/>
              <a:defRPr/>
            </a:pPr>
            <a:r>
              <a:rPr lang="en-US" sz="1400" dirty="0">
                <a:latin typeface="Verdana" panose="020B0604030504040204" pitchFamily="34" charset="0"/>
                <a:ea typeface="Verdana" panose="020B0604030504040204" pitchFamily="34" charset="0"/>
              </a:rPr>
              <a:t>Distribution Code</a:t>
            </a:r>
          </a:p>
          <a:p>
            <a:pPr marL="171450" indent="-171450" algn="just">
              <a:buFont typeface="Arial" panose="020B0604020202020204" pitchFamily="34" charset="0"/>
              <a:buChar char="•"/>
              <a:defRPr/>
            </a:pPr>
            <a:r>
              <a:rPr lang="en-US" sz="1400" dirty="0">
                <a:latin typeface="Verdana" panose="020B0604030504040204" pitchFamily="34" charset="0"/>
                <a:ea typeface="Verdana" panose="020B0604030504040204" pitchFamily="34" charset="0"/>
              </a:rPr>
              <a:t>Study of wholesale competitive market &amp; retail competition</a:t>
            </a:r>
            <a:endParaRPr lang="id-ID" sz="1400" dirty="0">
              <a:latin typeface="Verdana" panose="020B0604030504040204" pitchFamily="34" charset="0"/>
              <a:ea typeface="Verdana" panose="020B0604030504040204" pitchFamily="34" charset="0"/>
            </a:endParaRPr>
          </a:p>
        </p:txBody>
      </p:sp>
      <p:grpSp>
        <p:nvGrpSpPr>
          <p:cNvPr id="76" name="Group 75">
            <a:extLst>
              <a:ext uri="{FF2B5EF4-FFF2-40B4-BE49-F238E27FC236}">
                <a16:creationId xmlns:a16="http://schemas.microsoft.com/office/drawing/2014/main" id="{7ACB6CCD-C32D-F653-0077-0431DA5F8518}"/>
              </a:ext>
            </a:extLst>
          </p:cNvPr>
          <p:cNvGrpSpPr/>
          <p:nvPr/>
        </p:nvGrpSpPr>
        <p:grpSpPr>
          <a:xfrm>
            <a:off x="1105262" y="5298353"/>
            <a:ext cx="1770000" cy="429768"/>
            <a:chOff x="1105262" y="5414849"/>
            <a:chExt cx="1770000" cy="429768"/>
          </a:xfrm>
        </p:grpSpPr>
        <p:sp>
          <p:nvSpPr>
            <p:cNvPr id="28" name="Rectangle 27">
              <a:extLst>
                <a:ext uri="{FF2B5EF4-FFF2-40B4-BE49-F238E27FC236}">
                  <a16:creationId xmlns:a16="http://schemas.microsoft.com/office/drawing/2014/main" id="{147F378F-4BFC-5BE6-0048-191C2278E662}"/>
                </a:ext>
              </a:extLst>
            </p:cNvPr>
            <p:cNvSpPr/>
            <p:nvPr/>
          </p:nvSpPr>
          <p:spPr bwMode="gray">
            <a:xfrm>
              <a:off x="1105262" y="5427594"/>
              <a:ext cx="90214" cy="393192"/>
            </a:xfrm>
            <a:prstGeom prst="rect">
              <a:avLst/>
            </a:prstGeom>
            <a:solidFill>
              <a:srgbClr val="309DE7"/>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IN" sz="1600" b="1" dirty="0">
                <a:solidFill>
                  <a:schemeClr val="bg1"/>
                </a:solidFill>
              </a:endParaRPr>
            </a:p>
          </p:txBody>
        </p:sp>
        <p:sp>
          <p:nvSpPr>
            <p:cNvPr id="75" name="Rectangle 74">
              <a:extLst>
                <a:ext uri="{FF2B5EF4-FFF2-40B4-BE49-F238E27FC236}">
                  <a16:creationId xmlns:a16="http://schemas.microsoft.com/office/drawing/2014/main" id="{9CF94EE2-C41C-AB07-5256-28DAE07428FA}"/>
                </a:ext>
              </a:extLst>
            </p:cNvPr>
            <p:cNvSpPr/>
            <p:nvPr/>
          </p:nvSpPr>
          <p:spPr bwMode="gray">
            <a:xfrm>
              <a:off x="1270798" y="5414849"/>
              <a:ext cx="1604464" cy="429768"/>
            </a:xfrm>
            <a:prstGeom prst="rect">
              <a:avLst/>
            </a:prstGeom>
            <a:solidFill>
              <a:srgbClr val="D9D9D9"/>
            </a:solidFill>
            <a:ln w="19050" algn="ctr">
              <a:noFill/>
              <a:miter lim="800000"/>
              <a:headEnd/>
              <a:tailEnd/>
            </a:ln>
          </p:spPr>
          <p:txBody>
            <a:bodyPr wrap="square" lIns="88900" tIns="88900" rIns="88900" bIns="88900" rtlCol="0" anchor="ctr"/>
            <a:lstStyle/>
            <a:p>
              <a:pPr algn="ctr">
                <a:spcBef>
                  <a:spcPts val="600"/>
                </a:spcBef>
                <a:buSzPct val="100000"/>
              </a:pPr>
              <a:r>
                <a:rPr lang="en-US" sz="1400" b="1" dirty="0">
                  <a:solidFill>
                    <a:srgbClr val="313131"/>
                  </a:solidFill>
                  <a:latin typeface="Verdana" panose="020B0604030504040204" pitchFamily="34" charset="0"/>
                  <a:ea typeface="Verdana" panose="020B0604030504040204" pitchFamily="34" charset="0"/>
                </a:rPr>
                <a:t>DIGITAL ARC</a:t>
              </a:r>
              <a:endParaRPr lang="en-IN" sz="1400" b="1" dirty="0">
                <a:solidFill>
                  <a:srgbClr val="313131"/>
                </a:solidFill>
                <a:latin typeface="Verdana" panose="020B0604030504040204" pitchFamily="34" charset="0"/>
                <a:ea typeface="Verdana" panose="020B0604030504040204" pitchFamily="34" charset="0"/>
              </a:endParaRPr>
            </a:p>
          </p:txBody>
        </p:sp>
      </p:grpSp>
    </p:spTree>
    <p:extLst>
      <p:ext uri="{BB962C8B-B14F-4D97-AF65-F5344CB8AC3E}">
        <p14:creationId xmlns:p14="http://schemas.microsoft.com/office/powerpoint/2010/main" val="352855556"/>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B0F0"/>
        </a:solidFill>
        <a:effectLst/>
      </p:bgPr>
    </p:bg>
    <p:spTree>
      <p:nvGrpSpPr>
        <p:cNvPr id="1" name="">
          <a:extLst>
            <a:ext uri="{FF2B5EF4-FFF2-40B4-BE49-F238E27FC236}">
              <a16:creationId xmlns:a16="http://schemas.microsoft.com/office/drawing/2014/main" id="{3459CC1A-4C40-2B97-95A0-C66BEAE72059}"/>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D9282CEB-89B7-F98F-3B2E-FB91363E04A4}"/>
              </a:ext>
            </a:extLst>
          </p:cNvPr>
          <p:cNvGraphicFramePr>
            <a:graphicFrameLocks noChangeAspect="1"/>
          </p:cNvGraphicFramePr>
          <p:nvPr>
            <p:custDataLst>
              <p:tags r:id="rId1"/>
            </p:custDataLst>
            <p:extLst>
              <p:ext uri="{D42A27DB-BD31-4B8C-83A1-F6EECF244321}">
                <p14:modId xmlns:p14="http://schemas.microsoft.com/office/powerpoint/2010/main" val="319457825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D9282CEB-89B7-F98F-3B2E-FB91363E04A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Title 2">
            <a:extLst>
              <a:ext uri="{FF2B5EF4-FFF2-40B4-BE49-F238E27FC236}">
                <a16:creationId xmlns:a16="http://schemas.microsoft.com/office/drawing/2014/main" id="{B6F320ED-8C56-4A2D-55DF-590F27DEF50A}"/>
              </a:ext>
            </a:extLst>
          </p:cNvPr>
          <p:cNvSpPr>
            <a:spLocks noGrp="1"/>
          </p:cNvSpPr>
          <p:nvPr>
            <p:ph type="title"/>
          </p:nvPr>
        </p:nvSpPr>
        <p:spPr>
          <a:xfrm>
            <a:off x="396779" y="3412986"/>
            <a:ext cx="12309107" cy="1494294"/>
          </a:xfrm>
        </p:spPr>
        <p:txBody>
          <a:bodyPr vert="horz"/>
          <a:lstStyle/>
          <a:p>
            <a:r>
              <a:rPr lang="en-US" sz="4000" b="1" cap="small" dirty="0">
                <a:solidFill>
                  <a:schemeClr val="bg1"/>
                </a:solidFill>
              </a:rPr>
              <a:t>Status Update on Inception Report</a:t>
            </a:r>
          </a:p>
        </p:txBody>
      </p:sp>
    </p:spTree>
    <p:extLst>
      <p:ext uri="{BB962C8B-B14F-4D97-AF65-F5344CB8AC3E}">
        <p14:creationId xmlns:p14="http://schemas.microsoft.com/office/powerpoint/2010/main" val="247515523"/>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96F243-A820-F284-45E5-CD7CCEF1C3CD}"/>
            </a:ext>
          </a:extLst>
        </p:cNvPr>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F158042-CEAB-5EC6-7F57-1B6D9608227D}"/>
              </a:ext>
            </a:extLst>
          </p:cNvPr>
          <p:cNvGraphicFramePr>
            <a:graphicFrameLocks noChangeAspect="1"/>
          </p:cNvGraphicFramePr>
          <p:nvPr>
            <p:custDataLst>
              <p:tags r:id="rId1"/>
            </p:custDataLst>
            <p:extLst>
              <p:ext uri="{D42A27DB-BD31-4B8C-83A1-F6EECF244321}">
                <p14:modId xmlns:p14="http://schemas.microsoft.com/office/powerpoint/2010/main" val="38940015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6" name="Object 5" hidden="1">
                        <a:extLst>
                          <a:ext uri="{FF2B5EF4-FFF2-40B4-BE49-F238E27FC236}">
                            <a16:creationId xmlns:a16="http://schemas.microsoft.com/office/drawing/2014/main" id="{7F158042-CEAB-5EC6-7F57-1B6D9608227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607CA80B-706F-24B0-A241-D8A23B602EBA}"/>
              </a:ext>
            </a:extLst>
          </p:cNvPr>
          <p:cNvSpPr>
            <a:spLocks noGrp="1"/>
          </p:cNvSpPr>
          <p:nvPr>
            <p:ph type="title"/>
          </p:nvPr>
        </p:nvSpPr>
        <p:spPr/>
        <p:txBody>
          <a:bodyPr vert="horz"/>
          <a:lstStyle/>
          <a:p>
            <a:r>
              <a:rPr lang="en-IN" dirty="0"/>
              <a:t>Approach for Inception Report</a:t>
            </a:r>
          </a:p>
        </p:txBody>
      </p:sp>
      <p:sp>
        <p:nvSpPr>
          <p:cNvPr id="104" name="TextBox 103">
            <a:extLst>
              <a:ext uri="{FF2B5EF4-FFF2-40B4-BE49-F238E27FC236}">
                <a16:creationId xmlns:a16="http://schemas.microsoft.com/office/drawing/2014/main" id="{7314B4B6-CB1D-BC98-3D61-EC4409040963}"/>
              </a:ext>
            </a:extLst>
          </p:cNvPr>
          <p:cNvSpPr txBox="1"/>
          <p:nvPr/>
        </p:nvSpPr>
        <p:spPr>
          <a:xfrm>
            <a:off x="772161" y="1253420"/>
            <a:ext cx="11892306" cy="5632311"/>
          </a:xfrm>
          <a:prstGeom prst="rect">
            <a:avLst/>
          </a:prstGeom>
          <a:solidFill>
            <a:schemeClr val="accent3">
              <a:lumMod val="20000"/>
              <a:lumOff val="80000"/>
            </a:schemeClr>
          </a:solidFill>
        </p:spPr>
        <p:txBody>
          <a:bodyPr wrap="square">
            <a:spAutoFit/>
          </a:bodyPr>
          <a:lstStyle/>
          <a:p>
            <a:pPr marL="342900" indent="-342900">
              <a:spcBef>
                <a:spcPts val="600"/>
              </a:spcBef>
              <a:spcAft>
                <a:spcPts val="600"/>
              </a:spcAft>
              <a:buFont typeface="Wingdings" panose="05000000000000000000" pitchFamily="2" charset="2"/>
              <a:buChar char="q"/>
            </a:pPr>
            <a:r>
              <a:rPr lang="en-US" sz="2000" dirty="0"/>
              <a:t>The activities envisaged under the Objectives have been reviewed along with the ERC five-year Roadmap</a:t>
            </a:r>
          </a:p>
          <a:p>
            <a:pPr marL="342900" indent="-342900">
              <a:spcBef>
                <a:spcPts val="600"/>
              </a:spcBef>
              <a:spcAft>
                <a:spcPts val="600"/>
              </a:spcAft>
              <a:buFont typeface="Wingdings" panose="05000000000000000000" pitchFamily="2" charset="2"/>
              <a:buChar char="q"/>
            </a:pPr>
            <a:r>
              <a:rPr lang="en-US" sz="2000" dirty="0"/>
              <a:t>In view of the nascent stage of ERC’s operations, focus is primarily on capacity building activities and regulatory frameworks (Directives/Regulations) for operationalization of ERC and ensuring its proper functioning. Activities relating to market structure, IRP, etc. shall be taken up during optional period. </a:t>
            </a:r>
          </a:p>
          <a:p>
            <a:pPr marL="342900" indent="-342900">
              <a:spcBef>
                <a:spcPts val="600"/>
              </a:spcBef>
              <a:spcAft>
                <a:spcPts val="600"/>
              </a:spcAft>
              <a:buFont typeface="Wingdings" panose="05000000000000000000" pitchFamily="2" charset="2"/>
              <a:buChar char="q"/>
            </a:pPr>
            <a:r>
              <a:rPr lang="en-US" sz="2000" dirty="0"/>
              <a:t>Activities of similar nature have been clubbed in Modules for better clarity</a:t>
            </a:r>
          </a:p>
          <a:p>
            <a:pPr marL="342900" indent="-342900">
              <a:spcBef>
                <a:spcPts val="600"/>
              </a:spcBef>
              <a:spcAft>
                <a:spcPts val="600"/>
              </a:spcAft>
              <a:buFont typeface="Wingdings" panose="05000000000000000000" pitchFamily="2" charset="2"/>
              <a:buChar char="q"/>
            </a:pPr>
            <a:r>
              <a:rPr lang="en-US" sz="2000" dirty="0"/>
              <a:t>Tasks under each Module have been identified based on RFP and ERC roadmap along with few additional tasks based on discussions</a:t>
            </a:r>
          </a:p>
          <a:p>
            <a:pPr marL="342900" indent="-342900">
              <a:spcBef>
                <a:spcPts val="600"/>
              </a:spcBef>
              <a:spcAft>
                <a:spcPts val="600"/>
              </a:spcAft>
              <a:buFont typeface="Wingdings" panose="05000000000000000000" pitchFamily="2" charset="2"/>
              <a:buChar char="q"/>
            </a:pPr>
            <a:r>
              <a:rPr lang="en-US" sz="2000" dirty="0"/>
              <a:t>Task under ERC roadmap not forming part of expertise of EAs (i.e. changes in shareholding of licensee, IPO approval, etc.) have not been covered</a:t>
            </a:r>
          </a:p>
          <a:p>
            <a:pPr marL="342900" indent="-342900">
              <a:spcBef>
                <a:spcPts val="600"/>
              </a:spcBef>
              <a:spcAft>
                <a:spcPts val="600"/>
              </a:spcAft>
              <a:buFont typeface="Wingdings" panose="05000000000000000000" pitchFamily="2" charset="2"/>
              <a:buChar char="q"/>
            </a:pPr>
            <a:r>
              <a:rPr lang="en-US" sz="2000" dirty="0"/>
              <a:t>While undertaking prioritization of key tasks in the first two years, detailed deliberations are being undertaken with the ERC </a:t>
            </a:r>
          </a:p>
          <a:p>
            <a:pPr marL="342900" indent="-342900">
              <a:spcBef>
                <a:spcPts val="600"/>
              </a:spcBef>
              <a:spcAft>
                <a:spcPts val="600"/>
              </a:spcAft>
              <a:buFont typeface="Wingdings" panose="05000000000000000000" pitchFamily="2" charset="2"/>
              <a:buChar char="q"/>
            </a:pPr>
            <a:r>
              <a:rPr lang="en-US" sz="2000" dirty="0"/>
              <a:t>External experts (under STTA) have been envisaged for few tasks requiring technical knowhow or tasks requiring full-time efforts</a:t>
            </a:r>
          </a:p>
        </p:txBody>
      </p:sp>
    </p:spTree>
    <p:extLst>
      <p:ext uri="{BB962C8B-B14F-4D97-AF65-F5344CB8AC3E}">
        <p14:creationId xmlns:p14="http://schemas.microsoft.com/office/powerpoint/2010/main" val="2358417038"/>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FE2EF-181A-5BD2-B7D6-84CF2CF45B3A}"/>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9E0F95D2-1B7E-F60F-807D-D175D13599E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9E0F95D2-1B7E-F60F-807D-D175D13599E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DBEF0A93-1C82-158B-C7E0-143CAAC99E28}"/>
              </a:ext>
            </a:extLst>
          </p:cNvPr>
          <p:cNvSpPr>
            <a:spLocks noGrp="1"/>
          </p:cNvSpPr>
          <p:nvPr>
            <p:ph type="title"/>
          </p:nvPr>
        </p:nvSpPr>
        <p:spPr/>
        <p:txBody>
          <a:bodyPr vert="horz"/>
          <a:lstStyle/>
          <a:p>
            <a:r>
              <a:rPr lang="en-US"/>
              <a:t>Modules identified </a:t>
            </a:r>
            <a:r>
              <a:rPr lang="en-US" dirty="0"/>
              <a:t>based on Scope of Work</a:t>
            </a:r>
          </a:p>
        </p:txBody>
      </p:sp>
      <p:grpSp>
        <p:nvGrpSpPr>
          <p:cNvPr id="21" name="Group 20">
            <a:extLst>
              <a:ext uri="{FF2B5EF4-FFF2-40B4-BE49-F238E27FC236}">
                <a16:creationId xmlns:a16="http://schemas.microsoft.com/office/drawing/2014/main" id="{4D590B22-96C6-33A6-36D4-AFFD69438247}"/>
              </a:ext>
            </a:extLst>
          </p:cNvPr>
          <p:cNvGrpSpPr/>
          <p:nvPr/>
        </p:nvGrpSpPr>
        <p:grpSpPr>
          <a:xfrm>
            <a:off x="858801" y="1314348"/>
            <a:ext cx="11830579" cy="5733857"/>
            <a:chOff x="858801" y="1314348"/>
            <a:chExt cx="11830579" cy="5733857"/>
          </a:xfrm>
        </p:grpSpPr>
        <p:grpSp>
          <p:nvGrpSpPr>
            <p:cNvPr id="2" name="Group 1">
              <a:extLst>
                <a:ext uri="{FF2B5EF4-FFF2-40B4-BE49-F238E27FC236}">
                  <a16:creationId xmlns:a16="http://schemas.microsoft.com/office/drawing/2014/main" id="{A8C89455-1944-DE98-A92A-7640A0836F87}"/>
                </a:ext>
              </a:extLst>
            </p:cNvPr>
            <p:cNvGrpSpPr/>
            <p:nvPr/>
          </p:nvGrpSpPr>
          <p:grpSpPr>
            <a:xfrm>
              <a:off x="3983987" y="1383824"/>
              <a:ext cx="5458466" cy="5417464"/>
              <a:chOff x="1620013" y="521290"/>
              <a:chExt cx="5894609" cy="5850331"/>
            </a:xfrm>
          </p:grpSpPr>
          <p:grpSp>
            <p:nvGrpSpPr>
              <p:cNvPr id="4" name="Group 3">
                <a:extLst>
                  <a:ext uri="{FF2B5EF4-FFF2-40B4-BE49-F238E27FC236}">
                    <a16:creationId xmlns:a16="http://schemas.microsoft.com/office/drawing/2014/main" id="{F4A2A033-95B0-06B2-2F3F-614B7D182F22}"/>
                  </a:ext>
                </a:extLst>
              </p:cNvPr>
              <p:cNvGrpSpPr/>
              <p:nvPr/>
            </p:nvGrpSpPr>
            <p:grpSpPr>
              <a:xfrm rot="8100000">
                <a:off x="4200876" y="4361448"/>
                <a:ext cx="1789366" cy="2010173"/>
                <a:chOff x="4663441" y="690417"/>
                <a:chExt cx="1789366" cy="2010173"/>
              </a:xfrm>
            </p:grpSpPr>
            <p:sp>
              <p:nvSpPr>
                <p:cNvPr id="113" name="Freeform 229">
                  <a:extLst>
                    <a:ext uri="{FF2B5EF4-FFF2-40B4-BE49-F238E27FC236}">
                      <a16:creationId xmlns:a16="http://schemas.microsoft.com/office/drawing/2014/main" id="{40651685-7E63-1677-F543-167B96BDB874}"/>
                    </a:ext>
                  </a:extLst>
                </p:cNvPr>
                <p:cNvSpPr/>
                <p:nvPr/>
              </p:nvSpPr>
              <p:spPr bwMode="gray">
                <a:xfrm>
                  <a:off x="4663441" y="690417"/>
                  <a:ext cx="1672164" cy="2010173"/>
                </a:xfrm>
                <a:custGeom>
                  <a:avLst/>
                  <a:gdLst>
                    <a:gd name="connsiteX0" fmla="*/ 0 w 1780549"/>
                    <a:gd name="connsiteY0" fmla="*/ 0 h 2010173"/>
                    <a:gd name="connsiteX1" fmla="*/ 189035 w 1780549"/>
                    <a:gd name="connsiteY1" fmla="*/ 9546 h 2010173"/>
                    <a:gd name="connsiteX2" fmla="*/ 1653489 w 1780549"/>
                    <a:gd name="connsiteY2" fmla="*/ 621796 h 2010173"/>
                    <a:gd name="connsiteX3" fmla="*/ 1780549 w 1780549"/>
                    <a:gd name="connsiteY3" fmla="*/ 737277 h 2010173"/>
                    <a:gd name="connsiteX4" fmla="*/ 507653 w 1780549"/>
                    <a:gd name="connsiteY4" fmla="*/ 2010173 h 2010173"/>
                    <a:gd name="connsiteX5" fmla="*/ 438289 w 1780549"/>
                    <a:gd name="connsiteY5" fmla="*/ 1952943 h 2010173"/>
                    <a:gd name="connsiteX6" fmla="*/ 5431 w 1780549"/>
                    <a:gd name="connsiteY6" fmla="*/ 1796025 h 2010173"/>
                    <a:gd name="connsiteX7" fmla="*/ 0 w 1780549"/>
                    <a:gd name="connsiteY7" fmla="*/ 1795751 h 2010173"/>
                    <a:gd name="connsiteX8" fmla="*/ 0 w 1780549"/>
                    <a:gd name="connsiteY8" fmla="*/ 0 h 2010173"/>
                    <a:gd name="connsiteX0" fmla="*/ 1780549 w 1871989"/>
                    <a:gd name="connsiteY0" fmla="*/ 737277 h 2010173"/>
                    <a:gd name="connsiteX1" fmla="*/ 507653 w 1871989"/>
                    <a:gd name="connsiteY1" fmla="*/ 2010173 h 2010173"/>
                    <a:gd name="connsiteX2" fmla="*/ 438289 w 1871989"/>
                    <a:gd name="connsiteY2" fmla="*/ 1952943 h 2010173"/>
                    <a:gd name="connsiteX3" fmla="*/ 5431 w 1871989"/>
                    <a:gd name="connsiteY3" fmla="*/ 1796025 h 2010173"/>
                    <a:gd name="connsiteX4" fmla="*/ 0 w 1871989"/>
                    <a:gd name="connsiteY4" fmla="*/ 1795751 h 2010173"/>
                    <a:gd name="connsiteX5" fmla="*/ 0 w 1871989"/>
                    <a:gd name="connsiteY5" fmla="*/ 0 h 2010173"/>
                    <a:gd name="connsiteX6" fmla="*/ 189035 w 1871989"/>
                    <a:gd name="connsiteY6" fmla="*/ 9546 h 2010173"/>
                    <a:gd name="connsiteX7" fmla="*/ 1653489 w 1871989"/>
                    <a:gd name="connsiteY7" fmla="*/ 621796 h 2010173"/>
                    <a:gd name="connsiteX8" fmla="*/ 1871989 w 1871989"/>
                    <a:gd name="connsiteY8" fmla="*/ 828717 h 2010173"/>
                    <a:gd name="connsiteX0" fmla="*/ 1780549 w 1780549"/>
                    <a:gd name="connsiteY0" fmla="*/ 737277 h 2010173"/>
                    <a:gd name="connsiteX1" fmla="*/ 507653 w 1780549"/>
                    <a:gd name="connsiteY1" fmla="*/ 2010173 h 2010173"/>
                    <a:gd name="connsiteX2" fmla="*/ 438289 w 1780549"/>
                    <a:gd name="connsiteY2" fmla="*/ 1952943 h 2010173"/>
                    <a:gd name="connsiteX3" fmla="*/ 5431 w 1780549"/>
                    <a:gd name="connsiteY3" fmla="*/ 1796025 h 2010173"/>
                    <a:gd name="connsiteX4" fmla="*/ 0 w 1780549"/>
                    <a:gd name="connsiteY4" fmla="*/ 1795751 h 2010173"/>
                    <a:gd name="connsiteX5" fmla="*/ 0 w 1780549"/>
                    <a:gd name="connsiteY5" fmla="*/ 0 h 2010173"/>
                    <a:gd name="connsiteX6" fmla="*/ 189035 w 1780549"/>
                    <a:gd name="connsiteY6" fmla="*/ 9546 h 2010173"/>
                    <a:gd name="connsiteX7" fmla="*/ 1653489 w 1780549"/>
                    <a:gd name="connsiteY7" fmla="*/ 621796 h 2010173"/>
                    <a:gd name="connsiteX8" fmla="*/ 1652914 w 1780549"/>
                    <a:gd name="connsiteY8" fmla="*/ 622342 h 2010173"/>
                    <a:gd name="connsiteX0" fmla="*/ 1607511 w 1672164"/>
                    <a:gd name="connsiteY0" fmla="*/ 911902 h 2010173"/>
                    <a:gd name="connsiteX1" fmla="*/ 507653 w 1672164"/>
                    <a:gd name="connsiteY1" fmla="*/ 2010173 h 2010173"/>
                    <a:gd name="connsiteX2" fmla="*/ 438289 w 1672164"/>
                    <a:gd name="connsiteY2" fmla="*/ 1952943 h 2010173"/>
                    <a:gd name="connsiteX3" fmla="*/ 5431 w 1672164"/>
                    <a:gd name="connsiteY3" fmla="*/ 1796025 h 2010173"/>
                    <a:gd name="connsiteX4" fmla="*/ 0 w 1672164"/>
                    <a:gd name="connsiteY4" fmla="*/ 1795751 h 2010173"/>
                    <a:gd name="connsiteX5" fmla="*/ 0 w 1672164"/>
                    <a:gd name="connsiteY5" fmla="*/ 0 h 2010173"/>
                    <a:gd name="connsiteX6" fmla="*/ 189035 w 1672164"/>
                    <a:gd name="connsiteY6" fmla="*/ 9546 h 2010173"/>
                    <a:gd name="connsiteX7" fmla="*/ 1653489 w 1672164"/>
                    <a:gd name="connsiteY7" fmla="*/ 621796 h 2010173"/>
                    <a:gd name="connsiteX8" fmla="*/ 1652914 w 1672164"/>
                    <a:gd name="connsiteY8" fmla="*/ 622342 h 2010173"/>
                    <a:gd name="connsiteX0" fmla="*/ 1585286 w 1672164"/>
                    <a:gd name="connsiteY0" fmla="*/ 934127 h 2010173"/>
                    <a:gd name="connsiteX1" fmla="*/ 507653 w 1672164"/>
                    <a:gd name="connsiteY1" fmla="*/ 2010173 h 2010173"/>
                    <a:gd name="connsiteX2" fmla="*/ 438289 w 1672164"/>
                    <a:gd name="connsiteY2" fmla="*/ 1952943 h 2010173"/>
                    <a:gd name="connsiteX3" fmla="*/ 5431 w 1672164"/>
                    <a:gd name="connsiteY3" fmla="*/ 1796025 h 2010173"/>
                    <a:gd name="connsiteX4" fmla="*/ 0 w 1672164"/>
                    <a:gd name="connsiteY4" fmla="*/ 1795751 h 2010173"/>
                    <a:gd name="connsiteX5" fmla="*/ 0 w 1672164"/>
                    <a:gd name="connsiteY5" fmla="*/ 0 h 2010173"/>
                    <a:gd name="connsiteX6" fmla="*/ 189035 w 1672164"/>
                    <a:gd name="connsiteY6" fmla="*/ 9546 h 2010173"/>
                    <a:gd name="connsiteX7" fmla="*/ 1653489 w 1672164"/>
                    <a:gd name="connsiteY7" fmla="*/ 621796 h 2010173"/>
                    <a:gd name="connsiteX8" fmla="*/ 1652914 w 1672164"/>
                    <a:gd name="connsiteY8" fmla="*/ 622342 h 2010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72164" h="2010173">
                      <a:moveTo>
                        <a:pt x="1585286" y="934127"/>
                      </a:moveTo>
                      <a:lnTo>
                        <a:pt x="507653" y="2010173"/>
                      </a:lnTo>
                      <a:lnTo>
                        <a:pt x="438289" y="1952943"/>
                      </a:lnTo>
                      <a:cubicBezTo>
                        <a:pt x="312277" y="1867811"/>
                        <a:pt x="164684" y="1812198"/>
                        <a:pt x="5431" y="1796025"/>
                      </a:cubicBezTo>
                      <a:lnTo>
                        <a:pt x="0" y="1795751"/>
                      </a:lnTo>
                      <a:lnTo>
                        <a:pt x="0" y="0"/>
                      </a:lnTo>
                      <a:lnTo>
                        <a:pt x="189035" y="9546"/>
                      </a:lnTo>
                      <a:cubicBezTo>
                        <a:pt x="742346" y="65738"/>
                        <a:pt x="1247044" y="286368"/>
                        <a:pt x="1653489" y="621796"/>
                      </a:cubicBezTo>
                      <a:cubicBezTo>
                        <a:pt x="1695842" y="660290"/>
                        <a:pt x="1652914" y="622342"/>
                        <a:pt x="1652914" y="622342"/>
                      </a:cubicBezTo>
                    </a:path>
                  </a:pathLst>
                </a:custGeom>
                <a:noFill/>
                <a:ln w="28575" algn="ctr">
                  <a:solidFill>
                    <a:schemeClr val="accent5"/>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400" b="1" i="1" u="none" strike="noStrike" kern="1200" cap="none" spc="0" normalizeH="0" baseline="0" noProof="0" dirty="0">
                    <a:ln>
                      <a:noFill/>
                    </a:ln>
                    <a:solidFill>
                      <a:prstClr val="white"/>
                    </a:solidFill>
                    <a:effectLst/>
                    <a:uLnTx/>
                    <a:uFillTx/>
                    <a:ea typeface="+mn-ea"/>
                    <a:cs typeface="+mn-cs"/>
                  </a:endParaRPr>
                </a:p>
              </p:txBody>
            </p:sp>
            <p:sp>
              <p:nvSpPr>
                <p:cNvPr id="114" name="Isosceles Triangle 113">
                  <a:extLst>
                    <a:ext uri="{FF2B5EF4-FFF2-40B4-BE49-F238E27FC236}">
                      <a16:creationId xmlns:a16="http://schemas.microsoft.com/office/drawing/2014/main" id="{07F149B8-CA5E-89FA-F030-B8AA71AFE19D}"/>
                    </a:ext>
                  </a:extLst>
                </p:cNvPr>
                <p:cNvSpPr/>
                <p:nvPr/>
              </p:nvSpPr>
              <p:spPr bwMode="gray">
                <a:xfrm rot="7855756">
                  <a:off x="6329363" y="1317625"/>
                  <a:ext cx="132588" cy="114300"/>
                </a:xfrm>
                <a:prstGeom prst="triangle">
                  <a:avLst/>
                </a:prstGeom>
                <a:noFill/>
                <a:ln w="28575" algn="ctr">
                  <a:solidFill>
                    <a:schemeClr val="accent5"/>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400" b="1" i="1" u="none" strike="noStrike" kern="1200" cap="none" spc="0" normalizeH="0" baseline="0" noProof="0" dirty="0">
                    <a:ln>
                      <a:noFill/>
                    </a:ln>
                    <a:solidFill>
                      <a:prstClr val="white"/>
                    </a:solidFill>
                    <a:effectLst/>
                    <a:uLnTx/>
                    <a:uFillTx/>
                    <a:ea typeface="+mn-ea"/>
                    <a:cs typeface="+mn-cs"/>
                  </a:endParaRPr>
                </a:p>
              </p:txBody>
            </p:sp>
            <p:sp>
              <p:nvSpPr>
                <p:cNvPr id="115" name="Oval 114">
                  <a:extLst>
                    <a:ext uri="{FF2B5EF4-FFF2-40B4-BE49-F238E27FC236}">
                      <a16:creationId xmlns:a16="http://schemas.microsoft.com/office/drawing/2014/main" id="{DB89ECB3-76CA-639D-2464-D8F051781B64}"/>
                    </a:ext>
                  </a:extLst>
                </p:cNvPr>
                <p:cNvSpPr/>
                <p:nvPr/>
              </p:nvSpPr>
              <p:spPr bwMode="gray">
                <a:xfrm>
                  <a:off x="6235103" y="1522413"/>
                  <a:ext cx="115888" cy="115888"/>
                </a:xfrm>
                <a:prstGeom prst="ellipse">
                  <a:avLst/>
                </a:prstGeom>
                <a:noFill/>
                <a:ln w="28575" algn="ctr">
                  <a:solidFill>
                    <a:schemeClr val="accent5"/>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400" b="1" i="1" u="none" strike="noStrike" kern="1200" cap="none" spc="0" normalizeH="0" baseline="0" noProof="0" dirty="0">
                    <a:ln>
                      <a:noFill/>
                    </a:ln>
                    <a:solidFill>
                      <a:prstClr val="white"/>
                    </a:solidFill>
                    <a:effectLst/>
                    <a:uLnTx/>
                    <a:uFillTx/>
                    <a:ea typeface="+mn-ea"/>
                    <a:cs typeface="+mn-cs"/>
                  </a:endParaRPr>
                </a:p>
              </p:txBody>
            </p:sp>
          </p:grpSp>
          <p:grpSp>
            <p:nvGrpSpPr>
              <p:cNvPr id="5" name="Group 4">
                <a:extLst>
                  <a:ext uri="{FF2B5EF4-FFF2-40B4-BE49-F238E27FC236}">
                    <a16:creationId xmlns:a16="http://schemas.microsoft.com/office/drawing/2014/main" id="{E86402C1-1C36-941F-25EA-46359DD71650}"/>
                  </a:ext>
                </a:extLst>
              </p:cNvPr>
              <p:cNvGrpSpPr/>
              <p:nvPr/>
            </p:nvGrpSpPr>
            <p:grpSpPr>
              <a:xfrm>
                <a:off x="1620013" y="521290"/>
                <a:ext cx="5894609" cy="5681204"/>
                <a:chOff x="1620013" y="521290"/>
                <a:chExt cx="5894609" cy="5681204"/>
              </a:xfrm>
            </p:grpSpPr>
            <p:grpSp>
              <p:nvGrpSpPr>
                <p:cNvPr id="25" name="Group 24">
                  <a:extLst>
                    <a:ext uri="{FF2B5EF4-FFF2-40B4-BE49-F238E27FC236}">
                      <a16:creationId xmlns:a16="http://schemas.microsoft.com/office/drawing/2014/main" id="{520ADB7B-9AD7-3C65-5CC4-95C57FA2AA41}"/>
                    </a:ext>
                  </a:extLst>
                </p:cNvPr>
                <p:cNvGrpSpPr/>
                <p:nvPr/>
              </p:nvGrpSpPr>
              <p:grpSpPr>
                <a:xfrm rot="2700000">
                  <a:off x="5614853" y="1908707"/>
                  <a:ext cx="1789366" cy="2010173"/>
                  <a:chOff x="4663441" y="690417"/>
                  <a:chExt cx="1789366" cy="2010173"/>
                </a:xfrm>
              </p:grpSpPr>
              <p:sp>
                <p:nvSpPr>
                  <p:cNvPr id="110" name="Freeform 221">
                    <a:extLst>
                      <a:ext uri="{FF2B5EF4-FFF2-40B4-BE49-F238E27FC236}">
                        <a16:creationId xmlns:a16="http://schemas.microsoft.com/office/drawing/2014/main" id="{BFE22736-7DFC-2935-05C4-88A6692E39B8}"/>
                      </a:ext>
                    </a:extLst>
                  </p:cNvPr>
                  <p:cNvSpPr/>
                  <p:nvPr/>
                </p:nvSpPr>
                <p:spPr bwMode="gray">
                  <a:xfrm>
                    <a:off x="4663441" y="690417"/>
                    <a:ext cx="1672164" cy="2010173"/>
                  </a:xfrm>
                  <a:custGeom>
                    <a:avLst/>
                    <a:gdLst>
                      <a:gd name="connsiteX0" fmla="*/ 0 w 1780549"/>
                      <a:gd name="connsiteY0" fmla="*/ 0 h 2010173"/>
                      <a:gd name="connsiteX1" fmla="*/ 189035 w 1780549"/>
                      <a:gd name="connsiteY1" fmla="*/ 9546 h 2010173"/>
                      <a:gd name="connsiteX2" fmla="*/ 1653489 w 1780549"/>
                      <a:gd name="connsiteY2" fmla="*/ 621796 h 2010173"/>
                      <a:gd name="connsiteX3" fmla="*/ 1780549 w 1780549"/>
                      <a:gd name="connsiteY3" fmla="*/ 737277 h 2010173"/>
                      <a:gd name="connsiteX4" fmla="*/ 507653 w 1780549"/>
                      <a:gd name="connsiteY4" fmla="*/ 2010173 h 2010173"/>
                      <a:gd name="connsiteX5" fmla="*/ 438289 w 1780549"/>
                      <a:gd name="connsiteY5" fmla="*/ 1952943 h 2010173"/>
                      <a:gd name="connsiteX6" fmla="*/ 5431 w 1780549"/>
                      <a:gd name="connsiteY6" fmla="*/ 1796025 h 2010173"/>
                      <a:gd name="connsiteX7" fmla="*/ 0 w 1780549"/>
                      <a:gd name="connsiteY7" fmla="*/ 1795751 h 2010173"/>
                      <a:gd name="connsiteX8" fmla="*/ 0 w 1780549"/>
                      <a:gd name="connsiteY8" fmla="*/ 0 h 2010173"/>
                      <a:gd name="connsiteX0" fmla="*/ 1780549 w 1871989"/>
                      <a:gd name="connsiteY0" fmla="*/ 737277 h 2010173"/>
                      <a:gd name="connsiteX1" fmla="*/ 507653 w 1871989"/>
                      <a:gd name="connsiteY1" fmla="*/ 2010173 h 2010173"/>
                      <a:gd name="connsiteX2" fmla="*/ 438289 w 1871989"/>
                      <a:gd name="connsiteY2" fmla="*/ 1952943 h 2010173"/>
                      <a:gd name="connsiteX3" fmla="*/ 5431 w 1871989"/>
                      <a:gd name="connsiteY3" fmla="*/ 1796025 h 2010173"/>
                      <a:gd name="connsiteX4" fmla="*/ 0 w 1871989"/>
                      <a:gd name="connsiteY4" fmla="*/ 1795751 h 2010173"/>
                      <a:gd name="connsiteX5" fmla="*/ 0 w 1871989"/>
                      <a:gd name="connsiteY5" fmla="*/ 0 h 2010173"/>
                      <a:gd name="connsiteX6" fmla="*/ 189035 w 1871989"/>
                      <a:gd name="connsiteY6" fmla="*/ 9546 h 2010173"/>
                      <a:gd name="connsiteX7" fmla="*/ 1653489 w 1871989"/>
                      <a:gd name="connsiteY7" fmla="*/ 621796 h 2010173"/>
                      <a:gd name="connsiteX8" fmla="*/ 1871989 w 1871989"/>
                      <a:gd name="connsiteY8" fmla="*/ 828717 h 2010173"/>
                      <a:gd name="connsiteX0" fmla="*/ 1780549 w 1780549"/>
                      <a:gd name="connsiteY0" fmla="*/ 737277 h 2010173"/>
                      <a:gd name="connsiteX1" fmla="*/ 507653 w 1780549"/>
                      <a:gd name="connsiteY1" fmla="*/ 2010173 h 2010173"/>
                      <a:gd name="connsiteX2" fmla="*/ 438289 w 1780549"/>
                      <a:gd name="connsiteY2" fmla="*/ 1952943 h 2010173"/>
                      <a:gd name="connsiteX3" fmla="*/ 5431 w 1780549"/>
                      <a:gd name="connsiteY3" fmla="*/ 1796025 h 2010173"/>
                      <a:gd name="connsiteX4" fmla="*/ 0 w 1780549"/>
                      <a:gd name="connsiteY4" fmla="*/ 1795751 h 2010173"/>
                      <a:gd name="connsiteX5" fmla="*/ 0 w 1780549"/>
                      <a:gd name="connsiteY5" fmla="*/ 0 h 2010173"/>
                      <a:gd name="connsiteX6" fmla="*/ 189035 w 1780549"/>
                      <a:gd name="connsiteY6" fmla="*/ 9546 h 2010173"/>
                      <a:gd name="connsiteX7" fmla="*/ 1653489 w 1780549"/>
                      <a:gd name="connsiteY7" fmla="*/ 621796 h 2010173"/>
                      <a:gd name="connsiteX8" fmla="*/ 1652914 w 1780549"/>
                      <a:gd name="connsiteY8" fmla="*/ 622342 h 2010173"/>
                      <a:gd name="connsiteX0" fmla="*/ 1607511 w 1672164"/>
                      <a:gd name="connsiteY0" fmla="*/ 911902 h 2010173"/>
                      <a:gd name="connsiteX1" fmla="*/ 507653 w 1672164"/>
                      <a:gd name="connsiteY1" fmla="*/ 2010173 h 2010173"/>
                      <a:gd name="connsiteX2" fmla="*/ 438289 w 1672164"/>
                      <a:gd name="connsiteY2" fmla="*/ 1952943 h 2010173"/>
                      <a:gd name="connsiteX3" fmla="*/ 5431 w 1672164"/>
                      <a:gd name="connsiteY3" fmla="*/ 1796025 h 2010173"/>
                      <a:gd name="connsiteX4" fmla="*/ 0 w 1672164"/>
                      <a:gd name="connsiteY4" fmla="*/ 1795751 h 2010173"/>
                      <a:gd name="connsiteX5" fmla="*/ 0 w 1672164"/>
                      <a:gd name="connsiteY5" fmla="*/ 0 h 2010173"/>
                      <a:gd name="connsiteX6" fmla="*/ 189035 w 1672164"/>
                      <a:gd name="connsiteY6" fmla="*/ 9546 h 2010173"/>
                      <a:gd name="connsiteX7" fmla="*/ 1653489 w 1672164"/>
                      <a:gd name="connsiteY7" fmla="*/ 621796 h 2010173"/>
                      <a:gd name="connsiteX8" fmla="*/ 1652914 w 1672164"/>
                      <a:gd name="connsiteY8" fmla="*/ 622342 h 2010173"/>
                      <a:gd name="connsiteX0" fmla="*/ 1585286 w 1672164"/>
                      <a:gd name="connsiteY0" fmla="*/ 934127 h 2010173"/>
                      <a:gd name="connsiteX1" fmla="*/ 507653 w 1672164"/>
                      <a:gd name="connsiteY1" fmla="*/ 2010173 h 2010173"/>
                      <a:gd name="connsiteX2" fmla="*/ 438289 w 1672164"/>
                      <a:gd name="connsiteY2" fmla="*/ 1952943 h 2010173"/>
                      <a:gd name="connsiteX3" fmla="*/ 5431 w 1672164"/>
                      <a:gd name="connsiteY3" fmla="*/ 1796025 h 2010173"/>
                      <a:gd name="connsiteX4" fmla="*/ 0 w 1672164"/>
                      <a:gd name="connsiteY4" fmla="*/ 1795751 h 2010173"/>
                      <a:gd name="connsiteX5" fmla="*/ 0 w 1672164"/>
                      <a:gd name="connsiteY5" fmla="*/ 0 h 2010173"/>
                      <a:gd name="connsiteX6" fmla="*/ 189035 w 1672164"/>
                      <a:gd name="connsiteY6" fmla="*/ 9546 h 2010173"/>
                      <a:gd name="connsiteX7" fmla="*/ 1653489 w 1672164"/>
                      <a:gd name="connsiteY7" fmla="*/ 621796 h 2010173"/>
                      <a:gd name="connsiteX8" fmla="*/ 1652914 w 1672164"/>
                      <a:gd name="connsiteY8" fmla="*/ 622342 h 2010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72164" h="2010173">
                        <a:moveTo>
                          <a:pt x="1585286" y="934127"/>
                        </a:moveTo>
                        <a:lnTo>
                          <a:pt x="507653" y="2010173"/>
                        </a:lnTo>
                        <a:lnTo>
                          <a:pt x="438289" y="1952943"/>
                        </a:lnTo>
                        <a:cubicBezTo>
                          <a:pt x="312277" y="1867811"/>
                          <a:pt x="164684" y="1812198"/>
                          <a:pt x="5431" y="1796025"/>
                        </a:cubicBezTo>
                        <a:lnTo>
                          <a:pt x="0" y="1795751"/>
                        </a:lnTo>
                        <a:lnTo>
                          <a:pt x="0" y="0"/>
                        </a:lnTo>
                        <a:lnTo>
                          <a:pt x="189035" y="9546"/>
                        </a:lnTo>
                        <a:cubicBezTo>
                          <a:pt x="742346" y="65738"/>
                          <a:pt x="1247044" y="286368"/>
                          <a:pt x="1653489" y="621796"/>
                        </a:cubicBezTo>
                        <a:cubicBezTo>
                          <a:pt x="1695842" y="660290"/>
                          <a:pt x="1652914" y="622342"/>
                          <a:pt x="1652914" y="622342"/>
                        </a:cubicBezTo>
                      </a:path>
                    </a:pathLst>
                  </a:custGeom>
                  <a:noFill/>
                  <a:ln w="28575" algn="ctr">
                    <a:solidFill>
                      <a:srgbClr val="004F59"/>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400" b="1" i="1" u="none" strike="noStrike" kern="1200" cap="none" spc="0" normalizeH="0" baseline="0" noProof="0" dirty="0">
                      <a:ln>
                        <a:noFill/>
                      </a:ln>
                      <a:solidFill>
                        <a:prstClr val="white"/>
                      </a:solidFill>
                      <a:effectLst/>
                      <a:uLnTx/>
                      <a:uFillTx/>
                      <a:ea typeface="+mn-ea"/>
                      <a:cs typeface="+mn-cs"/>
                    </a:endParaRPr>
                  </a:p>
                </p:txBody>
              </p:sp>
              <p:sp>
                <p:nvSpPr>
                  <p:cNvPr id="111" name="Isosceles Triangle 110">
                    <a:extLst>
                      <a:ext uri="{FF2B5EF4-FFF2-40B4-BE49-F238E27FC236}">
                        <a16:creationId xmlns:a16="http://schemas.microsoft.com/office/drawing/2014/main" id="{99D87EE3-567E-A7FB-3B27-CF76C2571B07}"/>
                      </a:ext>
                    </a:extLst>
                  </p:cNvPr>
                  <p:cNvSpPr/>
                  <p:nvPr/>
                </p:nvSpPr>
                <p:spPr bwMode="gray">
                  <a:xfrm rot="7855756">
                    <a:off x="6329363" y="1317625"/>
                    <a:ext cx="132588" cy="114300"/>
                  </a:xfrm>
                  <a:prstGeom prst="triangle">
                    <a:avLst/>
                  </a:prstGeom>
                  <a:noFill/>
                  <a:ln w="28575" algn="ctr">
                    <a:solidFill>
                      <a:srgbClr val="004F59"/>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400" b="1" i="1" u="none" strike="noStrike" kern="1200" cap="none" spc="0" normalizeH="0" baseline="0" noProof="0" dirty="0">
                      <a:ln>
                        <a:noFill/>
                      </a:ln>
                      <a:solidFill>
                        <a:prstClr val="white"/>
                      </a:solidFill>
                      <a:effectLst/>
                      <a:uLnTx/>
                      <a:uFillTx/>
                      <a:ea typeface="+mn-ea"/>
                      <a:cs typeface="+mn-cs"/>
                    </a:endParaRPr>
                  </a:p>
                </p:txBody>
              </p:sp>
              <p:sp>
                <p:nvSpPr>
                  <p:cNvPr id="112" name="Oval 111">
                    <a:extLst>
                      <a:ext uri="{FF2B5EF4-FFF2-40B4-BE49-F238E27FC236}">
                        <a16:creationId xmlns:a16="http://schemas.microsoft.com/office/drawing/2014/main" id="{0826F0A7-A791-D2B7-FFA6-A97DD5932085}"/>
                      </a:ext>
                    </a:extLst>
                  </p:cNvPr>
                  <p:cNvSpPr/>
                  <p:nvPr/>
                </p:nvSpPr>
                <p:spPr bwMode="gray">
                  <a:xfrm>
                    <a:off x="6235103" y="1522413"/>
                    <a:ext cx="115888" cy="115888"/>
                  </a:xfrm>
                  <a:prstGeom prst="ellipse">
                    <a:avLst/>
                  </a:prstGeom>
                  <a:noFill/>
                  <a:ln w="28575" algn="ctr">
                    <a:solidFill>
                      <a:srgbClr val="004F59"/>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400" b="1" i="1" u="none" strike="noStrike" kern="1200" cap="none" spc="0" normalizeH="0" baseline="0" noProof="0" dirty="0">
                      <a:ln>
                        <a:noFill/>
                      </a:ln>
                      <a:solidFill>
                        <a:prstClr val="white"/>
                      </a:solidFill>
                      <a:effectLst/>
                      <a:uLnTx/>
                      <a:uFillTx/>
                      <a:ea typeface="+mn-ea"/>
                      <a:cs typeface="+mn-cs"/>
                    </a:endParaRPr>
                  </a:p>
                </p:txBody>
              </p:sp>
            </p:grpSp>
            <p:grpSp>
              <p:nvGrpSpPr>
                <p:cNvPr id="26" name="Group 25">
                  <a:extLst>
                    <a:ext uri="{FF2B5EF4-FFF2-40B4-BE49-F238E27FC236}">
                      <a16:creationId xmlns:a16="http://schemas.microsoft.com/office/drawing/2014/main" id="{4E3C3109-84A0-9F1F-8563-33C543C0E2FA}"/>
                    </a:ext>
                  </a:extLst>
                </p:cNvPr>
                <p:cNvGrpSpPr/>
                <p:nvPr/>
              </p:nvGrpSpPr>
              <p:grpSpPr>
                <a:xfrm>
                  <a:off x="4663441" y="690417"/>
                  <a:ext cx="1789366" cy="2010173"/>
                  <a:chOff x="4663441" y="690417"/>
                  <a:chExt cx="1789366" cy="2010173"/>
                </a:xfrm>
              </p:grpSpPr>
              <p:sp>
                <p:nvSpPr>
                  <p:cNvPr id="107" name="Freeform 210">
                    <a:extLst>
                      <a:ext uri="{FF2B5EF4-FFF2-40B4-BE49-F238E27FC236}">
                        <a16:creationId xmlns:a16="http://schemas.microsoft.com/office/drawing/2014/main" id="{94B22719-8301-C769-4482-BDF9D8E4CEF2}"/>
                      </a:ext>
                    </a:extLst>
                  </p:cNvPr>
                  <p:cNvSpPr/>
                  <p:nvPr/>
                </p:nvSpPr>
                <p:spPr bwMode="gray">
                  <a:xfrm>
                    <a:off x="4663441" y="690417"/>
                    <a:ext cx="1672164" cy="2010173"/>
                  </a:xfrm>
                  <a:custGeom>
                    <a:avLst/>
                    <a:gdLst>
                      <a:gd name="connsiteX0" fmla="*/ 0 w 1780549"/>
                      <a:gd name="connsiteY0" fmla="*/ 0 h 2010173"/>
                      <a:gd name="connsiteX1" fmla="*/ 189035 w 1780549"/>
                      <a:gd name="connsiteY1" fmla="*/ 9546 h 2010173"/>
                      <a:gd name="connsiteX2" fmla="*/ 1653489 w 1780549"/>
                      <a:gd name="connsiteY2" fmla="*/ 621796 h 2010173"/>
                      <a:gd name="connsiteX3" fmla="*/ 1780549 w 1780549"/>
                      <a:gd name="connsiteY3" fmla="*/ 737277 h 2010173"/>
                      <a:gd name="connsiteX4" fmla="*/ 507653 w 1780549"/>
                      <a:gd name="connsiteY4" fmla="*/ 2010173 h 2010173"/>
                      <a:gd name="connsiteX5" fmla="*/ 438289 w 1780549"/>
                      <a:gd name="connsiteY5" fmla="*/ 1952943 h 2010173"/>
                      <a:gd name="connsiteX6" fmla="*/ 5431 w 1780549"/>
                      <a:gd name="connsiteY6" fmla="*/ 1796025 h 2010173"/>
                      <a:gd name="connsiteX7" fmla="*/ 0 w 1780549"/>
                      <a:gd name="connsiteY7" fmla="*/ 1795751 h 2010173"/>
                      <a:gd name="connsiteX8" fmla="*/ 0 w 1780549"/>
                      <a:gd name="connsiteY8" fmla="*/ 0 h 2010173"/>
                      <a:gd name="connsiteX0" fmla="*/ 1780549 w 1871989"/>
                      <a:gd name="connsiteY0" fmla="*/ 737277 h 2010173"/>
                      <a:gd name="connsiteX1" fmla="*/ 507653 w 1871989"/>
                      <a:gd name="connsiteY1" fmla="*/ 2010173 h 2010173"/>
                      <a:gd name="connsiteX2" fmla="*/ 438289 w 1871989"/>
                      <a:gd name="connsiteY2" fmla="*/ 1952943 h 2010173"/>
                      <a:gd name="connsiteX3" fmla="*/ 5431 w 1871989"/>
                      <a:gd name="connsiteY3" fmla="*/ 1796025 h 2010173"/>
                      <a:gd name="connsiteX4" fmla="*/ 0 w 1871989"/>
                      <a:gd name="connsiteY4" fmla="*/ 1795751 h 2010173"/>
                      <a:gd name="connsiteX5" fmla="*/ 0 w 1871989"/>
                      <a:gd name="connsiteY5" fmla="*/ 0 h 2010173"/>
                      <a:gd name="connsiteX6" fmla="*/ 189035 w 1871989"/>
                      <a:gd name="connsiteY6" fmla="*/ 9546 h 2010173"/>
                      <a:gd name="connsiteX7" fmla="*/ 1653489 w 1871989"/>
                      <a:gd name="connsiteY7" fmla="*/ 621796 h 2010173"/>
                      <a:gd name="connsiteX8" fmla="*/ 1871989 w 1871989"/>
                      <a:gd name="connsiteY8" fmla="*/ 828717 h 2010173"/>
                      <a:gd name="connsiteX0" fmla="*/ 1780549 w 1780549"/>
                      <a:gd name="connsiteY0" fmla="*/ 737277 h 2010173"/>
                      <a:gd name="connsiteX1" fmla="*/ 507653 w 1780549"/>
                      <a:gd name="connsiteY1" fmla="*/ 2010173 h 2010173"/>
                      <a:gd name="connsiteX2" fmla="*/ 438289 w 1780549"/>
                      <a:gd name="connsiteY2" fmla="*/ 1952943 h 2010173"/>
                      <a:gd name="connsiteX3" fmla="*/ 5431 w 1780549"/>
                      <a:gd name="connsiteY3" fmla="*/ 1796025 h 2010173"/>
                      <a:gd name="connsiteX4" fmla="*/ 0 w 1780549"/>
                      <a:gd name="connsiteY4" fmla="*/ 1795751 h 2010173"/>
                      <a:gd name="connsiteX5" fmla="*/ 0 w 1780549"/>
                      <a:gd name="connsiteY5" fmla="*/ 0 h 2010173"/>
                      <a:gd name="connsiteX6" fmla="*/ 189035 w 1780549"/>
                      <a:gd name="connsiteY6" fmla="*/ 9546 h 2010173"/>
                      <a:gd name="connsiteX7" fmla="*/ 1653489 w 1780549"/>
                      <a:gd name="connsiteY7" fmla="*/ 621796 h 2010173"/>
                      <a:gd name="connsiteX8" fmla="*/ 1652914 w 1780549"/>
                      <a:gd name="connsiteY8" fmla="*/ 622342 h 2010173"/>
                      <a:gd name="connsiteX0" fmla="*/ 1607511 w 1672164"/>
                      <a:gd name="connsiteY0" fmla="*/ 911902 h 2010173"/>
                      <a:gd name="connsiteX1" fmla="*/ 507653 w 1672164"/>
                      <a:gd name="connsiteY1" fmla="*/ 2010173 h 2010173"/>
                      <a:gd name="connsiteX2" fmla="*/ 438289 w 1672164"/>
                      <a:gd name="connsiteY2" fmla="*/ 1952943 h 2010173"/>
                      <a:gd name="connsiteX3" fmla="*/ 5431 w 1672164"/>
                      <a:gd name="connsiteY3" fmla="*/ 1796025 h 2010173"/>
                      <a:gd name="connsiteX4" fmla="*/ 0 w 1672164"/>
                      <a:gd name="connsiteY4" fmla="*/ 1795751 h 2010173"/>
                      <a:gd name="connsiteX5" fmla="*/ 0 w 1672164"/>
                      <a:gd name="connsiteY5" fmla="*/ 0 h 2010173"/>
                      <a:gd name="connsiteX6" fmla="*/ 189035 w 1672164"/>
                      <a:gd name="connsiteY6" fmla="*/ 9546 h 2010173"/>
                      <a:gd name="connsiteX7" fmla="*/ 1653489 w 1672164"/>
                      <a:gd name="connsiteY7" fmla="*/ 621796 h 2010173"/>
                      <a:gd name="connsiteX8" fmla="*/ 1652914 w 1672164"/>
                      <a:gd name="connsiteY8" fmla="*/ 622342 h 2010173"/>
                      <a:gd name="connsiteX0" fmla="*/ 1585286 w 1672164"/>
                      <a:gd name="connsiteY0" fmla="*/ 934127 h 2010173"/>
                      <a:gd name="connsiteX1" fmla="*/ 507653 w 1672164"/>
                      <a:gd name="connsiteY1" fmla="*/ 2010173 h 2010173"/>
                      <a:gd name="connsiteX2" fmla="*/ 438289 w 1672164"/>
                      <a:gd name="connsiteY2" fmla="*/ 1952943 h 2010173"/>
                      <a:gd name="connsiteX3" fmla="*/ 5431 w 1672164"/>
                      <a:gd name="connsiteY3" fmla="*/ 1796025 h 2010173"/>
                      <a:gd name="connsiteX4" fmla="*/ 0 w 1672164"/>
                      <a:gd name="connsiteY4" fmla="*/ 1795751 h 2010173"/>
                      <a:gd name="connsiteX5" fmla="*/ 0 w 1672164"/>
                      <a:gd name="connsiteY5" fmla="*/ 0 h 2010173"/>
                      <a:gd name="connsiteX6" fmla="*/ 189035 w 1672164"/>
                      <a:gd name="connsiteY6" fmla="*/ 9546 h 2010173"/>
                      <a:gd name="connsiteX7" fmla="*/ 1653489 w 1672164"/>
                      <a:gd name="connsiteY7" fmla="*/ 621796 h 2010173"/>
                      <a:gd name="connsiteX8" fmla="*/ 1652914 w 1672164"/>
                      <a:gd name="connsiteY8" fmla="*/ 622342 h 2010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72164" h="2010173">
                        <a:moveTo>
                          <a:pt x="1585286" y="934127"/>
                        </a:moveTo>
                        <a:lnTo>
                          <a:pt x="507653" y="2010173"/>
                        </a:lnTo>
                        <a:lnTo>
                          <a:pt x="438289" y="1952943"/>
                        </a:lnTo>
                        <a:cubicBezTo>
                          <a:pt x="312277" y="1867811"/>
                          <a:pt x="164684" y="1812198"/>
                          <a:pt x="5431" y="1796025"/>
                        </a:cubicBezTo>
                        <a:lnTo>
                          <a:pt x="0" y="1795751"/>
                        </a:lnTo>
                        <a:lnTo>
                          <a:pt x="0" y="0"/>
                        </a:lnTo>
                        <a:lnTo>
                          <a:pt x="189035" y="9546"/>
                        </a:lnTo>
                        <a:cubicBezTo>
                          <a:pt x="742346" y="65738"/>
                          <a:pt x="1247044" y="286368"/>
                          <a:pt x="1653489" y="621796"/>
                        </a:cubicBezTo>
                        <a:cubicBezTo>
                          <a:pt x="1695842" y="660290"/>
                          <a:pt x="1652914" y="622342"/>
                          <a:pt x="1652914" y="622342"/>
                        </a:cubicBezTo>
                      </a:path>
                    </a:pathLst>
                  </a:custGeom>
                  <a:noFill/>
                  <a:ln w="28575" algn="ctr">
                    <a:solidFill>
                      <a:schemeClr val="accent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400" b="1" i="1" u="none" strike="noStrike" kern="1200" cap="none" spc="0" normalizeH="0" baseline="0" noProof="0" dirty="0">
                      <a:ln>
                        <a:noFill/>
                      </a:ln>
                      <a:solidFill>
                        <a:prstClr val="white"/>
                      </a:solidFill>
                      <a:effectLst/>
                      <a:uLnTx/>
                      <a:uFillTx/>
                      <a:ea typeface="+mn-ea"/>
                      <a:cs typeface="+mn-cs"/>
                    </a:endParaRPr>
                  </a:p>
                </p:txBody>
              </p:sp>
              <p:sp>
                <p:nvSpPr>
                  <p:cNvPr id="108" name="Isosceles Triangle 107">
                    <a:extLst>
                      <a:ext uri="{FF2B5EF4-FFF2-40B4-BE49-F238E27FC236}">
                        <a16:creationId xmlns:a16="http://schemas.microsoft.com/office/drawing/2014/main" id="{0D27372A-FC70-04E6-1DD1-FB28A979EBD4}"/>
                      </a:ext>
                    </a:extLst>
                  </p:cNvPr>
                  <p:cNvSpPr/>
                  <p:nvPr/>
                </p:nvSpPr>
                <p:spPr bwMode="gray">
                  <a:xfrm rot="7855756">
                    <a:off x="6329363" y="1317625"/>
                    <a:ext cx="132588" cy="114300"/>
                  </a:xfrm>
                  <a:prstGeom prst="triangle">
                    <a:avLst/>
                  </a:prstGeom>
                  <a:noFill/>
                  <a:ln w="28575" algn="ctr">
                    <a:solidFill>
                      <a:schemeClr val="accent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400" b="1" i="1" u="none" strike="noStrike" kern="1200" cap="none" spc="0" normalizeH="0" baseline="0" noProof="0" dirty="0">
                      <a:ln>
                        <a:noFill/>
                      </a:ln>
                      <a:solidFill>
                        <a:prstClr val="white"/>
                      </a:solidFill>
                      <a:effectLst/>
                      <a:uLnTx/>
                      <a:uFillTx/>
                      <a:ea typeface="+mn-ea"/>
                      <a:cs typeface="+mn-cs"/>
                    </a:endParaRPr>
                  </a:p>
                </p:txBody>
              </p:sp>
              <p:sp>
                <p:nvSpPr>
                  <p:cNvPr id="109" name="Oval 108">
                    <a:extLst>
                      <a:ext uri="{FF2B5EF4-FFF2-40B4-BE49-F238E27FC236}">
                        <a16:creationId xmlns:a16="http://schemas.microsoft.com/office/drawing/2014/main" id="{4EF8F928-0EE4-8C68-8472-29FD21386CAC}"/>
                      </a:ext>
                    </a:extLst>
                  </p:cNvPr>
                  <p:cNvSpPr/>
                  <p:nvPr/>
                </p:nvSpPr>
                <p:spPr bwMode="gray">
                  <a:xfrm>
                    <a:off x="6235103" y="1522413"/>
                    <a:ext cx="115888" cy="115888"/>
                  </a:xfrm>
                  <a:prstGeom prst="ellipse">
                    <a:avLst/>
                  </a:prstGeom>
                  <a:noFill/>
                  <a:ln w="28575" algn="ctr">
                    <a:solidFill>
                      <a:schemeClr val="accent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400" b="1" i="1" u="none" strike="noStrike" kern="1200" cap="none" spc="0" normalizeH="0" baseline="0" noProof="0" dirty="0">
                      <a:ln>
                        <a:noFill/>
                      </a:ln>
                      <a:solidFill>
                        <a:prstClr val="white"/>
                      </a:solidFill>
                      <a:effectLst/>
                      <a:uLnTx/>
                      <a:uFillTx/>
                      <a:ea typeface="+mn-ea"/>
                      <a:cs typeface="+mn-cs"/>
                    </a:endParaRPr>
                  </a:p>
                </p:txBody>
              </p:sp>
            </p:grpSp>
            <p:grpSp>
              <p:nvGrpSpPr>
                <p:cNvPr id="27" name="Group 26">
                  <a:extLst>
                    <a:ext uri="{FF2B5EF4-FFF2-40B4-BE49-F238E27FC236}">
                      <a16:creationId xmlns:a16="http://schemas.microsoft.com/office/drawing/2014/main" id="{B67D4BA5-B74A-FE19-964B-8DBA44ACD223}"/>
                    </a:ext>
                  </a:extLst>
                </p:cNvPr>
                <p:cNvGrpSpPr/>
                <p:nvPr/>
              </p:nvGrpSpPr>
              <p:grpSpPr>
                <a:xfrm rot="5400000">
                  <a:off x="5415430" y="3420975"/>
                  <a:ext cx="1789366" cy="2010173"/>
                  <a:chOff x="4663441" y="690417"/>
                  <a:chExt cx="1789366" cy="2010173"/>
                </a:xfrm>
              </p:grpSpPr>
              <p:sp>
                <p:nvSpPr>
                  <p:cNvPr id="104" name="Freeform 225">
                    <a:extLst>
                      <a:ext uri="{FF2B5EF4-FFF2-40B4-BE49-F238E27FC236}">
                        <a16:creationId xmlns:a16="http://schemas.microsoft.com/office/drawing/2014/main" id="{489E94F0-6980-9FDE-0FC0-9AB176B004F1}"/>
                      </a:ext>
                    </a:extLst>
                  </p:cNvPr>
                  <p:cNvSpPr/>
                  <p:nvPr/>
                </p:nvSpPr>
                <p:spPr bwMode="gray">
                  <a:xfrm>
                    <a:off x="4663441" y="690417"/>
                    <a:ext cx="1672164" cy="2010173"/>
                  </a:xfrm>
                  <a:custGeom>
                    <a:avLst/>
                    <a:gdLst>
                      <a:gd name="connsiteX0" fmla="*/ 0 w 1780549"/>
                      <a:gd name="connsiteY0" fmla="*/ 0 h 2010173"/>
                      <a:gd name="connsiteX1" fmla="*/ 189035 w 1780549"/>
                      <a:gd name="connsiteY1" fmla="*/ 9546 h 2010173"/>
                      <a:gd name="connsiteX2" fmla="*/ 1653489 w 1780549"/>
                      <a:gd name="connsiteY2" fmla="*/ 621796 h 2010173"/>
                      <a:gd name="connsiteX3" fmla="*/ 1780549 w 1780549"/>
                      <a:gd name="connsiteY3" fmla="*/ 737277 h 2010173"/>
                      <a:gd name="connsiteX4" fmla="*/ 507653 w 1780549"/>
                      <a:gd name="connsiteY4" fmla="*/ 2010173 h 2010173"/>
                      <a:gd name="connsiteX5" fmla="*/ 438289 w 1780549"/>
                      <a:gd name="connsiteY5" fmla="*/ 1952943 h 2010173"/>
                      <a:gd name="connsiteX6" fmla="*/ 5431 w 1780549"/>
                      <a:gd name="connsiteY6" fmla="*/ 1796025 h 2010173"/>
                      <a:gd name="connsiteX7" fmla="*/ 0 w 1780549"/>
                      <a:gd name="connsiteY7" fmla="*/ 1795751 h 2010173"/>
                      <a:gd name="connsiteX8" fmla="*/ 0 w 1780549"/>
                      <a:gd name="connsiteY8" fmla="*/ 0 h 2010173"/>
                      <a:gd name="connsiteX0" fmla="*/ 1780549 w 1871989"/>
                      <a:gd name="connsiteY0" fmla="*/ 737277 h 2010173"/>
                      <a:gd name="connsiteX1" fmla="*/ 507653 w 1871989"/>
                      <a:gd name="connsiteY1" fmla="*/ 2010173 h 2010173"/>
                      <a:gd name="connsiteX2" fmla="*/ 438289 w 1871989"/>
                      <a:gd name="connsiteY2" fmla="*/ 1952943 h 2010173"/>
                      <a:gd name="connsiteX3" fmla="*/ 5431 w 1871989"/>
                      <a:gd name="connsiteY3" fmla="*/ 1796025 h 2010173"/>
                      <a:gd name="connsiteX4" fmla="*/ 0 w 1871989"/>
                      <a:gd name="connsiteY4" fmla="*/ 1795751 h 2010173"/>
                      <a:gd name="connsiteX5" fmla="*/ 0 w 1871989"/>
                      <a:gd name="connsiteY5" fmla="*/ 0 h 2010173"/>
                      <a:gd name="connsiteX6" fmla="*/ 189035 w 1871989"/>
                      <a:gd name="connsiteY6" fmla="*/ 9546 h 2010173"/>
                      <a:gd name="connsiteX7" fmla="*/ 1653489 w 1871989"/>
                      <a:gd name="connsiteY7" fmla="*/ 621796 h 2010173"/>
                      <a:gd name="connsiteX8" fmla="*/ 1871989 w 1871989"/>
                      <a:gd name="connsiteY8" fmla="*/ 828717 h 2010173"/>
                      <a:gd name="connsiteX0" fmla="*/ 1780549 w 1780549"/>
                      <a:gd name="connsiteY0" fmla="*/ 737277 h 2010173"/>
                      <a:gd name="connsiteX1" fmla="*/ 507653 w 1780549"/>
                      <a:gd name="connsiteY1" fmla="*/ 2010173 h 2010173"/>
                      <a:gd name="connsiteX2" fmla="*/ 438289 w 1780549"/>
                      <a:gd name="connsiteY2" fmla="*/ 1952943 h 2010173"/>
                      <a:gd name="connsiteX3" fmla="*/ 5431 w 1780549"/>
                      <a:gd name="connsiteY3" fmla="*/ 1796025 h 2010173"/>
                      <a:gd name="connsiteX4" fmla="*/ 0 w 1780549"/>
                      <a:gd name="connsiteY4" fmla="*/ 1795751 h 2010173"/>
                      <a:gd name="connsiteX5" fmla="*/ 0 w 1780549"/>
                      <a:gd name="connsiteY5" fmla="*/ 0 h 2010173"/>
                      <a:gd name="connsiteX6" fmla="*/ 189035 w 1780549"/>
                      <a:gd name="connsiteY6" fmla="*/ 9546 h 2010173"/>
                      <a:gd name="connsiteX7" fmla="*/ 1653489 w 1780549"/>
                      <a:gd name="connsiteY7" fmla="*/ 621796 h 2010173"/>
                      <a:gd name="connsiteX8" fmla="*/ 1652914 w 1780549"/>
                      <a:gd name="connsiteY8" fmla="*/ 622342 h 2010173"/>
                      <a:gd name="connsiteX0" fmla="*/ 1607511 w 1672164"/>
                      <a:gd name="connsiteY0" fmla="*/ 911902 h 2010173"/>
                      <a:gd name="connsiteX1" fmla="*/ 507653 w 1672164"/>
                      <a:gd name="connsiteY1" fmla="*/ 2010173 h 2010173"/>
                      <a:gd name="connsiteX2" fmla="*/ 438289 w 1672164"/>
                      <a:gd name="connsiteY2" fmla="*/ 1952943 h 2010173"/>
                      <a:gd name="connsiteX3" fmla="*/ 5431 w 1672164"/>
                      <a:gd name="connsiteY3" fmla="*/ 1796025 h 2010173"/>
                      <a:gd name="connsiteX4" fmla="*/ 0 w 1672164"/>
                      <a:gd name="connsiteY4" fmla="*/ 1795751 h 2010173"/>
                      <a:gd name="connsiteX5" fmla="*/ 0 w 1672164"/>
                      <a:gd name="connsiteY5" fmla="*/ 0 h 2010173"/>
                      <a:gd name="connsiteX6" fmla="*/ 189035 w 1672164"/>
                      <a:gd name="connsiteY6" fmla="*/ 9546 h 2010173"/>
                      <a:gd name="connsiteX7" fmla="*/ 1653489 w 1672164"/>
                      <a:gd name="connsiteY7" fmla="*/ 621796 h 2010173"/>
                      <a:gd name="connsiteX8" fmla="*/ 1652914 w 1672164"/>
                      <a:gd name="connsiteY8" fmla="*/ 622342 h 2010173"/>
                      <a:gd name="connsiteX0" fmla="*/ 1585286 w 1672164"/>
                      <a:gd name="connsiteY0" fmla="*/ 934127 h 2010173"/>
                      <a:gd name="connsiteX1" fmla="*/ 507653 w 1672164"/>
                      <a:gd name="connsiteY1" fmla="*/ 2010173 h 2010173"/>
                      <a:gd name="connsiteX2" fmla="*/ 438289 w 1672164"/>
                      <a:gd name="connsiteY2" fmla="*/ 1952943 h 2010173"/>
                      <a:gd name="connsiteX3" fmla="*/ 5431 w 1672164"/>
                      <a:gd name="connsiteY3" fmla="*/ 1796025 h 2010173"/>
                      <a:gd name="connsiteX4" fmla="*/ 0 w 1672164"/>
                      <a:gd name="connsiteY4" fmla="*/ 1795751 h 2010173"/>
                      <a:gd name="connsiteX5" fmla="*/ 0 w 1672164"/>
                      <a:gd name="connsiteY5" fmla="*/ 0 h 2010173"/>
                      <a:gd name="connsiteX6" fmla="*/ 189035 w 1672164"/>
                      <a:gd name="connsiteY6" fmla="*/ 9546 h 2010173"/>
                      <a:gd name="connsiteX7" fmla="*/ 1653489 w 1672164"/>
                      <a:gd name="connsiteY7" fmla="*/ 621796 h 2010173"/>
                      <a:gd name="connsiteX8" fmla="*/ 1652914 w 1672164"/>
                      <a:gd name="connsiteY8" fmla="*/ 622342 h 2010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72164" h="2010173">
                        <a:moveTo>
                          <a:pt x="1585286" y="934127"/>
                        </a:moveTo>
                        <a:lnTo>
                          <a:pt x="507653" y="2010173"/>
                        </a:lnTo>
                        <a:lnTo>
                          <a:pt x="438289" y="1952943"/>
                        </a:lnTo>
                        <a:cubicBezTo>
                          <a:pt x="312277" y="1867811"/>
                          <a:pt x="164684" y="1812198"/>
                          <a:pt x="5431" y="1796025"/>
                        </a:cubicBezTo>
                        <a:lnTo>
                          <a:pt x="0" y="1795751"/>
                        </a:lnTo>
                        <a:lnTo>
                          <a:pt x="0" y="0"/>
                        </a:lnTo>
                        <a:lnTo>
                          <a:pt x="189035" y="9546"/>
                        </a:lnTo>
                        <a:cubicBezTo>
                          <a:pt x="742346" y="65738"/>
                          <a:pt x="1247044" y="286368"/>
                          <a:pt x="1653489" y="621796"/>
                        </a:cubicBezTo>
                        <a:cubicBezTo>
                          <a:pt x="1695842" y="660290"/>
                          <a:pt x="1652914" y="622342"/>
                          <a:pt x="1652914" y="622342"/>
                        </a:cubicBezTo>
                      </a:path>
                    </a:pathLst>
                  </a:custGeom>
                  <a:noFill/>
                  <a:ln w="28575" algn="ctr">
                    <a:solidFill>
                      <a:srgbClr val="046A38"/>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400" b="1" i="1" u="none" strike="noStrike" kern="1200" cap="none" spc="0" normalizeH="0" baseline="0" noProof="0" dirty="0">
                      <a:ln>
                        <a:noFill/>
                      </a:ln>
                      <a:solidFill>
                        <a:prstClr val="white"/>
                      </a:solidFill>
                      <a:effectLst/>
                      <a:uLnTx/>
                      <a:uFillTx/>
                      <a:ea typeface="+mn-ea"/>
                      <a:cs typeface="+mn-cs"/>
                    </a:endParaRPr>
                  </a:p>
                </p:txBody>
              </p:sp>
              <p:sp>
                <p:nvSpPr>
                  <p:cNvPr id="105" name="Isosceles Triangle 104">
                    <a:extLst>
                      <a:ext uri="{FF2B5EF4-FFF2-40B4-BE49-F238E27FC236}">
                        <a16:creationId xmlns:a16="http://schemas.microsoft.com/office/drawing/2014/main" id="{B2AD3AFB-ED29-69D0-4306-6F030CF69701}"/>
                      </a:ext>
                    </a:extLst>
                  </p:cNvPr>
                  <p:cNvSpPr/>
                  <p:nvPr/>
                </p:nvSpPr>
                <p:spPr bwMode="gray">
                  <a:xfrm rot="7855756">
                    <a:off x="6329363" y="1317625"/>
                    <a:ext cx="132588" cy="114300"/>
                  </a:xfrm>
                  <a:prstGeom prst="triangle">
                    <a:avLst/>
                  </a:prstGeom>
                  <a:noFill/>
                  <a:ln w="28575" algn="ctr">
                    <a:solidFill>
                      <a:srgbClr val="046A38"/>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400" b="1" i="1" u="none" strike="noStrike" kern="1200" cap="none" spc="0" normalizeH="0" baseline="0" noProof="0" dirty="0">
                      <a:ln>
                        <a:noFill/>
                      </a:ln>
                      <a:solidFill>
                        <a:prstClr val="white"/>
                      </a:solidFill>
                      <a:effectLst/>
                      <a:uLnTx/>
                      <a:uFillTx/>
                      <a:ea typeface="+mn-ea"/>
                      <a:cs typeface="+mn-cs"/>
                    </a:endParaRPr>
                  </a:p>
                </p:txBody>
              </p:sp>
              <p:sp>
                <p:nvSpPr>
                  <p:cNvPr id="106" name="Oval 105">
                    <a:extLst>
                      <a:ext uri="{FF2B5EF4-FFF2-40B4-BE49-F238E27FC236}">
                        <a16:creationId xmlns:a16="http://schemas.microsoft.com/office/drawing/2014/main" id="{309C3CEE-3CB2-A5A5-BE14-3655AED04326}"/>
                      </a:ext>
                    </a:extLst>
                  </p:cNvPr>
                  <p:cNvSpPr/>
                  <p:nvPr/>
                </p:nvSpPr>
                <p:spPr bwMode="gray">
                  <a:xfrm>
                    <a:off x="6235103" y="1522413"/>
                    <a:ext cx="115888" cy="115888"/>
                  </a:xfrm>
                  <a:prstGeom prst="ellipse">
                    <a:avLst/>
                  </a:prstGeom>
                  <a:noFill/>
                  <a:ln w="28575" algn="ctr">
                    <a:solidFill>
                      <a:srgbClr val="046A38"/>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400" b="1" i="1" u="none" strike="noStrike" kern="1200" cap="none" spc="0" normalizeH="0" baseline="0" noProof="0" dirty="0">
                      <a:ln>
                        <a:noFill/>
                      </a:ln>
                      <a:solidFill>
                        <a:prstClr val="white"/>
                      </a:solidFill>
                      <a:effectLst/>
                      <a:uLnTx/>
                      <a:uFillTx/>
                      <a:ea typeface="+mn-ea"/>
                      <a:cs typeface="+mn-cs"/>
                    </a:endParaRPr>
                  </a:p>
                </p:txBody>
              </p:sp>
            </p:grpSp>
            <p:grpSp>
              <p:nvGrpSpPr>
                <p:cNvPr id="28" name="Group 27">
                  <a:extLst>
                    <a:ext uri="{FF2B5EF4-FFF2-40B4-BE49-F238E27FC236}">
                      <a16:creationId xmlns:a16="http://schemas.microsoft.com/office/drawing/2014/main" id="{E3EE7996-65CB-E3E8-2D34-5149864F4217}"/>
                    </a:ext>
                  </a:extLst>
                </p:cNvPr>
                <p:cNvGrpSpPr/>
                <p:nvPr/>
              </p:nvGrpSpPr>
              <p:grpSpPr>
                <a:xfrm flipH="1" flipV="1">
                  <a:off x="1620013" y="521290"/>
                  <a:ext cx="3313746" cy="5681204"/>
                  <a:chOff x="4200876" y="690417"/>
                  <a:chExt cx="3313746" cy="5681204"/>
                </a:xfrm>
              </p:grpSpPr>
              <p:grpSp>
                <p:nvGrpSpPr>
                  <p:cNvPr id="88" name="Group 87">
                    <a:extLst>
                      <a:ext uri="{FF2B5EF4-FFF2-40B4-BE49-F238E27FC236}">
                        <a16:creationId xmlns:a16="http://schemas.microsoft.com/office/drawing/2014/main" id="{4CAF63A5-0767-800C-02FE-C95E43FBE981}"/>
                      </a:ext>
                    </a:extLst>
                  </p:cNvPr>
                  <p:cNvGrpSpPr/>
                  <p:nvPr/>
                </p:nvGrpSpPr>
                <p:grpSpPr>
                  <a:xfrm rot="2700000">
                    <a:off x="5614853" y="1908707"/>
                    <a:ext cx="1789366" cy="2010173"/>
                    <a:chOff x="4663441" y="690417"/>
                    <a:chExt cx="1789366" cy="2010173"/>
                  </a:xfrm>
                </p:grpSpPr>
                <p:sp>
                  <p:nvSpPr>
                    <p:cNvPr id="101" name="Freeform 264">
                      <a:extLst>
                        <a:ext uri="{FF2B5EF4-FFF2-40B4-BE49-F238E27FC236}">
                          <a16:creationId xmlns:a16="http://schemas.microsoft.com/office/drawing/2014/main" id="{5873A8D5-9171-E883-6818-A04766A7CFDB}"/>
                        </a:ext>
                      </a:extLst>
                    </p:cNvPr>
                    <p:cNvSpPr/>
                    <p:nvPr/>
                  </p:nvSpPr>
                  <p:spPr bwMode="gray">
                    <a:xfrm>
                      <a:off x="4663441" y="690417"/>
                      <a:ext cx="1672164" cy="2010173"/>
                    </a:xfrm>
                    <a:custGeom>
                      <a:avLst/>
                      <a:gdLst>
                        <a:gd name="connsiteX0" fmla="*/ 0 w 1780549"/>
                        <a:gd name="connsiteY0" fmla="*/ 0 h 2010173"/>
                        <a:gd name="connsiteX1" fmla="*/ 189035 w 1780549"/>
                        <a:gd name="connsiteY1" fmla="*/ 9546 h 2010173"/>
                        <a:gd name="connsiteX2" fmla="*/ 1653489 w 1780549"/>
                        <a:gd name="connsiteY2" fmla="*/ 621796 h 2010173"/>
                        <a:gd name="connsiteX3" fmla="*/ 1780549 w 1780549"/>
                        <a:gd name="connsiteY3" fmla="*/ 737277 h 2010173"/>
                        <a:gd name="connsiteX4" fmla="*/ 507653 w 1780549"/>
                        <a:gd name="connsiteY4" fmla="*/ 2010173 h 2010173"/>
                        <a:gd name="connsiteX5" fmla="*/ 438289 w 1780549"/>
                        <a:gd name="connsiteY5" fmla="*/ 1952943 h 2010173"/>
                        <a:gd name="connsiteX6" fmla="*/ 5431 w 1780549"/>
                        <a:gd name="connsiteY6" fmla="*/ 1796025 h 2010173"/>
                        <a:gd name="connsiteX7" fmla="*/ 0 w 1780549"/>
                        <a:gd name="connsiteY7" fmla="*/ 1795751 h 2010173"/>
                        <a:gd name="connsiteX8" fmla="*/ 0 w 1780549"/>
                        <a:gd name="connsiteY8" fmla="*/ 0 h 2010173"/>
                        <a:gd name="connsiteX0" fmla="*/ 1780549 w 1871989"/>
                        <a:gd name="connsiteY0" fmla="*/ 737277 h 2010173"/>
                        <a:gd name="connsiteX1" fmla="*/ 507653 w 1871989"/>
                        <a:gd name="connsiteY1" fmla="*/ 2010173 h 2010173"/>
                        <a:gd name="connsiteX2" fmla="*/ 438289 w 1871989"/>
                        <a:gd name="connsiteY2" fmla="*/ 1952943 h 2010173"/>
                        <a:gd name="connsiteX3" fmla="*/ 5431 w 1871989"/>
                        <a:gd name="connsiteY3" fmla="*/ 1796025 h 2010173"/>
                        <a:gd name="connsiteX4" fmla="*/ 0 w 1871989"/>
                        <a:gd name="connsiteY4" fmla="*/ 1795751 h 2010173"/>
                        <a:gd name="connsiteX5" fmla="*/ 0 w 1871989"/>
                        <a:gd name="connsiteY5" fmla="*/ 0 h 2010173"/>
                        <a:gd name="connsiteX6" fmla="*/ 189035 w 1871989"/>
                        <a:gd name="connsiteY6" fmla="*/ 9546 h 2010173"/>
                        <a:gd name="connsiteX7" fmla="*/ 1653489 w 1871989"/>
                        <a:gd name="connsiteY7" fmla="*/ 621796 h 2010173"/>
                        <a:gd name="connsiteX8" fmla="*/ 1871989 w 1871989"/>
                        <a:gd name="connsiteY8" fmla="*/ 828717 h 2010173"/>
                        <a:gd name="connsiteX0" fmla="*/ 1780549 w 1780549"/>
                        <a:gd name="connsiteY0" fmla="*/ 737277 h 2010173"/>
                        <a:gd name="connsiteX1" fmla="*/ 507653 w 1780549"/>
                        <a:gd name="connsiteY1" fmla="*/ 2010173 h 2010173"/>
                        <a:gd name="connsiteX2" fmla="*/ 438289 w 1780549"/>
                        <a:gd name="connsiteY2" fmla="*/ 1952943 h 2010173"/>
                        <a:gd name="connsiteX3" fmla="*/ 5431 w 1780549"/>
                        <a:gd name="connsiteY3" fmla="*/ 1796025 h 2010173"/>
                        <a:gd name="connsiteX4" fmla="*/ 0 w 1780549"/>
                        <a:gd name="connsiteY4" fmla="*/ 1795751 h 2010173"/>
                        <a:gd name="connsiteX5" fmla="*/ 0 w 1780549"/>
                        <a:gd name="connsiteY5" fmla="*/ 0 h 2010173"/>
                        <a:gd name="connsiteX6" fmla="*/ 189035 w 1780549"/>
                        <a:gd name="connsiteY6" fmla="*/ 9546 h 2010173"/>
                        <a:gd name="connsiteX7" fmla="*/ 1653489 w 1780549"/>
                        <a:gd name="connsiteY7" fmla="*/ 621796 h 2010173"/>
                        <a:gd name="connsiteX8" fmla="*/ 1652914 w 1780549"/>
                        <a:gd name="connsiteY8" fmla="*/ 622342 h 2010173"/>
                        <a:gd name="connsiteX0" fmla="*/ 1607511 w 1672164"/>
                        <a:gd name="connsiteY0" fmla="*/ 911902 h 2010173"/>
                        <a:gd name="connsiteX1" fmla="*/ 507653 w 1672164"/>
                        <a:gd name="connsiteY1" fmla="*/ 2010173 h 2010173"/>
                        <a:gd name="connsiteX2" fmla="*/ 438289 w 1672164"/>
                        <a:gd name="connsiteY2" fmla="*/ 1952943 h 2010173"/>
                        <a:gd name="connsiteX3" fmla="*/ 5431 w 1672164"/>
                        <a:gd name="connsiteY3" fmla="*/ 1796025 h 2010173"/>
                        <a:gd name="connsiteX4" fmla="*/ 0 w 1672164"/>
                        <a:gd name="connsiteY4" fmla="*/ 1795751 h 2010173"/>
                        <a:gd name="connsiteX5" fmla="*/ 0 w 1672164"/>
                        <a:gd name="connsiteY5" fmla="*/ 0 h 2010173"/>
                        <a:gd name="connsiteX6" fmla="*/ 189035 w 1672164"/>
                        <a:gd name="connsiteY6" fmla="*/ 9546 h 2010173"/>
                        <a:gd name="connsiteX7" fmla="*/ 1653489 w 1672164"/>
                        <a:gd name="connsiteY7" fmla="*/ 621796 h 2010173"/>
                        <a:gd name="connsiteX8" fmla="*/ 1652914 w 1672164"/>
                        <a:gd name="connsiteY8" fmla="*/ 622342 h 2010173"/>
                        <a:gd name="connsiteX0" fmla="*/ 1585286 w 1672164"/>
                        <a:gd name="connsiteY0" fmla="*/ 934127 h 2010173"/>
                        <a:gd name="connsiteX1" fmla="*/ 507653 w 1672164"/>
                        <a:gd name="connsiteY1" fmla="*/ 2010173 h 2010173"/>
                        <a:gd name="connsiteX2" fmla="*/ 438289 w 1672164"/>
                        <a:gd name="connsiteY2" fmla="*/ 1952943 h 2010173"/>
                        <a:gd name="connsiteX3" fmla="*/ 5431 w 1672164"/>
                        <a:gd name="connsiteY3" fmla="*/ 1796025 h 2010173"/>
                        <a:gd name="connsiteX4" fmla="*/ 0 w 1672164"/>
                        <a:gd name="connsiteY4" fmla="*/ 1795751 h 2010173"/>
                        <a:gd name="connsiteX5" fmla="*/ 0 w 1672164"/>
                        <a:gd name="connsiteY5" fmla="*/ 0 h 2010173"/>
                        <a:gd name="connsiteX6" fmla="*/ 189035 w 1672164"/>
                        <a:gd name="connsiteY6" fmla="*/ 9546 h 2010173"/>
                        <a:gd name="connsiteX7" fmla="*/ 1653489 w 1672164"/>
                        <a:gd name="connsiteY7" fmla="*/ 621796 h 2010173"/>
                        <a:gd name="connsiteX8" fmla="*/ 1652914 w 1672164"/>
                        <a:gd name="connsiteY8" fmla="*/ 622342 h 2010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72164" h="2010173">
                          <a:moveTo>
                            <a:pt x="1585286" y="934127"/>
                          </a:moveTo>
                          <a:lnTo>
                            <a:pt x="507653" y="2010173"/>
                          </a:lnTo>
                          <a:lnTo>
                            <a:pt x="438289" y="1952943"/>
                          </a:lnTo>
                          <a:cubicBezTo>
                            <a:pt x="312277" y="1867811"/>
                            <a:pt x="164684" y="1812198"/>
                            <a:pt x="5431" y="1796025"/>
                          </a:cubicBezTo>
                          <a:lnTo>
                            <a:pt x="0" y="1795751"/>
                          </a:lnTo>
                          <a:lnTo>
                            <a:pt x="0" y="0"/>
                          </a:lnTo>
                          <a:lnTo>
                            <a:pt x="189035" y="9546"/>
                          </a:lnTo>
                          <a:cubicBezTo>
                            <a:pt x="742346" y="65738"/>
                            <a:pt x="1247044" y="286368"/>
                            <a:pt x="1653489" y="621796"/>
                          </a:cubicBezTo>
                          <a:cubicBezTo>
                            <a:pt x="1695842" y="660290"/>
                            <a:pt x="1652914" y="622342"/>
                            <a:pt x="1652914" y="622342"/>
                          </a:cubicBezTo>
                        </a:path>
                      </a:pathLst>
                    </a:custGeom>
                    <a:noFill/>
                    <a:ln w="28575" algn="ctr">
                      <a:solidFill>
                        <a:srgbClr val="004F59"/>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400" b="1" i="1" u="none" strike="noStrike" kern="1200" cap="none" spc="0" normalizeH="0" baseline="0" noProof="0" dirty="0">
                        <a:ln>
                          <a:noFill/>
                        </a:ln>
                        <a:solidFill>
                          <a:prstClr val="white"/>
                        </a:solidFill>
                        <a:effectLst/>
                        <a:uLnTx/>
                        <a:uFillTx/>
                        <a:ea typeface="+mn-ea"/>
                        <a:cs typeface="+mn-cs"/>
                      </a:endParaRPr>
                    </a:p>
                  </p:txBody>
                </p:sp>
                <p:sp>
                  <p:nvSpPr>
                    <p:cNvPr id="102" name="Isosceles Triangle 101">
                      <a:extLst>
                        <a:ext uri="{FF2B5EF4-FFF2-40B4-BE49-F238E27FC236}">
                          <a16:creationId xmlns:a16="http://schemas.microsoft.com/office/drawing/2014/main" id="{33229E5A-EBEF-ED0D-089E-5C478FB60D7E}"/>
                        </a:ext>
                      </a:extLst>
                    </p:cNvPr>
                    <p:cNvSpPr/>
                    <p:nvPr/>
                  </p:nvSpPr>
                  <p:spPr bwMode="gray">
                    <a:xfrm rot="7855756">
                      <a:off x="6329363" y="1317625"/>
                      <a:ext cx="132588" cy="114300"/>
                    </a:xfrm>
                    <a:prstGeom prst="triangle">
                      <a:avLst/>
                    </a:prstGeom>
                    <a:noFill/>
                    <a:ln w="28575" algn="ctr">
                      <a:solidFill>
                        <a:srgbClr val="004F59"/>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400" b="1" i="1" u="none" strike="noStrike" kern="1200" cap="none" spc="0" normalizeH="0" baseline="0" noProof="0" dirty="0">
                        <a:ln>
                          <a:noFill/>
                        </a:ln>
                        <a:solidFill>
                          <a:prstClr val="white"/>
                        </a:solidFill>
                        <a:effectLst/>
                        <a:uLnTx/>
                        <a:uFillTx/>
                        <a:ea typeface="+mn-ea"/>
                        <a:cs typeface="+mn-cs"/>
                      </a:endParaRPr>
                    </a:p>
                  </p:txBody>
                </p:sp>
                <p:sp>
                  <p:nvSpPr>
                    <p:cNvPr id="103" name="Oval 102">
                      <a:extLst>
                        <a:ext uri="{FF2B5EF4-FFF2-40B4-BE49-F238E27FC236}">
                          <a16:creationId xmlns:a16="http://schemas.microsoft.com/office/drawing/2014/main" id="{23A4A845-39E3-DCE8-327D-96B70D81105C}"/>
                        </a:ext>
                      </a:extLst>
                    </p:cNvPr>
                    <p:cNvSpPr/>
                    <p:nvPr/>
                  </p:nvSpPr>
                  <p:spPr bwMode="gray">
                    <a:xfrm>
                      <a:off x="6235103" y="1522413"/>
                      <a:ext cx="115888" cy="115888"/>
                    </a:xfrm>
                    <a:prstGeom prst="ellipse">
                      <a:avLst/>
                    </a:prstGeom>
                    <a:noFill/>
                    <a:ln w="28575" algn="ctr">
                      <a:solidFill>
                        <a:srgbClr val="004F59"/>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400" b="1" i="1" u="none" strike="noStrike" kern="1200" cap="none" spc="0" normalizeH="0" baseline="0" noProof="0" dirty="0">
                        <a:ln>
                          <a:noFill/>
                        </a:ln>
                        <a:solidFill>
                          <a:prstClr val="white"/>
                        </a:solidFill>
                        <a:effectLst/>
                        <a:uLnTx/>
                        <a:uFillTx/>
                        <a:ea typeface="+mn-ea"/>
                        <a:cs typeface="+mn-cs"/>
                      </a:endParaRPr>
                    </a:p>
                  </p:txBody>
                </p:sp>
              </p:grpSp>
              <p:grpSp>
                <p:nvGrpSpPr>
                  <p:cNvPr id="89" name="Group 88">
                    <a:extLst>
                      <a:ext uri="{FF2B5EF4-FFF2-40B4-BE49-F238E27FC236}">
                        <a16:creationId xmlns:a16="http://schemas.microsoft.com/office/drawing/2014/main" id="{FD94465C-ABB5-1527-4095-8054F36BED36}"/>
                      </a:ext>
                    </a:extLst>
                  </p:cNvPr>
                  <p:cNvGrpSpPr/>
                  <p:nvPr/>
                </p:nvGrpSpPr>
                <p:grpSpPr>
                  <a:xfrm>
                    <a:off x="4663441" y="690417"/>
                    <a:ext cx="1789366" cy="2010173"/>
                    <a:chOff x="4663441" y="690417"/>
                    <a:chExt cx="1789366" cy="2010173"/>
                  </a:xfrm>
                </p:grpSpPr>
                <p:sp>
                  <p:nvSpPr>
                    <p:cNvPr id="98" name="Freeform 261">
                      <a:extLst>
                        <a:ext uri="{FF2B5EF4-FFF2-40B4-BE49-F238E27FC236}">
                          <a16:creationId xmlns:a16="http://schemas.microsoft.com/office/drawing/2014/main" id="{E530CBA5-037F-50C0-1E89-A7A7AFF8FE01}"/>
                        </a:ext>
                      </a:extLst>
                    </p:cNvPr>
                    <p:cNvSpPr/>
                    <p:nvPr/>
                  </p:nvSpPr>
                  <p:spPr bwMode="gray">
                    <a:xfrm>
                      <a:off x="4663441" y="690417"/>
                      <a:ext cx="1672164" cy="2010173"/>
                    </a:xfrm>
                    <a:custGeom>
                      <a:avLst/>
                      <a:gdLst>
                        <a:gd name="connsiteX0" fmla="*/ 0 w 1780549"/>
                        <a:gd name="connsiteY0" fmla="*/ 0 h 2010173"/>
                        <a:gd name="connsiteX1" fmla="*/ 189035 w 1780549"/>
                        <a:gd name="connsiteY1" fmla="*/ 9546 h 2010173"/>
                        <a:gd name="connsiteX2" fmla="*/ 1653489 w 1780549"/>
                        <a:gd name="connsiteY2" fmla="*/ 621796 h 2010173"/>
                        <a:gd name="connsiteX3" fmla="*/ 1780549 w 1780549"/>
                        <a:gd name="connsiteY3" fmla="*/ 737277 h 2010173"/>
                        <a:gd name="connsiteX4" fmla="*/ 507653 w 1780549"/>
                        <a:gd name="connsiteY4" fmla="*/ 2010173 h 2010173"/>
                        <a:gd name="connsiteX5" fmla="*/ 438289 w 1780549"/>
                        <a:gd name="connsiteY5" fmla="*/ 1952943 h 2010173"/>
                        <a:gd name="connsiteX6" fmla="*/ 5431 w 1780549"/>
                        <a:gd name="connsiteY6" fmla="*/ 1796025 h 2010173"/>
                        <a:gd name="connsiteX7" fmla="*/ 0 w 1780549"/>
                        <a:gd name="connsiteY7" fmla="*/ 1795751 h 2010173"/>
                        <a:gd name="connsiteX8" fmla="*/ 0 w 1780549"/>
                        <a:gd name="connsiteY8" fmla="*/ 0 h 2010173"/>
                        <a:gd name="connsiteX0" fmla="*/ 1780549 w 1871989"/>
                        <a:gd name="connsiteY0" fmla="*/ 737277 h 2010173"/>
                        <a:gd name="connsiteX1" fmla="*/ 507653 w 1871989"/>
                        <a:gd name="connsiteY1" fmla="*/ 2010173 h 2010173"/>
                        <a:gd name="connsiteX2" fmla="*/ 438289 w 1871989"/>
                        <a:gd name="connsiteY2" fmla="*/ 1952943 h 2010173"/>
                        <a:gd name="connsiteX3" fmla="*/ 5431 w 1871989"/>
                        <a:gd name="connsiteY3" fmla="*/ 1796025 h 2010173"/>
                        <a:gd name="connsiteX4" fmla="*/ 0 w 1871989"/>
                        <a:gd name="connsiteY4" fmla="*/ 1795751 h 2010173"/>
                        <a:gd name="connsiteX5" fmla="*/ 0 w 1871989"/>
                        <a:gd name="connsiteY5" fmla="*/ 0 h 2010173"/>
                        <a:gd name="connsiteX6" fmla="*/ 189035 w 1871989"/>
                        <a:gd name="connsiteY6" fmla="*/ 9546 h 2010173"/>
                        <a:gd name="connsiteX7" fmla="*/ 1653489 w 1871989"/>
                        <a:gd name="connsiteY7" fmla="*/ 621796 h 2010173"/>
                        <a:gd name="connsiteX8" fmla="*/ 1871989 w 1871989"/>
                        <a:gd name="connsiteY8" fmla="*/ 828717 h 2010173"/>
                        <a:gd name="connsiteX0" fmla="*/ 1780549 w 1780549"/>
                        <a:gd name="connsiteY0" fmla="*/ 737277 h 2010173"/>
                        <a:gd name="connsiteX1" fmla="*/ 507653 w 1780549"/>
                        <a:gd name="connsiteY1" fmla="*/ 2010173 h 2010173"/>
                        <a:gd name="connsiteX2" fmla="*/ 438289 w 1780549"/>
                        <a:gd name="connsiteY2" fmla="*/ 1952943 h 2010173"/>
                        <a:gd name="connsiteX3" fmla="*/ 5431 w 1780549"/>
                        <a:gd name="connsiteY3" fmla="*/ 1796025 h 2010173"/>
                        <a:gd name="connsiteX4" fmla="*/ 0 w 1780549"/>
                        <a:gd name="connsiteY4" fmla="*/ 1795751 h 2010173"/>
                        <a:gd name="connsiteX5" fmla="*/ 0 w 1780549"/>
                        <a:gd name="connsiteY5" fmla="*/ 0 h 2010173"/>
                        <a:gd name="connsiteX6" fmla="*/ 189035 w 1780549"/>
                        <a:gd name="connsiteY6" fmla="*/ 9546 h 2010173"/>
                        <a:gd name="connsiteX7" fmla="*/ 1653489 w 1780549"/>
                        <a:gd name="connsiteY7" fmla="*/ 621796 h 2010173"/>
                        <a:gd name="connsiteX8" fmla="*/ 1652914 w 1780549"/>
                        <a:gd name="connsiteY8" fmla="*/ 622342 h 2010173"/>
                        <a:gd name="connsiteX0" fmla="*/ 1607511 w 1672164"/>
                        <a:gd name="connsiteY0" fmla="*/ 911902 h 2010173"/>
                        <a:gd name="connsiteX1" fmla="*/ 507653 w 1672164"/>
                        <a:gd name="connsiteY1" fmla="*/ 2010173 h 2010173"/>
                        <a:gd name="connsiteX2" fmla="*/ 438289 w 1672164"/>
                        <a:gd name="connsiteY2" fmla="*/ 1952943 h 2010173"/>
                        <a:gd name="connsiteX3" fmla="*/ 5431 w 1672164"/>
                        <a:gd name="connsiteY3" fmla="*/ 1796025 h 2010173"/>
                        <a:gd name="connsiteX4" fmla="*/ 0 w 1672164"/>
                        <a:gd name="connsiteY4" fmla="*/ 1795751 h 2010173"/>
                        <a:gd name="connsiteX5" fmla="*/ 0 w 1672164"/>
                        <a:gd name="connsiteY5" fmla="*/ 0 h 2010173"/>
                        <a:gd name="connsiteX6" fmla="*/ 189035 w 1672164"/>
                        <a:gd name="connsiteY6" fmla="*/ 9546 h 2010173"/>
                        <a:gd name="connsiteX7" fmla="*/ 1653489 w 1672164"/>
                        <a:gd name="connsiteY7" fmla="*/ 621796 h 2010173"/>
                        <a:gd name="connsiteX8" fmla="*/ 1652914 w 1672164"/>
                        <a:gd name="connsiteY8" fmla="*/ 622342 h 2010173"/>
                        <a:gd name="connsiteX0" fmla="*/ 1585286 w 1672164"/>
                        <a:gd name="connsiteY0" fmla="*/ 934127 h 2010173"/>
                        <a:gd name="connsiteX1" fmla="*/ 507653 w 1672164"/>
                        <a:gd name="connsiteY1" fmla="*/ 2010173 h 2010173"/>
                        <a:gd name="connsiteX2" fmla="*/ 438289 w 1672164"/>
                        <a:gd name="connsiteY2" fmla="*/ 1952943 h 2010173"/>
                        <a:gd name="connsiteX3" fmla="*/ 5431 w 1672164"/>
                        <a:gd name="connsiteY3" fmla="*/ 1796025 h 2010173"/>
                        <a:gd name="connsiteX4" fmla="*/ 0 w 1672164"/>
                        <a:gd name="connsiteY4" fmla="*/ 1795751 h 2010173"/>
                        <a:gd name="connsiteX5" fmla="*/ 0 w 1672164"/>
                        <a:gd name="connsiteY5" fmla="*/ 0 h 2010173"/>
                        <a:gd name="connsiteX6" fmla="*/ 189035 w 1672164"/>
                        <a:gd name="connsiteY6" fmla="*/ 9546 h 2010173"/>
                        <a:gd name="connsiteX7" fmla="*/ 1653489 w 1672164"/>
                        <a:gd name="connsiteY7" fmla="*/ 621796 h 2010173"/>
                        <a:gd name="connsiteX8" fmla="*/ 1652914 w 1672164"/>
                        <a:gd name="connsiteY8" fmla="*/ 622342 h 2010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72164" h="2010173">
                          <a:moveTo>
                            <a:pt x="1585286" y="934127"/>
                          </a:moveTo>
                          <a:lnTo>
                            <a:pt x="507653" y="2010173"/>
                          </a:lnTo>
                          <a:lnTo>
                            <a:pt x="438289" y="1952943"/>
                          </a:lnTo>
                          <a:cubicBezTo>
                            <a:pt x="312277" y="1867811"/>
                            <a:pt x="164684" y="1812198"/>
                            <a:pt x="5431" y="1796025"/>
                          </a:cubicBezTo>
                          <a:lnTo>
                            <a:pt x="0" y="1795751"/>
                          </a:lnTo>
                          <a:lnTo>
                            <a:pt x="0" y="0"/>
                          </a:lnTo>
                          <a:lnTo>
                            <a:pt x="189035" y="9546"/>
                          </a:lnTo>
                          <a:cubicBezTo>
                            <a:pt x="742346" y="65738"/>
                            <a:pt x="1247044" y="286368"/>
                            <a:pt x="1653489" y="621796"/>
                          </a:cubicBezTo>
                          <a:cubicBezTo>
                            <a:pt x="1695842" y="660290"/>
                            <a:pt x="1652914" y="622342"/>
                            <a:pt x="1652914" y="622342"/>
                          </a:cubicBezTo>
                        </a:path>
                      </a:pathLst>
                    </a:custGeom>
                    <a:noFill/>
                    <a:ln w="28575" algn="ctr">
                      <a:solidFill>
                        <a:schemeClr val="accent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400" b="1" i="1" u="none" strike="noStrike" kern="1200" cap="none" spc="0" normalizeH="0" baseline="0" noProof="0" dirty="0">
                        <a:ln>
                          <a:noFill/>
                        </a:ln>
                        <a:solidFill>
                          <a:prstClr val="white"/>
                        </a:solidFill>
                        <a:effectLst/>
                        <a:uLnTx/>
                        <a:uFillTx/>
                        <a:ea typeface="+mn-ea"/>
                        <a:cs typeface="+mn-cs"/>
                      </a:endParaRPr>
                    </a:p>
                  </p:txBody>
                </p:sp>
                <p:sp>
                  <p:nvSpPr>
                    <p:cNvPr id="99" name="Isosceles Triangle 98">
                      <a:extLst>
                        <a:ext uri="{FF2B5EF4-FFF2-40B4-BE49-F238E27FC236}">
                          <a16:creationId xmlns:a16="http://schemas.microsoft.com/office/drawing/2014/main" id="{B6419266-D1EA-5EFF-2E09-ADC7856A44E4}"/>
                        </a:ext>
                      </a:extLst>
                    </p:cNvPr>
                    <p:cNvSpPr/>
                    <p:nvPr/>
                  </p:nvSpPr>
                  <p:spPr bwMode="gray">
                    <a:xfrm rot="7855756">
                      <a:off x="6329363" y="1317625"/>
                      <a:ext cx="132588" cy="114300"/>
                    </a:xfrm>
                    <a:prstGeom prst="triangle">
                      <a:avLst/>
                    </a:prstGeom>
                    <a:noFill/>
                    <a:ln w="28575" algn="ctr">
                      <a:solidFill>
                        <a:schemeClr val="accent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400" b="1" i="1" u="none" strike="noStrike" kern="1200" cap="none" spc="0" normalizeH="0" baseline="0" noProof="0" dirty="0">
                        <a:ln>
                          <a:noFill/>
                        </a:ln>
                        <a:solidFill>
                          <a:prstClr val="white"/>
                        </a:solidFill>
                        <a:effectLst/>
                        <a:uLnTx/>
                        <a:uFillTx/>
                        <a:ea typeface="+mn-ea"/>
                        <a:cs typeface="+mn-cs"/>
                      </a:endParaRPr>
                    </a:p>
                  </p:txBody>
                </p:sp>
                <p:sp>
                  <p:nvSpPr>
                    <p:cNvPr id="100" name="Oval 99">
                      <a:extLst>
                        <a:ext uri="{FF2B5EF4-FFF2-40B4-BE49-F238E27FC236}">
                          <a16:creationId xmlns:a16="http://schemas.microsoft.com/office/drawing/2014/main" id="{7F204165-519E-38D9-6E9F-2C38E641DEA4}"/>
                        </a:ext>
                      </a:extLst>
                    </p:cNvPr>
                    <p:cNvSpPr/>
                    <p:nvPr/>
                  </p:nvSpPr>
                  <p:spPr bwMode="gray">
                    <a:xfrm>
                      <a:off x="6235103" y="1522413"/>
                      <a:ext cx="115888" cy="115888"/>
                    </a:xfrm>
                    <a:prstGeom prst="ellipse">
                      <a:avLst/>
                    </a:prstGeom>
                    <a:noFill/>
                    <a:ln w="28575" algn="ctr">
                      <a:solidFill>
                        <a:schemeClr val="accent1"/>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400" b="1" i="1" u="none" strike="noStrike" kern="1200" cap="none" spc="0" normalizeH="0" baseline="0" noProof="0" dirty="0">
                        <a:ln>
                          <a:noFill/>
                        </a:ln>
                        <a:solidFill>
                          <a:prstClr val="white"/>
                        </a:solidFill>
                        <a:effectLst/>
                        <a:uLnTx/>
                        <a:uFillTx/>
                        <a:ea typeface="+mn-ea"/>
                        <a:cs typeface="+mn-cs"/>
                      </a:endParaRPr>
                    </a:p>
                  </p:txBody>
                </p:sp>
              </p:grpSp>
              <p:grpSp>
                <p:nvGrpSpPr>
                  <p:cNvPr id="90" name="Group 89">
                    <a:extLst>
                      <a:ext uri="{FF2B5EF4-FFF2-40B4-BE49-F238E27FC236}">
                        <a16:creationId xmlns:a16="http://schemas.microsoft.com/office/drawing/2014/main" id="{E69CF048-47BF-A324-AD6C-03584805CCE1}"/>
                      </a:ext>
                    </a:extLst>
                  </p:cNvPr>
                  <p:cNvGrpSpPr/>
                  <p:nvPr/>
                </p:nvGrpSpPr>
                <p:grpSpPr>
                  <a:xfrm rot="5400000">
                    <a:off x="5415430" y="3420975"/>
                    <a:ext cx="1789366" cy="2010173"/>
                    <a:chOff x="4663441" y="690417"/>
                    <a:chExt cx="1789366" cy="2010173"/>
                  </a:xfrm>
                </p:grpSpPr>
                <p:sp>
                  <p:nvSpPr>
                    <p:cNvPr id="95" name="Freeform 258">
                      <a:extLst>
                        <a:ext uri="{FF2B5EF4-FFF2-40B4-BE49-F238E27FC236}">
                          <a16:creationId xmlns:a16="http://schemas.microsoft.com/office/drawing/2014/main" id="{ED93FFFD-A58F-511E-21D8-F151A340A849}"/>
                        </a:ext>
                      </a:extLst>
                    </p:cNvPr>
                    <p:cNvSpPr/>
                    <p:nvPr/>
                  </p:nvSpPr>
                  <p:spPr bwMode="gray">
                    <a:xfrm>
                      <a:off x="4663441" y="690417"/>
                      <a:ext cx="1672164" cy="2010173"/>
                    </a:xfrm>
                    <a:custGeom>
                      <a:avLst/>
                      <a:gdLst>
                        <a:gd name="connsiteX0" fmla="*/ 0 w 1780549"/>
                        <a:gd name="connsiteY0" fmla="*/ 0 h 2010173"/>
                        <a:gd name="connsiteX1" fmla="*/ 189035 w 1780549"/>
                        <a:gd name="connsiteY1" fmla="*/ 9546 h 2010173"/>
                        <a:gd name="connsiteX2" fmla="*/ 1653489 w 1780549"/>
                        <a:gd name="connsiteY2" fmla="*/ 621796 h 2010173"/>
                        <a:gd name="connsiteX3" fmla="*/ 1780549 w 1780549"/>
                        <a:gd name="connsiteY3" fmla="*/ 737277 h 2010173"/>
                        <a:gd name="connsiteX4" fmla="*/ 507653 w 1780549"/>
                        <a:gd name="connsiteY4" fmla="*/ 2010173 h 2010173"/>
                        <a:gd name="connsiteX5" fmla="*/ 438289 w 1780549"/>
                        <a:gd name="connsiteY5" fmla="*/ 1952943 h 2010173"/>
                        <a:gd name="connsiteX6" fmla="*/ 5431 w 1780549"/>
                        <a:gd name="connsiteY6" fmla="*/ 1796025 h 2010173"/>
                        <a:gd name="connsiteX7" fmla="*/ 0 w 1780549"/>
                        <a:gd name="connsiteY7" fmla="*/ 1795751 h 2010173"/>
                        <a:gd name="connsiteX8" fmla="*/ 0 w 1780549"/>
                        <a:gd name="connsiteY8" fmla="*/ 0 h 2010173"/>
                        <a:gd name="connsiteX0" fmla="*/ 1780549 w 1871989"/>
                        <a:gd name="connsiteY0" fmla="*/ 737277 h 2010173"/>
                        <a:gd name="connsiteX1" fmla="*/ 507653 w 1871989"/>
                        <a:gd name="connsiteY1" fmla="*/ 2010173 h 2010173"/>
                        <a:gd name="connsiteX2" fmla="*/ 438289 w 1871989"/>
                        <a:gd name="connsiteY2" fmla="*/ 1952943 h 2010173"/>
                        <a:gd name="connsiteX3" fmla="*/ 5431 w 1871989"/>
                        <a:gd name="connsiteY3" fmla="*/ 1796025 h 2010173"/>
                        <a:gd name="connsiteX4" fmla="*/ 0 w 1871989"/>
                        <a:gd name="connsiteY4" fmla="*/ 1795751 h 2010173"/>
                        <a:gd name="connsiteX5" fmla="*/ 0 w 1871989"/>
                        <a:gd name="connsiteY5" fmla="*/ 0 h 2010173"/>
                        <a:gd name="connsiteX6" fmla="*/ 189035 w 1871989"/>
                        <a:gd name="connsiteY6" fmla="*/ 9546 h 2010173"/>
                        <a:gd name="connsiteX7" fmla="*/ 1653489 w 1871989"/>
                        <a:gd name="connsiteY7" fmla="*/ 621796 h 2010173"/>
                        <a:gd name="connsiteX8" fmla="*/ 1871989 w 1871989"/>
                        <a:gd name="connsiteY8" fmla="*/ 828717 h 2010173"/>
                        <a:gd name="connsiteX0" fmla="*/ 1780549 w 1780549"/>
                        <a:gd name="connsiteY0" fmla="*/ 737277 h 2010173"/>
                        <a:gd name="connsiteX1" fmla="*/ 507653 w 1780549"/>
                        <a:gd name="connsiteY1" fmla="*/ 2010173 h 2010173"/>
                        <a:gd name="connsiteX2" fmla="*/ 438289 w 1780549"/>
                        <a:gd name="connsiteY2" fmla="*/ 1952943 h 2010173"/>
                        <a:gd name="connsiteX3" fmla="*/ 5431 w 1780549"/>
                        <a:gd name="connsiteY3" fmla="*/ 1796025 h 2010173"/>
                        <a:gd name="connsiteX4" fmla="*/ 0 w 1780549"/>
                        <a:gd name="connsiteY4" fmla="*/ 1795751 h 2010173"/>
                        <a:gd name="connsiteX5" fmla="*/ 0 w 1780549"/>
                        <a:gd name="connsiteY5" fmla="*/ 0 h 2010173"/>
                        <a:gd name="connsiteX6" fmla="*/ 189035 w 1780549"/>
                        <a:gd name="connsiteY6" fmla="*/ 9546 h 2010173"/>
                        <a:gd name="connsiteX7" fmla="*/ 1653489 w 1780549"/>
                        <a:gd name="connsiteY7" fmla="*/ 621796 h 2010173"/>
                        <a:gd name="connsiteX8" fmla="*/ 1652914 w 1780549"/>
                        <a:gd name="connsiteY8" fmla="*/ 622342 h 2010173"/>
                        <a:gd name="connsiteX0" fmla="*/ 1607511 w 1672164"/>
                        <a:gd name="connsiteY0" fmla="*/ 911902 h 2010173"/>
                        <a:gd name="connsiteX1" fmla="*/ 507653 w 1672164"/>
                        <a:gd name="connsiteY1" fmla="*/ 2010173 h 2010173"/>
                        <a:gd name="connsiteX2" fmla="*/ 438289 w 1672164"/>
                        <a:gd name="connsiteY2" fmla="*/ 1952943 h 2010173"/>
                        <a:gd name="connsiteX3" fmla="*/ 5431 w 1672164"/>
                        <a:gd name="connsiteY3" fmla="*/ 1796025 h 2010173"/>
                        <a:gd name="connsiteX4" fmla="*/ 0 w 1672164"/>
                        <a:gd name="connsiteY4" fmla="*/ 1795751 h 2010173"/>
                        <a:gd name="connsiteX5" fmla="*/ 0 w 1672164"/>
                        <a:gd name="connsiteY5" fmla="*/ 0 h 2010173"/>
                        <a:gd name="connsiteX6" fmla="*/ 189035 w 1672164"/>
                        <a:gd name="connsiteY6" fmla="*/ 9546 h 2010173"/>
                        <a:gd name="connsiteX7" fmla="*/ 1653489 w 1672164"/>
                        <a:gd name="connsiteY7" fmla="*/ 621796 h 2010173"/>
                        <a:gd name="connsiteX8" fmla="*/ 1652914 w 1672164"/>
                        <a:gd name="connsiteY8" fmla="*/ 622342 h 2010173"/>
                        <a:gd name="connsiteX0" fmla="*/ 1585286 w 1672164"/>
                        <a:gd name="connsiteY0" fmla="*/ 934127 h 2010173"/>
                        <a:gd name="connsiteX1" fmla="*/ 507653 w 1672164"/>
                        <a:gd name="connsiteY1" fmla="*/ 2010173 h 2010173"/>
                        <a:gd name="connsiteX2" fmla="*/ 438289 w 1672164"/>
                        <a:gd name="connsiteY2" fmla="*/ 1952943 h 2010173"/>
                        <a:gd name="connsiteX3" fmla="*/ 5431 w 1672164"/>
                        <a:gd name="connsiteY3" fmla="*/ 1796025 h 2010173"/>
                        <a:gd name="connsiteX4" fmla="*/ 0 w 1672164"/>
                        <a:gd name="connsiteY4" fmla="*/ 1795751 h 2010173"/>
                        <a:gd name="connsiteX5" fmla="*/ 0 w 1672164"/>
                        <a:gd name="connsiteY5" fmla="*/ 0 h 2010173"/>
                        <a:gd name="connsiteX6" fmla="*/ 189035 w 1672164"/>
                        <a:gd name="connsiteY6" fmla="*/ 9546 h 2010173"/>
                        <a:gd name="connsiteX7" fmla="*/ 1653489 w 1672164"/>
                        <a:gd name="connsiteY7" fmla="*/ 621796 h 2010173"/>
                        <a:gd name="connsiteX8" fmla="*/ 1652914 w 1672164"/>
                        <a:gd name="connsiteY8" fmla="*/ 622342 h 2010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72164" h="2010173">
                          <a:moveTo>
                            <a:pt x="1585286" y="934127"/>
                          </a:moveTo>
                          <a:lnTo>
                            <a:pt x="507653" y="2010173"/>
                          </a:lnTo>
                          <a:lnTo>
                            <a:pt x="438289" y="1952943"/>
                          </a:lnTo>
                          <a:cubicBezTo>
                            <a:pt x="312277" y="1867811"/>
                            <a:pt x="164684" y="1812198"/>
                            <a:pt x="5431" y="1796025"/>
                          </a:cubicBezTo>
                          <a:lnTo>
                            <a:pt x="0" y="1795751"/>
                          </a:lnTo>
                          <a:lnTo>
                            <a:pt x="0" y="0"/>
                          </a:lnTo>
                          <a:lnTo>
                            <a:pt x="189035" y="9546"/>
                          </a:lnTo>
                          <a:cubicBezTo>
                            <a:pt x="742346" y="65738"/>
                            <a:pt x="1247044" y="286368"/>
                            <a:pt x="1653489" y="621796"/>
                          </a:cubicBezTo>
                          <a:cubicBezTo>
                            <a:pt x="1695842" y="660290"/>
                            <a:pt x="1652914" y="622342"/>
                            <a:pt x="1652914" y="622342"/>
                          </a:cubicBezTo>
                        </a:path>
                      </a:pathLst>
                    </a:custGeom>
                    <a:noFill/>
                    <a:ln w="28575" algn="ctr">
                      <a:solidFill>
                        <a:srgbClr val="046A38"/>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400" b="1" i="1" u="none" strike="noStrike" kern="1200" cap="none" spc="0" normalizeH="0" baseline="0" noProof="0" dirty="0">
                        <a:ln>
                          <a:noFill/>
                        </a:ln>
                        <a:solidFill>
                          <a:prstClr val="white"/>
                        </a:solidFill>
                        <a:effectLst/>
                        <a:uLnTx/>
                        <a:uFillTx/>
                        <a:ea typeface="+mn-ea"/>
                        <a:cs typeface="+mn-cs"/>
                      </a:endParaRPr>
                    </a:p>
                  </p:txBody>
                </p:sp>
                <p:sp>
                  <p:nvSpPr>
                    <p:cNvPr id="96" name="Isosceles Triangle 95">
                      <a:extLst>
                        <a:ext uri="{FF2B5EF4-FFF2-40B4-BE49-F238E27FC236}">
                          <a16:creationId xmlns:a16="http://schemas.microsoft.com/office/drawing/2014/main" id="{F40C4078-EB52-525D-F009-D5227AD426F7}"/>
                        </a:ext>
                      </a:extLst>
                    </p:cNvPr>
                    <p:cNvSpPr/>
                    <p:nvPr/>
                  </p:nvSpPr>
                  <p:spPr bwMode="gray">
                    <a:xfrm rot="7855756">
                      <a:off x="6329363" y="1317625"/>
                      <a:ext cx="132588" cy="114300"/>
                    </a:xfrm>
                    <a:prstGeom prst="triangle">
                      <a:avLst/>
                    </a:prstGeom>
                    <a:noFill/>
                    <a:ln w="28575" algn="ctr">
                      <a:solidFill>
                        <a:srgbClr val="046A38"/>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400" b="1" i="1" u="none" strike="noStrike" kern="1200" cap="none" spc="0" normalizeH="0" baseline="0" noProof="0" dirty="0">
                        <a:ln>
                          <a:noFill/>
                        </a:ln>
                        <a:solidFill>
                          <a:prstClr val="white"/>
                        </a:solidFill>
                        <a:effectLst/>
                        <a:uLnTx/>
                        <a:uFillTx/>
                        <a:ea typeface="+mn-ea"/>
                        <a:cs typeface="+mn-cs"/>
                      </a:endParaRPr>
                    </a:p>
                  </p:txBody>
                </p:sp>
                <p:sp>
                  <p:nvSpPr>
                    <p:cNvPr id="97" name="Oval 96">
                      <a:extLst>
                        <a:ext uri="{FF2B5EF4-FFF2-40B4-BE49-F238E27FC236}">
                          <a16:creationId xmlns:a16="http://schemas.microsoft.com/office/drawing/2014/main" id="{F4F7BDE6-7CDD-DC57-952D-4ECFA58B0EA2}"/>
                        </a:ext>
                      </a:extLst>
                    </p:cNvPr>
                    <p:cNvSpPr/>
                    <p:nvPr/>
                  </p:nvSpPr>
                  <p:spPr bwMode="gray">
                    <a:xfrm>
                      <a:off x="6235103" y="1522413"/>
                      <a:ext cx="115888" cy="115888"/>
                    </a:xfrm>
                    <a:prstGeom prst="ellipse">
                      <a:avLst/>
                    </a:prstGeom>
                    <a:noFill/>
                    <a:ln w="28575" algn="ctr">
                      <a:solidFill>
                        <a:srgbClr val="046A38"/>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400" b="1" i="1" u="none" strike="noStrike" kern="1200" cap="none" spc="0" normalizeH="0" baseline="0" noProof="0" dirty="0">
                        <a:ln>
                          <a:noFill/>
                        </a:ln>
                        <a:solidFill>
                          <a:prstClr val="white"/>
                        </a:solidFill>
                        <a:effectLst/>
                        <a:uLnTx/>
                        <a:uFillTx/>
                        <a:ea typeface="+mn-ea"/>
                        <a:cs typeface="+mn-cs"/>
                      </a:endParaRPr>
                    </a:p>
                  </p:txBody>
                </p:sp>
              </p:grpSp>
              <p:grpSp>
                <p:nvGrpSpPr>
                  <p:cNvPr id="91" name="Group 90">
                    <a:extLst>
                      <a:ext uri="{FF2B5EF4-FFF2-40B4-BE49-F238E27FC236}">
                        <a16:creationId xmlns:a16="http://schemas.microsoft.com/office/drawing/2014/main" id="{D581F725-8EFF-FA49-2D9C-D5B5F40464DC}"/>
                      </a:ext>
                    </a:extLst>
                  </p:cNvPr>
                  <p:cNvGrpSpPr/>
                  <p:nvPr/>
                </p:nvGrpSpPr>
                <p:grpSpPr>
                  <a:xfrm rot="8100000">
                    <a:off x="4200876" y="4361448"/>
                    <a:ext cx="1789366" cy="2010173"/>
                    <a:chOff x="4663441" y="690417"/>
                    <a:chExt cx="1789366" cy="2010173"/>
                  </a:xfrm>
                </p:grpSpPr>
                <p:sp>
                  <p:nvSpPr>
                    <p:cNvPr id="92" name="Freeform 255">
                      <a:extLst>
                        <a:ext uri="{FF2B5EF4-FFF2-40B4-BE49-F238E27FC236}">
                          <a16:creationId xmlns:a16="http://schemas.microsoft.com/office/drawing/2014/main" id="{A736AC6C-4A90-785A-62F5-CCBDB78B9641}"/>
                        </a:ext>
                      </a:extLst>
                    </p:cNvPr>
                    <p:cNvSpPr/>
                    <p:nvPr/>
                  </p:nvSpPr>
                  <p:spPr bwMode="gray">
                    <a:xfrm>
                      <a:off x="4663441" y="690417"/>
                      <a:ext cx="1672164" cy="2010173"/>
                    </a:xfrm>
                    <a:custGeom>
                      <a:avLst/>
                      <a:gdLst>
                        <a:gd name="connsiteX0" fmla="*/ 0 w 1780549"/>
                        <a:gd name="connsiteY0" fmla="*/ 0 h 2010173"/>
                        <a:gd name="connsiteX1" fmla="*/ 189035 w 1780549"/>
                        <a:gd name="connsiteY1" fmla="*/ 9546 h 2010173"/>
                        <a:gd name="connsiteX2" fmla="*/ 1653489 w 1780549"/>
                        <a:gd name="connsiteY2" fmla="*/ 621796 h 2010173"/>
                        <a:gd name="connsiteX3" fmla="*/ 1780549 w 1780549"/>
                        <a:gd name="connsiteY3" fmla="*/ 737277 h 2010173"/>
                        <a:gd name="connsiteX4" fmla="*/ 507653 w 1780549"/>
                        <a:gd name="connsiteY4" fmla="*/ 2010173 h 2010173"/>
                        <a:gd name="connsiteX5" fmla="*/ 438289 w 1780549"/>
                        <a:gd name="connsiteY5" fmla="*/ 1952943 h 2010173"/>
                        <a:gd name="connsiteX6" fmla="*/ 5431 w 1780549"/>
                        <a:gd name="connsiteY6" fmla="*/ 1796025 h 2010173"/>
                        <a:gd name="connsiteX7" fmla="*/ 0 w 1780549"/>
                        <a:gd name="connsiteY7" fmla="*/ 1795751 h 2010173"/>
                        <a:gd name="connsiteX8" fmla="*/ 0 w 1780549"/>
                        <a:gd name="connsiteY8" fmla="*/ 0 h 2010173"/>
                        <a:gd name="connsiteX0" fmla="*/ 1780549 w 1871989"/>
                        <a:gd name="connsiteY0" fmla="*/ 737277 h 2010173"/>
                        <a:gd name="connsiteX1" fmla="*/ 507653 w 1871989"/>
                        <a:gd name="connsiteY1" fmla="*/ 2010173 h 2010173"/>
                        <a:gd name="connsiteX2" fmla="*/ 438289 w 1871989"/>
                        <a:gd name="connsiteY2" fmla="*/ 1952943 h 2010173"/>
                        <a:gd name="connsiteX3" fmla="*/ 5431 w 1871989"/>
                        <a:gd name="connsiteY3" fmla="*/ 1796025 h 2010173"/>
                        <a:gd name="connsiteX4" fmla="*/ 0 w 1871989"/>
                        <a:gd name="connsiteY4" fmla="*/ 1795751 h 2010173"/>
                        <a:gd name="connsiteX5" fmla="*/ 0 w 1871989"/>
                        <a:gd name="connsiteY5" fmla="*/ 0 h 2010173"/>
                        <a:gd name="connsiteX6" fmla="*/ 189035 w 1871989"/>
                        <a:gd name="connsiteY6" fmla="*/ 9546 h 2010173"/>
                        <a:gd name="connsiteX7" fmla="*/ 1653489 w 1871989"/>
                        <a:gd name="connsiteY7" fmla="*/ 621796 h 2010173"/>
                        <a:gd name="connsiteX8" fmla="*/ 1871989 w 1871989"/>
                        <a:gd name="connsiteY8" fmla="*/ 828717 h 2010173"/>
                        <a:gd name="connsiteX0" fmla="*/ 1780549 w 1780549"/>
                        <a:gd name="connsiteY0" fmla="*/ 737277 h 2010173"/>
                        <a:gd name="connsiteX1" fmla="*/ 507653 w 1780549"/>
                        <a:gd name="connsiteY1" fmla="*/ 2010173 h 2010173"/>
                        <a:gd name="connsiteX2" fmla="*/ 438289 w 1780549"/>
                        <a:gd name="connsiteY2" fmla="*/ 1952943 h 2010173"/>
                        <a:gd name="connsiteX3" fmla="*/ 5431 w 1780549"/>
                        <a:gd name="connsiteY3" fmla="*/ 1796025 h 2010173"/>
                        <a:gd name="connsiteX4" fmla="*/ 0 w 1780549"/>
                        <a:gd name="connsiteY4" fmla="*/ 1795751 h 2010173"/>
                        <a:gd name="connsiteX5" fmla="*/ 0 w 1780549"/>
                        <a:gd name="connsiteY5" fmla="*/ 0 h 2010173"/>
                        <a:gd name="connsiteX6" fmla="*/ 189035 w 1780549"/>
                        <a:gd name="connsiteY6" fmla="*/ 9546 h 2010173"/>
                        <a:gd name="connsiteX7" fmla="*/ 1653489 w 1780549"/>
                        <a:gd name="connsiteY7" fmla="*/ 621796 h 2010173"/>
                        <a:gd name="connsiteX8" fmla="*/ 1652914 w 1780549"/>
                        <a:gd name="connsiteY8" fmla="*/ 622342 h 2010173"/>
                        <a:gd name="connsiteX0" fmla="*/ 1607511 w 1672164"/>
                        <a:gd name="connsiteY0" fmla="*/ 911902 h 2010173"/>
                        <a:gd name="connsiteX1" fmla="*/ 507653 w 1672164"/>
                        <a:gd name="connsiteY1" fmla="*/ 2010173 h 2010173"/>
                        <a:gd name="connsiteX2" fmla="*/ 438289 w 1672164"/>
                        <a:gd name="connsiteY2" fmla="*/ 1952943 h 2010173"/>
                        <a:gd name="connsiteX3" fmla="*/ 5431 w 1672164"/>
                        <a:gd name="connsiteY3" fmla="*/ 1796025 h 2010173"/>
                        <a:gd name="connsiteX4" fmla="*/ 0 w 1672164"/>
                        <a:gd name="connsiteY4" fmla="*/ 1795751 h 2010173"/>
                        <a:gd name="connsiteX5" fmla="*/ 0 w 1672164"/>
                        <a:gd name="connsiteY5" fmla="*/ 0 h 2010173"/>
                        <a:gd name="connsiteX6" fmla="*/ 189035 w 1672164"/>
                        <a:gd name="connsiteY6" fmla="*/ 9546 h 2010173"/>
                        <a:gd name="connsiteX7" fmla="*/ 1653489 w 1672164"/>
                        <a:gd name="connsiteY7" fmla="*/ 621796 h 2010173"/>
                        <a:gd name="connsiteX8" fmla="*/ 1652914 w 1672164"/>
                        <a:gd name="connsiteY8" fmla="*/ 622342 h 2010173"/>
                        <a:gd name="connsiteX0" fmla="*/ 1585286 w 1672164"/>
                        <a:gd name="connsiteY0" fmla="*/ 934127 h 2010173"/>
                        <a:gd name="connsiteX1" fmla="*/ 507653 w 1672164"/>
                        <a:gd name="connsiteY1" fmla="*/ 2010173 h 2010173"/>
                        <a:gd name="connsiteX2" fmla="*/ 438289 w 1672164"/>
                        <a:gd name="connsiteY2" fmla="*/ 1952943 h 2010173"/>
                        <a:gd name="connsiteX3" fmla="*/ 5431 w 1672164"/>
                        <a:gd name="connsiteY3" fmla="*/ 1796025 h 2010173"/>
                        <a:gd name="connsiteX4" fmla="*/ 0 w 1672164"/>
                        <a:gd name="connsiteY4" fmla="*/ 1795751 h 2010173"/>
                        <a:gd name="connsiteX5" fmla="*/ 0 w 1672164"/>
                        <a:gd name="connsiteY5" fmla="*/ 0 h 2010173"/>
                        <a:gd name="connsiteX6" fmla="*/ 189035 w 1672164"/>
                        <a:gd name="connsiteY6" fmla="*/ 9546 h 2010173"/>
                        <a:gd name="connsiteX7" fmla="*/ 1653489 w 1672164"/>
                        <a:gd name="connsiteY7" fmla="*/ 621796 h 2010173"/>
                        <a:gd name="connsiteX8" fmla="*/ 1652914 w 1672164"/>
                        <a:gd name="connsiteY8" fmla="*/ 622342 h 2010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72164" h="2010173">
                          <a:moveTo>
                            <a:pt x="1585286" y="934127"/>
                          </a:moveTo>
                          <a:lnTo>
                            <a:pt x="507653" y="2010173"/>
                          </a:lnTo>
                          <a:lnTo>
                            <a:pt x="438289" y="1952943"/>
                          </a:lnTo>
                          <a:cubicBezTo>
                            <a:pt x="312277" y="1867811"/>
                            <a:pt x="164684" y="1812198"/>
                            <a:pt x="5431" y="1796025"/>
                          </a:cubicBezTo>
                          <a:lnTo>
                            <a:pt x="0" y="1795751"/>
                          </a:lnTo>
                          <a:lnTo>
                            <a:pt x="0" y="0"/>
                          </a:lnTo>
                          <a:lnTo>
                            <a:pt x="189035" y="9546"/>
                          </a:lnTo>
                          <a:cubicBezTo>
                            <a:pt x="742346" y="65738"/>
                            <a:pt x="1247044" y="286368"/>
                            <a:pt x="1653489" y="621796"/>
                          </a:cubicBezTo>
                          <a:cubicBezTo>
                            <a:pt x="1695842" y="660290"/>
                            <a:pt x="1652914" y="622342"/>
                            <a:pt x="1652914" y="622342"/>
                          </a:cubicBezTo>
                        </a:path>
                      </a:pathLst>
                    </a:custGeom>
                    <a:noFill/>
                    <a:ln w="28575" algn="ctr">
                      <a:solidFill>
                        <a:schemeClr val="accent5"/>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400" b="1" i="1" u="none" strike="noStrike" kern="1200" cap="none" spc="0" normalizeH="0" baseline="0" noProof="0" dirty="0">
                        <a:ln>
                          <a:noFill/>
                        </a:ln>
                        <a:solidFill>
                          <a:prstClr val="white"/>
                        </a:solidFill>
                        <a:effectLst/>
                        <a:uLnTx/>
                        <a:uFillTx/>
                        <a:ea typeface="+mn-ea"/>
                        <a:cs typeface="+mn-cs"/>
                      </a:endParaRPr>
                    </a:p>
                  </p:txBody>
                </p:sp>
                <p:sp>
                  <p:nvSpPr>
                    <p:cNvPr id="93" name="Isosceles Triangle 92">
                      <a:extLst>
                        <a:ext uri="{FF2B5EF4-FFF2-40B4-BE49-F238E27FC236}">
                          <a16:creationId xmlns:a16="http://schemas.microsoft.com/office/drawing/2014/main" id="{4926E113-F0A9-0CE6-9994-2EF2E9758060}"/>
                        </a:ext>
                      </a:extLst>
                    </p:cNvPr>
                    <p:cNvSpPr/>
                    <p:nvPr/>
                  </p:nvSpPr>
                  <p:spPr bwMode="gray">
                    <a:xfrm rot="7855756">
                      <a:off x="6329363" y="1317625"/>
                      <a:ext cx="132588" cy="114300"/>
                    </a:xfrm>
                    <a:prstGeom prst="triangle">
                      <a:avLst/>
                    </a:prstGeom>
                    <a:noFill/>
                    <a:ln w="28575" algn="ctr">
                      <a:solidFill>
                        <a:schemeClr val="accent5"/>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400" b="1" i="1" u="none" strike="noStrike" kern="1200" cap="none" spc="0" normalizeH="0" baseline="0" noProof="0" dirty="0">
                        <a:ln>
                          <a:noFill/>
                        </a:ln>
                        <a:solidFill>
                          <a:prstClr val="white"/>
                        </a:solidFill>
                        <a:effectLst/>
                        <a:uLnTx/>
                        <a:uFillTx/>
                        <a:ea typeface="+mn-ea"/>
                        <a:cs typeface="+mn-cs"/>
                      </a:endParaRPr>
                    </a:p>
                  </p:txBody>
                </p:sp>
                <p:sp>
                  <p:nvSpPr>
                    <p:cNvPr id="94" name="Oval 93">
                      <a:extLst>
                        <a:ext uri="{FF2B5EF4-FFF2-40B4-BE49-F238E27FC236}">
                          <a16:creationId xmlns:a16="http://schemas.microsoft.com/office/drawing/2014/main" id="{30FC90E2-122C-F99C-E545-ACF79B420FA3}"/>
                        </a:ext>
                      </a:extLst>
                    </p:cNvPr>
                    <p:cNvSpPr/>
                    <p:nvPr/>
                  </p:nvSpPr>
                  <p:spPr bwMode="gray">
                    <a:xfrm>
                      <a:off x="6235103" y="1522413"/>
                      <a:ext cx="115888" cy="115888"/>
                    </a:xfrm>
                    <a:prstGeom prst="ellipse">
                      <a:avLst/>
                    </a:prstGeom>
                    <a:noFill/>
                    <a:ln w="28575" algn="ctr">
                      <a:solidFill>
                        <a:schemeClr val="accent5"/>
                      </a:solidFill>
                      <a:miter lim="800000"/>
                      <a:headEnd/>
                      <a:tailEnd/>
                    </a:ln>
                  </p:spPr>
                  <p:txBody>
                    <a:bodyPr wrap="square" lIns="88900" tIns="88900" rIns="88900" bIns="88900" rtlCol="0" anchor="ctr"/>
                    <a:lstStyle/>
                    <a:p>
                      <a:pPr marL="0" marR="0" lvl="0" indent="0" algn="ctr" defTabSz="914400" rtl="0" eaLnBrk="1" fontAlgn="auto" latinLnBrk="0" hangingPunct="1">
                        <a:lnSpc>
                          <a:spcPct val="106000"/>
                        </a:lnSpc>
                        <a:spcBef>
                          <a:spcPts val="0"/>
                        </a:spcBef>
                        <a:spcAft>
                          <a:spcPts val="0"/>
                        </a:spcAft>
                        <a:buClrTx/>
                        <a:buSzTx/>
                        <a:buFont typeface="Wingdings 2" pitchFamily="18" charset="2"/>
                        <a:buNone/>
                        <a:tabLst/>
                        <a:defRPr/>
                      </a:pPr>
                      <a:endParaRPr kumimoji="0" lang="en-US" sz="1400" b="1" i="1" u="none" strike="noStrike" kern="1200" cap="none" spc="0" normalizeH="0" baseline="0" noProof="0" dirty="0">
                        <a:ln>
                          <a:noFill/>
                        </a:ln>
                        <a:solidFill>
                          <a:prstClr val="white"/>
                        </a:solidFill>
                        <a:effectLst/>
                        <a:uLnTx/>
                        <a:uFillTx/>
                        <a:ea typeface="+mn-ea"/>
                        <a:cs typeface="+mn-cs"/>
                      </a:endParaRPr>
                    </a:p>
                  </p:txBody>
                </p:sp>
              </p:grpSp>
            </p:grpSp>
            <p:sp>
              <p:nvSpPr>
                <p:cNvPr id="87" name="Freeform 434">
                  <a:extLst>
                    <a:ext uri="{FF2B5EF4-FFF2-40B4-BE49-F238E27FC236}">
                      <a16:creationId xmlns:a16="http://schemas.microsoft.com/office/drawing/2014/main" id="{28FE9229-B13F-CEC9-0468-D34359DD8C52}"/>
                    </a:ext>
                  </a:extLst>
                </p:cNvPr>
                <p:cNvSpPr>
                  <a:spLocks noEditPoints="1"/>
                </p:cNvSpPr>
                <p:nvPr/>
              </p:nvSpPr>
              <p:spPr bwMode="auto">
                <a:xfrm>
                  <a:off x="5189463" y="1095945"/>
                  <a:ext cx="455860" cy="45720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00" b="0" i="1" u="none" strike="noStrike" kern="1200" cap="none" spc="0" normalizeH="0" baseline="0" noProof="0">
                    <a:ln>
                      <a:noFill/>
                    </a:ln>
                    <a:solidFill>
                      <a:prstClr val="black"/>
                    </a:solidFill>
                    <a:effectLst/>
                    <a:uLnTx/>
                    <a:uFillTx/>
                    <a:ea typeface="+mn-ea"/>
                    <a:cs typeface="+mn-cs"/>
                  </a:endParaRPr>
                </a:p>
              </p:txBody>
            </p:sp>
            <p:sp>
              <p:nvSpPr>
                <p:cNvPr id="30" name="Rectangle 29">
                  <a:extLst>
                    <a:ext uri="{FF2B5EF4-FFF2-40B4-BE49-F238E27FC236}">
                      <a16:creationId xmlns:a16="http://schemas.microsoft.com/office/drawing/2014/main" id="{B3CB6A2E-0822-D423-D376-A5B61BD12287}"/>
                    </a:ext>
                  </a:extLst>
                </p:cNvPr>
                <p:cNvSpPr/>
                <p:nvPr/>
              </p:nvSpPr>
              <p:spPr>
                <a:xfrm>
                  <a:off x="4579901" y="1723800"/>
                  <a:ext cx="1410734" cy="36560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u="none" strike="noStrike" kern="1200" cap="none" spc="0" normalizeH="0" baseline="0" noProof="0" dirty="0">
                      <a:ln>
                        <a:noFill/>
                      </a:ln>
                      <a:solidFill>
                        <a:srgbClr val="86BC25"/>
                      </a:solidFill>
                      <a:effectLst/>
                      <a:uLnTx/>
                      <a:uFillTx/>
                      <a:ea typeface="+mn-ea"/>
                      <a:cs typeface="+mn-cs"/>
                    </a:rPr>
                    <a:t>Module A</a:t>
                  </a:r>
                </a:p>
              </p:txBody>
            </p:sp>
            <p:sp>
              <p:nvSpPr>
                <p:cNvPr id="85" name="Freeform 362">
                  <a:extLst>
                    <a:ext uri="{FF2B5EF4-FFF2-40B4-BE49-F238E27FC236}">
                      <a16:creationId xmlns:a16="http://schemas.microsoft.com/office/drawing/2014/main" id="{7ABCAEF9-1DFB-9817-0F62-181C4636948A}"/>
                    </a:ext>
                  </a:extLst>
                </p:cNvPr>
                <p:cNvSpPr>
                  <a:spLocks noEditPoints="1"/>
                </p:cNvSpPr>
                <p:nvPr/>
              </p:nvSpPr>
              <p:spPr bwMode="auto">
                <a:xfrm>
                  <a:off x="6303550" y="2140684"/>
                  <a:ext cx="458544" cy="45720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rgbClr val="004F59"/>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00" b="0" i="1" u="none" strike="noStrike" kern="1200" cap="none" spc="0" normalizeH="0" baseline="0" noProof="0">
                    <a:ln>
                      <a:noFill/>
                    </a:ln>
                    <a:solidFill>
                      <a:prstClr val="black"/>
                    </a:solidFill>
                    <a:effectLst/>
                    <a:uLnTx/>
                    <a:uFillTx/>
                    <a:ea typeface="+mn-ea"/>
                    <a:cs typeface="+mn-cs"/>
                  </a:endParaRPr>
                </a:p>
              </p:txBody>
            </p:sp>
            <p:sp>
              <p:nvSpPr>
                <p:cNvPr id="78" name="Freeform 337">
                  <a:extLst>
                    <a:ext uri="{FF2B5EF4-FFF2-40B4-BE49-F238E27FC236}">
                      <a16:creationId xmlns:a16="http://schemas.microsoft.com/office/drawing/2014/main" id="{E480D4AF-5B4D-290B-F090-70B26BF39529}"/>
                    </a:ext>
                  </a:extLst>
                </p:cNvPr>
                <p:cNvSpPr>
                  <a:spLocks noEditPoints="1"/>
                </p:cNvSpPr>
                <p:nvPr/>
              </p:nvSpPr>
              <p:spPr bwMode="auto">
                <a:xfrm rot="60000">
                  <a:off x="6311663" y="3749685"/>
                  <a:ext cx="457200" cy="45720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rgbClr val="2C523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00" b="0" i="1" u="none" strike="noStrike" kern="1200" cap="none" spc="0" normalizeH="0" baseline="0" noProof="0">
                    <a:ln>
                      <a:noFill/>
                    </a:ln>
                    <a:solidFill>
                      <a:prstClr val="black"/>
                    </a:solidFill>
                    <a:effectLst/>
                    <a:uLnTx/>
                    <a:uFillTx/>
                    <a:ea typeface="+mn-ea"/>
                    <a:cs typeface="+mn-cs"/>
                  </a:endParaRPr>
                </a:p>
              </p:txBody>
            </p:sp>
            <p:sp>
              <p:nvSpPr>
                <p:cNvPr id="77" name="Freeform 922">
                  <a:extLst>
                    <a:ext uri="{FF2B5EF4-FFF2-40B4-BE49-F238E27FC236}">
                      <a16:creationId xmlns:a16="http://schemas.microsoft.com/office/drawing/2014/main" id="{7A8F0EDC-91C0-1097-59FA-1AF020B6972E}"/>
                    </a:ext>
                  </a:extLst>
                </p:cNvPr>
                <p:cNvSpPr>
                  <a:spLocks noEditPoints="1"/>
                </p:cNvSpPr>
                <p:nvPr/>
              </p:nvSpPr>
              <p:spPr bwMode="auto">
                <a:xfrm>
                  <a:off x="3490903" y="5367528"/>
                  <a:ext cx="457200" cy="45720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chemeClr val="accent1"/>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00" b="0" i="1" u="none" strike="noStrike" kern="1200" cap="none" spc="0" normalizeH="0" baseline="0" noProof="0">
                    <a:ln>
                      <a:noFill/>
                    </a:ln>
                    <a:solidFill>
                      <a:prstClr val="black"/>
                    </a:solidFill>
                    <a:effectLst/>
                    <a:uLnTx/>
                    <a:uFillTx/>
                    <a:ea typeface="+mn-ea"/>
                    <a:cs typeface="+mn-cs"/>
                  </a:endParaRPr>
                </a:p>
              </p:txBody>
            </p:sp>
            <p:sp>
              <p:nvSpPr>
                <p:cNvPr id="74" name="Freeform 319">
                  <a:extLst>
                    <a:ext uri="{FF2B5EF4-FFF2-40B4-BE49-F238E27FC236}">
                      <a16:creationId xmlns:a16="http://schemas.microsoft.com/office/drawing/2014/main" id="{6A403092-B428-4834-EA6B-A8BF84E7221D}"/>
                    </a:ext>
                  </a:extLst>
                </p:cNvPr>
                <p:cNvSpPr>
                  <a:spLocks noEditPoints="1"/>
                </p:cNvSpPr>
                <p:nvPr/>
              </p:nvSpPr>
              <p:spPr bwMode="auto">
                <a:xfrm>
                  <a:off x="2378874" y="2142533"/>
                  <a:ext cx="457200" cy="45720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rgbClr val="2C5234"/>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00" b="0" i="1" u="none" strike="noStrike" kern="1200" cap="none" spc="0" normalizeH="0" baseline="0" noProof="0">
                    <a:ln>
                      <a:noFill/>
                    </a:ln>
                    <a:solidFill>
                      <a:prstClr val="black"/>
                    </a:solidFill>
                    <a:effectLst/>
                    <a:uLnTx/>
                    <a:uFillTx/>
                    <a:ea typeface="+mn-ea"/>
                    <a:cs typeface="+mn-cs"/>
                  </a:endParaRPr>
                </a:p>
              </p:txBody>
            </p:sp>
            <p:sp>
              <p:nvSpPr>
                <p:cNvPr id="72" name="Freeform 760">
                  <a:extLst>
                    <a:ext uri="{FF2B5EF4-FFF2-40B4-BE49-F238E27FC236}">
                      <a16:creationId xmlns:a16="http://schemas.microsoft.com/office/drawing/2014/main" id="{BD013A47-2C64-932E-28FB-EA8CEDC8415E}"/>
                    </a:ext>
                  </a:extLst>
                </p:cNvPr>
                <p:cNvSpPr>
                  <a:spLocks noEditPoints="1"/>
                </p:cNvSpPr>
                <p:nvPr/>
              </p:nvSpPr>
              <p:spPr bwMode="auto">
                <a:xfrm>
                  <a:off x="2377440" y="3749040"/>
                  <a:ext cx="457200" cy="45720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rgbClr val="004F59"/>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00" b="0" i="1" u="none" strike="noStrike" kern="1200" cap="none" spc="0" normalizeH="0" baseline="0" noProof="0">
                    <a:ln>
                      <a:noFill/>
                    </a:ln>
                    <a:solidFill>
                      <a:prstClr val="black"/>
                    </a:solidFill>
                    <a:effectLst/>
                    <a:uLnTx/>
                    <a:uFillTx/>
                    <a:ea typeface="+mn-ea"/>
                    <a:cs typeface="+mn-cs"/>
                  </a:endParaRPr>
                </a:p>
              </p:txBody>
            </p:sp>
            <p:sp>
              <p:nvSpPr>
                <p:cNvPr id="71" name="Freeform 543">
                  <a:extLst>
                    <a:ext uri="{FF2B5EF4-FFF2-40B4-BE49-F238E27FC236}">
                      <a16:creationId xmlns:a16="http://schemas.microsoft.com/office/drawing/2014/main" id="{6E732C41-DEF0-1B8B-2F3A-5533DF5EED79}"/>
                    </a:ext>
                  </a:extLst>
                </p:cNvPr>
                <p:cNvSpPr>
                  <a:spLocks noEditPoints="1"/>
                </p:cNvSpPr>
                <p:nvPr/>
              </p:nvSpPr>
              <p:spPr bwMode="auto">
                <a:xfrm>
                  <a:off x="5193792" y="5370497"/>
                  <a:ext cx="457200" cy="45720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chemeClr val="accent5"/>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00" b="0" i="1" u="none" strike="noStrike" kern="1200" cap="none" spc="0" normalizeH="0" baseline="0" noProof="0">
                    <a:ln>
                      <a:noFill/>
                    </a:ln>
                    <a:solidFill>
                      <a:prstClr val="black"/>
                    </a:solidFill>
                    <a:effectLst/>
                    <a:uLnTx/>
                    <a:uFillTx/>
                    <a:ea typeface="+mn-ea"/>
                    <a:cs typeface="+mn-cs"/>
                  </a:endParaRPr>
                </a:p>
              </p:txBody>
            </p:sp>
            <p:sp>
              <p:nvSpPr>
                <p:cNvPr id="69" name="Freeform 347">
                  <a:extLst>
                    <a:ext uri="{FF2B5EF4-FFF2-40B4-BE49-F238E27FC236}">
                      <a16:creationId xmlns:a16="http://schemas.microsoft.com/office/drawing/2014/main" id="{475833DB-226F-0B8E-DA10-FE50D1695288}"/>
                    </a:ext>
                  </a:extLst>
                </p:cNvPr>
                <p:cNvSpPr>
                  <a:spLocks noEditPoints="1"/>
                </p:cNvSpPr>
                <p:nvPr/>
              </p:nvSpPr>
              <p:spPr bwMode="auto">
                <a:xfrm>
                  <a:off x="3466154" y="1097280"/>
                  <a:ext cx="457200" cy="457200"/>
                </a:xfrm>
                <a:custGeom>
                  <a:avLst/>
                  <a:gdLst>
                    <a:gd name="T0" fmla="*/ 256 w 512"/>
                    <a:gd name="T1" fmla="*/ 21 h 512"/>
                    <a:gd name="T2" fmla="*/ 490 w 512"/>
                    <a:gd name="T3" fmla="*/ 256 h 512"/>
                    <a:gd name="T4" fmla="*/ 256 w 512"/>
                    <a:gd name="T5" fmla="*/ 490 h 512"/>
                    <a:gd name="T6" fmla="*/ 21 w 512"/>
                    <a:gd name="T7" fmla="*/ 256 h 512"/>
                    <a:gd name="T8" fmla="*/ 256 w 512"/>
                    <a:gd name="T9" fmla="*/ 21 h 512"/>
                    <a:gd name="T10" fmla="*/ 256 w 512"/>
                    <a:gd name="T11" fmla="*/ 0 h 512"/>
                    <a:gd name="T12" fmla="*/ 0 w 512"/>
                    <a:gd name="T13" fmla="*/ 256 h 512"/>
                    <a:gd name="T14" fmla="*/ 256 w 512"/>
                    <a:gd name="T15" fmla="*/ 512 h 512"/>
                    <a:gd name="T16" fmla="*/ 512 w 512"/>
                    <a:gd name="T17" fmla="*/ 256 h 512"/>
                    <a:gd name="T18" fmla="*/ 256 w 512"/>
                    <a:gd name="T19" fmla="*/ 0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12" h="512">
                      <a:moveTo>
                        <a:pt x="256" y="21"/>
                      </a:moveTo>
                      <a:cubicBezTo>
                        <a:pt x="385" y="21"/>
                        <a:pt x="490" y="126"/>
                        <a:pt x="490" y="256"/>
                      </a:cubicBezTo>
                      <a:cubicBezTo>
                        <a:pt x="490" y="385"/>
                        <a:pt x="385" y="490"/>
                        <a:pt x="256" y="490"/>
                      </a:cubicBezTo>
                      <a:cubicBezTo>
                        <a:pt x="126" y="490"/>
                        <a:pt x="21" y="385"/>
                        <a:pt x="21" y="256"/>
                      </a:cubicBezTo>
                      <a:cubicBezTo>
                        <a:pt x="21" y="126"/>
                        <a:pt x="126" y="21"/>
                        <a:pt x="256" y="21"/>
                      </a:cubicBezTo>
                      <a:moveTo>
                        <a:pt x="256" y="0"/>
                      </a:moveTo>
                      <a:cubicBezTo>
                        <a:pt x="114" y="0"/>
                        <a:pt x="0" y="114"/>
                        <a:pt x="0" y="256"/>
                      </a:cubicBezTo>
                      <a:cubicBezTo>
                        <a:pt x="0" y="397"/>
                        <a:pt x="114" y="512"/>
                        <a:pt x="256" y="512"/>
                      </a:cubicBezTo>
                      <a:cubicBezTo>
                        <a:pt x="397" y="512"/>
                        <a:pt x="512" y="397"/>
                        <a:pt x="512" y="256"/>
                      </a:cubicBezTo>
                      <a:cubicBezTo>
                        <a:pt x="512" y="114"/>
                        <a:pt x="397" y="0"/>
                        <a:pt x="256" y="0"/>
                      </a:cubicBezTo>
                      <a:close/>
                    </a:path>
                  </a:pathLst>
                </a:custGeom>
                <a:solidFill>
                  <a:srgbClr val="0097A9"/>
                </a:solid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400" b="0" i="1" u="none" strike="noStrike" kern="1200" cap="none" spc="0" normalizeH="0" baseline="0" noProof="0">
                    <a:ln>
                      <a:noFill/>
                    </a:ln>
                    <a:solidFill>
                      <a:prstClr val="black"/>
                    </a:solidFill>
                    <a:effectLst/>
                    <a:uLnTx/>
                    <a:uFillTx/>
                    <a:ea typeface="+mn-ea"/>
                    <a:cs typeface="+mn-cs"/>
                  </a:endParaRPr>
                </a:p>
              </p:txBody>
            </p:sp>
            <p:sp>
              <p:nvSpPr>
                <p:cNvPr id="61" name="Rectangle 60">
                  <a:extLst>
                    <a:ext uri="{FF2B5EF4-FFF2-40B4-BE49-F238E27FC236}">
                      <a16:creationId xmlns:a16="http://schemas.microsoft.com/office/drawing/2014/main" id="{F8AA7799-C313-334B-B78E-CF2054AE568C}"/>
                    </a:ext>
                  </a:extLst>
                </p:cNvPr>
                <p:cNvSpPr/>
                <p:nvPr/>
              </p:nvSpPr>
              <p:spPr>
                <a:xfrm>
                  <a:off x="5756231" y="2830840"/>
                  <a:ext cx="1333794" cy="36560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u="none" strike="noStrike" kern="1200" cap="none" spc="0" normalizeH="0" baseline="0" noProof="0" dirty="0">
                      <a:ln>
                        <a:noFill/>
                      </a:ln>
                      <a:solidFill>
                        <a:srgbClr val="004F59"/>
                      </a:solidFill>
                      <a:effectLst/>
                      <a:uLnTx/>
                      <a:uFillTx/>
                      <a:ea typeface="+mn-ea"/>
                      <a:cs typeface="+mn-cs"/>
                    </a:rPr>
                    <a:t>Module B</a:t>
                  </a:r>
                </a:p>
              </p:txBody>
            </p:sp>
            <p:sp>
              <p:nvSpPr>
                <p:cNvPr id="62" name="Rectangle 61">
                  <a:extLst>
                    <a:ext uri="{FF2B5EF4-FFF2-40B4-BE49-F238E27FC236}">
                      <a16:creationId xmlns:a16="http://schemas.microsoft.com/office/drawing/2014/main" id="{3CFC080E-52E2-38E9-2A59-ADD68F63BCB1}"/>
                    </a:ext>
                  </a:extLst>
                </p:cNvPr>
                <p:cNvSpPr/>
                <p:nvPr/>
              </p:nvSpPr>
              <p:spPr>
                <a:xfrm>
                  <a:off x="5725112" y="4255090"/>
                  <a:ext cx="1333794" cy="36560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u="none" strike="noStrike" kern="1200" cap="none" spc="0" normalizeH="0" baseline="0" noProof="0" dirty="0">
                      <a:ln>
                        <a:noFill/>
                      </a:ln>
                      <a:solidFill>
                        <a:srgbClr val="046A38"/>
                      </a:solidFill>
                      <a:effectLst/>
                      <a:uLnTx/>
                      <a:uFillTx/>
                      <a:ea typeface="+mn-ea"/>
                      <a:cs typeface="+mn-cs"/>
                    </a:rPr>
                    <a:t>Module C</a:t>
                  </a:r>
                </a:p>
              </p:txBody>
            </p:sp>
            <p:sp>
              <p:nvSpPr>
                <p:cNvPr id="63" name="Rectangle 62">
                  <a:extLst>
                    <a:ext uri="{FF2B5EF4-FFF2-40B4-BE49-F238E27FC236}">
                      <a16:creationId xmlns:a16="http://schemas.microsoft.com/office/drawing/2014/main" id="{ADF41A88-A434-C093-8A94-FE8A048358B9}"/>
                    </a:ext>
                  </a:extLst>
                </p:cNvPr>
                <p:cNvSpPr/>
                <p:nvPr/>
              </p:nvSpPr>
              <p:spPr>
                <a:xfrm>
                  <a:off x="4673311" y="4974466"/>
                  <a:ext cx="1414267" cy="36560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u="none" strike="noStrike" kern="1200" cap="none" spc="0" normalizeH="0" baseline="0" noProof="0" dirty="0">
                      <a:ln>
                        <a:noFill/>
                      </a:ln>
                      <a:solidFill>
                        <a:srgbClr val="0097A9"/>
                      </a:solidFill>
                      <a:effectLst/>
                      <a:uLnTx/>
                      <a:uFillTx/>
                      <a:ea typeface="+mn-ea"/>
                      <a:cs typeface="+mn-cs"/>
                    </a:rPr>
                    <a:t>Module D</a:t>
                  </a:r>
                </a:p>
              </p:txBody>
            </p:sp>
            <p:sp>
              <p:nvSpPr>
                <p:cNvPr id="64" name="Rectangle 63">
                  <a:extLst>
                    <a:ext uri="{FF2B5EF4-FFF2-40B4-BE49-F238E27FC236}">
                      <a16:creationId xmlns:a16="http://schemas.microsoft.com/office/drawing/2014/main" id="{74C6FED5-3833-268A-D5DA-B6AB8B6B1EFA}"/>
                    </a:ext>
                  </a:extLst>
                </p:cNvPr>
                <p:cNvSpPr/>
                <p:nvPr/>
              </p:nvSpPr>
              <p:spPr>
                <a:xfrm>
                  <a:off x="3132242" y="5004893"/>
                  <a:ext cx="1333794" cy="36560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u="none" strike="noStrike" kern="1200" cap="none" spc="0" normalizeH="0" baseline="0" noProof="0" dirty="0">
                      <a:ln>
                        <a:noFill/>
                      </a:ln>
                      <a:solidFill>
                        <a:srgbClr val="8DC032"/>
                      </a:solidFill>
                      <a:effectLst/>
                      <a:uLnTx/>
                      <a:uFillTx/>
                      <a:ea typeface="+mn-ea"/>
                      <a:cs typeface="+mn-cs"/>
                    </a:rPr>
                    <a:t>Module E</a:t>
                  </a:r>
                </a:p>
              </p:txBody>
            </p:sp>
            <p:sp>
              <p:nvSpPr>
                <p:cNvPr id="65" name="Rectangle 64">
                  <a:extLst>
                    <a:ext uri="{FF2B5EF4-FFF2-40B4-BE49-F238E27FC236}">
                      <a16:creationId xmlns:a16="http://schemas.microsoft.com/office/drawing/2014/main" id="{AEE2785B-E2AB-D940-7E2D-93C7F70912A4}"/>
                    </a:ext>
                  </a:extLst>
                </p:cNvPr>
                <p:cNvSpPr/>
                <p:nvPr/>
              </p:nvSpPr>
              <p:spPr>
                <a:xfrm>
                  <a:off x="1945151" y="2839686"/>
                  <a:ext cx="1521003" cy="36560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u="none" strike="noStrike" kern="1200" cap="none" spc="0" normalizeH="0" baseline="0" noProof="0" dirty="0">
                      <a:ln>
                        <a:noFill/>
                      </a:ln>
                      <a:solidFill>
                        <a:srgbClr val="046A38"/>
                      </a:solidFill>
                      <a:effectLst/>
                      <a:uLnTx/>
                      <a:uFillTx/>
                      <a:ea typeface="+mn-ea"/>
                      <a:cs typeface="+mn-cs"/>
                    </a:rPr>
                    <a:t>Module G</a:t>
                  </a:r>
                </a:p>
              </p:txBody>
            </p:sp>
            <p:sp>
              <p:nvSpPr>
                <p:cNvPr id="66" name="Rectangle 65">
                  <a:extLst>
                    <a:ext uri="{FF2B5EF4-FFF2-40B4-BE49-F238E27FC236}">
                      <a16:creationId xmlns:a16="http://schemas.microsoft.com/office/drawing/2014/main" id="{6CC0735B-1CBC-7D8D-1BDB-42E5D819ADC1}"/>
                    </a:ext>
                  </a:extLst>
                </p:cNvPr>
                <p:cNvSpPr/>
                <p:nvPr/>
              </p:nvSpPr>
              <p:spPr>
                <a:xfrm>
                  <a:off x="3158300" y="1732416"/>
                  <a:ext cx="1410734" cy="36560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u="none" strike="noStrike" kern="1200" cap="none" spc="0" normalizeH="0" baseline="0" noProof="0" dirty="0">
                      <a:ln>
                        <a:noFill/>
                      </a:ln>
                      <a:solidFill>
                        <a:srgbClr val="37ADBB"/>
                      </a:solidFill>
                      <a:effectLst/>
                      <a:uLnTx/>
                      <a:uFillTx/>
                      <a:ea typeface="+mn-ea"/>
                      <a:cs typeface="+mn-cs"/>
                    </a:rPr>
                    <a:t>Module H</a:t>
                  </a:r>
                </a:p>
              </p:txBody>
            </p:sp>
            <p:sp>
              <p:nvSpPr>
                <p:cNvPr id="67" name="Rectangle 66">
                  <a:extLst>
                    <a:ext uri="{FF2B5EF4-FFF2-40B4-BE49-F238E27FC236}">
                      <a16:creationId xmlns:a16="http://schemas.microsoft.com/office/drawing/2014/main" id="{C12B51D3-3BD8-1F45-F852-CEF98156866D}"/>
                    </a:ext>
                  </a:extLst>
                </p:cNvPr>
                <p:cNvSpPr/>
                <p:nvPr/>
              </p:nvSpPr>
              <p:spPr>
                <a:xfrm>
                  <a:off x="1965196" y="4296754"/>
                  <a:ext cx="1333794" cy="36560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u="none" strike="noStrike" kern="1200" cap="none" spc="0" normalizeH="0" baseline="0" noProof="0" dirty="0">
                      <a:ln>
                        <a:noFill/>
                      </a:ln>
                      <a:solidFill>
                        <a:srgbClr val="004F59"/>
                      </a:solidFill>
                      <a:effectLst/>
                      <a:uLnTx/>
                      <a:uFillTx/>
                      <a:ea typeface="+mn-ea"/>
                      <a:cs typeface="+mn-cs"/>
                    </a:rPr>
                    <a:t>Module F</a:t>
                  </a:r>
                </a:p>
              </p:txBody>
            </p:sp>
          </p:grpSp>
        </p:grpSp>
        <p:grpSp>
          <p:nvGrpSpPr>
            <p:cNvPr id="116" name="Group 115">
              <a:extLst>
                <a:ext uri="{FF2B5EF4-FFF2-40B4-BE49-F238E27FC236}">
                  <a16:creationId xmlns:a16="http://schemas.microsoft.com/office/drawing/2014/main" id="{576DAB41-DDC7-0D32-B2BC-59D73BBF87EC}"/>
                </a:ext>
              </a:extLst>
            </p:cNvPr>
            <p:cNvGrpSpPr/>
            <p:nvPr/>
          </p:nvGrpSpPr>
          <p:grpSpPr>
            <a:xfrm flipV="1">
              <a:off x="7502838" y="1627895"/>
              <a:ext cx="1263050" cy="487702"/>
              <a:chOff x="4487991" y="4634811"/>
              <a:chExt cx="1056606" cy="391402"/>
            </a:xfrm>
          </p:grpSpPr>
          <p:cxnSp>
            <p:nvCxnSpPr>
              <p:cNvPr id="117" name="Straight Connector 116">
                <a:extLst>
                  <a:ext uri="{FF2B5EF4-FFF2-40B4-BE49-F238E27FC236}">
                    <a16:creationId xmlns:a16="http://schemas.microsoft.com/office/drawing/2014/main" id="{42A92553-115C-82D9-CF56-FFD7060C2EE7}"/>
                  </a:ext>
                </a:extLst>
              </p:cNvPr>
              <p:cNvCxnSpPr>
                <a:cxnSpLocks/>
              </p:cNvCxnSpPr>
              <p:nvPr/>
            </p:nvCxnSpPr>
            <p:spPr>
              <a:xfrm>
                <a:off x="4922598" y="5026213"/>
                <a:ext cx="621999" cy="0"/>
              </a:xfrm>
              <a:prstGeom prst="line">
                <a:avLst/>
              </a:prstGeom>
              <a:ln w="15875" cap="rnd">
                <a:solidFill>
                  <a:srgbClr val="86BC25"/>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30614B19-4ABA-9C64-27CF-1DF1469B84D4}"/>
                  </a:ext>
                </a:extLst>
              </p:cNvPr>
              <p:cNvCxnSpPr>
                <a:cxnSpLocks/>
              </p:cNvCxnSpPr>
              <p:nvPr/>
            </p:nvCxnSpPr>
            <p:spPr>
              <a:xfrm flipH="1" flipV="1">
                <a:off x="4487991" y="4634811"/>
                <a:ext cx="419702" cy="391183"/>
              </a:xfrm>
              <a:prstGeom prst="line">
                <a:avLst/>
              </a:prstGeom>
              <a:ln w="15875" cap="rnd">
                <a:solidFill>
                  <a:srgbClr val="86BC25"/>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119" name="Group 118">
              <a:extLst>
                <a:ext uri="{FF2B5EF4-FFF2-40B4-BE49-F238E27FC236}">
                  <a16:creationId xmlns:a16="http://schemas.microsoft.com/office/drawing/2014/main" id="{9172D072-80D3-666E-3F15-D2369EE4D99B}"/>
                </a:ext>
              </a:extLst>
            </p:cNvPr>
            <p:cNvGrpSpPr/>
            <p:nvPr/>
          </p:nvGrpSpPr>
          <p:grpSpPr>
            <a:xfrm>
              <a:off x="7500398" y="6114881"/>
              <a:ext cx="1263050" cy="529793"/>
              <a:chOff x="4487991" y="4634811"/>
              <a:chExt cx="1056606" cy="391402"/>
            </a:xfrm>
          </p:grpSpPr>
          <p:cxnSp>
            <p:nvCxnSpPr>
              <p:cNvPr id="120" name="Straight Connector 119">
                <a:extLst>
                  <a:ext uri="{FF2B5EF4-FFF2-40B4-BE49-F238E27FC236}">
                    <a16:creationId xmlns:a16="http://schemas.microsoft.com/office/drawing/2014/main" id="{54A98337-9FBB-C200-D7B3-A29FC7B6E4B9}"/>
                  </a:ext>
                </a:extLst>
              </p:cNvPr>
              <p:cNvCxnSpPr>
                <a:cxnSpLocks/>
              </p:cNvCxnSpPr>
              <p:nvPr/>
            </p:nvCxnSpPr>
            <p:spPr>
              <a:xfrm>
                <a:off x="4922598" y="5026213"/>
                <a:ext cx="621999" cy="0"/>
              </a:xfrm>
              <a:prstGeom prst="line">
                <a:avLst/>
              </a:prstGeom>
              <a:ln w="15875" cap="rnd">
                <a:solidFill>
                  <a:srgbClr val="0097A9"/>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801D9060-A00E-E6F1-6C99-384E0D16B8A3}"/>
                  </a:ext>
                </a:extLst>
              </p:cNvPr>
              <p:cNvCxnSpPr>
                <a:cxnSpLocks/>
              </p:cNvCxnSpPr>
              <p:nvPr/>
            </p:nvCxnSpPr>
            <p:spPr>
              <a:xfrm flipH="1" flipV="1">
                <a:off x="4487991" y="4634811"/>
                <a:ext cx="419702" cy="391183"/>
              </a:xfrm>
              <a:prstGeom prst="line">
                <a:avLst/>
              </a:prstGeom>
              <a:ln w="15875" cap="rnd">
                <a:solidFill>
                  <a:srgbClr val="0097A9"/>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122" name="Group 121">
              <a:extLst>
                <a:ext uri="{FF2B5EF4-FFF2-40B4-BE49-F238E27FC236}">
                  <a16:creationId xmlns:a16="http://schemas.microsoft.com/office/drawing/2014/main" id="{CB9369DC-525D-0A81-DD42-265ED0BEA8F0}"/>
                </a:ext>
              </a:extLst>
            </p:cNvPr>
            <p:cNvGrpSpPr/>
            <p:nvPr/>
          </p:nvGrpSpPr>
          <p:grpSpPr>
            <a:xfrm flipV="1">
              <a:off x="8512706" y="2880347"/>
              <a:ext cx="1235106" cy="270746"/>
              <a:chOff x="4487991" y="4634811"/>
              <a:chExt cx="1056606" cy="391402"/>
            </a:xfrm>
          </p:grpSpPr>
          <p:cxnSp>
            <p:nvCxnSpPr>
              <p:cNvPr id="123" name="Straight Connector 122">
                <a:extLst>
                  <a:ext uri="{FF2B5EF4-FFF2-40B4-BE49-F238E27FC236}">
                    <a16:creationId xmlns:a16="http://schemas.microsoft.com/office/drawing/2014/main" id="{14060D25-D392-6449-DF8D-05A8DFDD7E71}"/>
                  </a:ext>
                </a:extLst>
              </p:cNvPr>
              <p:cNvCxnSpPr>
                <a:cxnSpLocks/>
              </p:cNvCxnSpPr>
              <p:nvPr/>
            </p:nvCxnSpPr>
            <p:spPr>
              <a:xfrm>
                <a:off x="4922598" y="5026213"/>
                <a:ext cx="621999" cy="0"/>
              </a:xfrm>
              <a:prstGeom prst="line">
                <a:avLst/>
              </a:prstGeom>
              <a:ln w="15875" cap="rnd">
                <a:solidFill>
                  <a:srgbClr val="004F59"/>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CE745AB2-8A73-7052-352A-B775F49C0C7D}"/>
                  </a:ext>
                </a:extLst>
              </p:cNvPr>
              <p:cNvCxnSpPr>
                <a:cxnSpLocks/>
              </p:cNvCxnSpPr>
              <p:nvPr/>
            </p:nvCxnSpPr>
            <p:spPr>
              <a:xfrm flipH="1" flipV="1">
                <a:off x="4487991" y="4634811"/>
                <a:ext cx="419702" cy="391183"/>
              </a:xfrm>
              <a:prstGeom prst="line">
                <a:avLst/>
              </a:prstGeom>
              <a:ln w="15875" cap="rnd">
                <a:solidFill>
                  <a:srgbClr val="004F59"/>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125" name="Group 124">
              <a:extLst>
                <a:ext uri="{FF2B5EF4-FFF2-40B4-BE49-F238E27FC236}">
                  <a16:creationId xmlns:a16="http://schemas.microsoft.com/office/drawing/2014/main" id="{3C9A8E8D-3995-034D-91D6-6CE17C0D29AB}"/>
                </a:ext>
              </a:extLst>
            </p:cNvPr>
            <p:cNvGrpSpPr/>
            <p:nvPr/>
          </p:nvGrpSpPr>
          <p:grpSpPr>
            <a:xfrm>
              <a:off x="8548928" y="4605587"/>
              <a:ext cx="1235106" cy="501852"/>
              <a:chOff x="4487991" y="4634811"/>
              <a:chExt cx="1056606" cy="391402"/>
            </a:xfrm>
          </p:grpSpPr>
          <p:cxnSp>
            <p:nvCxnSpPr>
              <p:cNvPr id="126" name="Straight Connector 125">
                <a:extLst>
                  <a:ext uri="{FF2B5EF4-FFF2-40B4-BE49-F238E27FC236}">
                    <a16:creationId xmlns:a16="http://schemas.microsoft.com/office/drawing/2014/main" id="{B0EF972E-D725-CC31-7FBF-81DC6855179F}"/>
                  </a:ext>
                </a:extLst>
              </p:cNvPr>
              <p:cNvCxnSpPr>
                <a:cxnSpLocks/>
              </p:cNvCxnSpPr>
              <p:nvPr/>
            </p:nvCxnSpPr>
            <p:spPr>
              <a:xfrm>
                <a:off x="4922598" y="5026213"/>
                <a:ext cx="621999" cy="0"/>
              </a:xfrm>
              <a:prstGeom prst="line">
                <a:avLst/>
              </a:prstGeom>
              <a:ln w="15875" cap="rnd">
                <a:solidFill>
                  <a:srgbClr val="046A38"/>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43193E8E-40EC-317A-16A6-0940AAA01AC7}"/>
                  </a:ext>
                </a:extLst>
              </p:cNvPr>
              <p:cNvCxnSpPr>
                <a:cxnSpLocks/>
              </p:cNvCxnSpPr>
              <p:nvPr/>
            </p:nvCxnSpPr>
            <p:spPr>
              <a:xfrm flipH="1" flipV="1">
                <a:off x="4487991" y="4634811"/>
                <a:ext cx="419702" cy="391183"/>
              </a:xfrm>
              <a:prstGeom prst="line">
                <a:avLst/>
              </a:prstGeom>
              <a:ln w="15875" cap="rnd">
                <a:solidFill>
                  <a:srgbClr val="046A38"/>
                </a:solidFill>
                <a:prstDash val="sysDot"/>
                <a:tailEnd type="oval"/>
              </a:ln>
            </p:spPr>
            <p:style>
              <a:lnRef idx="1">
                <a:schemeClr val="accent1"/>
              </a:lnRef>
              <a:fillRef idx="0">
                <a:schemeClr val="accent1"/>
              </a:fillRef>
              <a:effectRef idx="0">
                <a:schemeClr val="accent1"/>
              </a:effectRef>
              <a:fontRef idx="minor">
                <a:schemeClr val="tx1"/>
              </a:fontRef>
            </p:style>
          </p:cxnSp>
        </p:grpSp>
        <p:sp>
          <p:nvSpPr>
            <p:cNvPr id="129" name="Freeform 3">
              <a:extLst>
                <a:ext uri="{FF2B5EF4-FFF2-40B4-BE49-F238E27FC236}">
                  <a16:creationId xmlns:a16="http://schemas.microsoft.com/office/drawing/2014/main" id="{1ED53B56-7450-8E2D-A20E-4A0F0AD0B235}"/>
                </a:ext>
              </a:extLst>
            </p:cNvPr>
            <p:cNvSpPr>
              <a:spLocks/>
            </p:cNvSpPr>
            <p:nvPr/>
          </p:nvSpPr>
          <p:spPr bwMode="gray">
            <a:xfrm>
              <a:off x="9840970" y="2631922"/>
              <a:ext cx="2834640" cy="777240"/>
            </a:xfrm>
            <a:prstGeom prst="roundRect">
              <a:avLst>
                <a:gd name="adj" fmla="val 50000"/>
              </a:avLst>
            </a:prstGeom>
            <a:solidFill>
              <a:srgbClr val="004F59"/>
            </a:solidFill>
            <a:ln w="9525">
              <a:noFill/>
            </a:ln>
            <a:effectLst/>
          </p:spPr>
          <p:style>
            <a:lnRef idx="3">
              <a:schemeClr val="lt1"/>
            </a:lnRef>
            <a:fillRef idx="1">
              <a:schemeClr val="accent6"/>
            </a:fillRef>
            <a:effectRef idx="1">
              <a:schemeClr val="accent6"/>
            </a:effectRef>
            <a:fontRef idx="minor">
              <a:schemeClr val="lt1"/>
            </a:fontRef>
          </p:style>
          <p:txBody>
            <a:bodyPr wrap="square" lIns="612000" tIns="68580" rIns="68580" bIns="68580" rtlCol="0" anchor="ctr"/>
            <a:lstStyle>
              <a:defPPr>
                <a:defRPr lang="en-US"/>
              </a:defPPr>
              <a:lvl1pPr marL="0" algn="l" defTabSz="914342" rtl="0" eaLnBrk="1" latinLnBrk="0" hangingPunct="1">
                <a:defRPr sz="1800" kern="1200">
                  <a:solidFill>
                    <a:schemeClr val="lt1"/>
                  </a:solidFill>
                  <a:latin typeface="+mn-lt"/>
                  <a:ea typeface="+mn-ea"/>
                  <a:cs typeface="+mn-cs"/>
                </a:defRPr>
              </a:lvl1pPr>
              <a:lvl2pPr marL="457171" algn="l" defTabSz="914342" rtl="0" eaLnBrk="1" latinLnBrk="0" hangingPunct="1">
                <a:defRPr sz="1800" kern="1200">
                  <a:solidFill>
                    <a:schemeClr val="lt1"/>
                  </a:solidFill>
                  <a:latin typeface="+mn-lt"/>
                  <a:ea typeface="+mn-ea"/>
                  <a:cs typeface="+mn-cs"/>
                </a:defRPr>
              </a:lvl2pPr>
              <a:lvl3pPr marL="914342" algn="l" defTabSz="914342" rtl="0" eaLnBrk="1" latinLnBrk="0" hangingPunct="1">
                <a:defRPr sz="1800" kern="1200">
                  <a:solidFill>
                    <a:schemeClr val="lt1"/>
                  </a:solidFill>
                  <a:latin typeface="+mn-lt"/>
                  <a:ea typeface="+mn-ea"/>
                  <a:cs typeface="+mn-cs"/>
                </a:defRPr>
              </a:lvl3pPr>
              <a:lvl4pPr marL="1371512" algn="l" defTabSz="914342" rtl="0" eaLnBrk="1" latinLnBrk="0" hangingPunct="1">
                <a:defRPr sz="1800" kern="1200">
                  <a:solidFill>
                    <a:schemeClr val="lt1"/>
                  </a:solidFill>
                  <a:latin typeface="+mn-lt"/>
                  <a:ea typeface="+mn-ea"/>
                  <a:cs typeface="+mn-cs"/>
                </a:defRPr>
              </a:lvl4pPr>
              <a:lvl5pPr marL="1828683" algn="l" defTabSz="914342" rtl="0" eaLnBrk="1" latinLnBrk="0" hangingPunct="1">
                <a:defRPr sz="1800" kern="1200">
                  <a:solidFill>
                    <a:schemeClr val="lt1"/>
                  </a:solidFill>
                  <a:latin typeface="+mn-lt"/>
                  <a:ea typeface="+mn-ea"/>
                  <a:cs typeface="+mn-cs"/>
                </a:defRPr>
              </a:lvl5pPr>
              <a:lvl6pPr marL="2285854" algn="l" defTabSz="914342" rtl="0" eaLnBrk="1" latinLnBrk="0" hangingPunct="1">
                <a:defRPr sz="1800" kern="1200">
                  <a:solidFill>
                    <a:schemeClr val="lt1"/>
                  </a:solidFill>
                  <a:latin typeface="+mn-lt"/>
                  <a:ea typeface="+mn-ea"/>
                  <a:cs typeface="+mn-cs"/>
                </a:defRPr>
              </a:lvl6pPr>
              <a:lvl7pPr marL="2743025" algn="l" defTabSz="914342" rtl="0" eaLnBrk="1" latinLnBrk="0" hangingPunct="1">
                <a:defRPr sz="1800" kern="1200">
                  <a:solidFill>
                    <a:schemeClr val="lt1"/>
                  </a:solidFill>
                  <a:latin typeface="+mn-lt"/>
                  <a:ea typeface="+mn-ea"/>
                  <a:cs typeface="+mn-cs"/>
                </a:defRPr>
              </a:lvl7pPr>
              <a:lvl8pPr marL="3200195" algn="l" defTabSz="914342" rtl="0" eaLnBrk="1" latinLnBrk="0" hangingPunct="1">
                <a:defRPr sz="1800" kern="1200">
                  <a:solidFill>
                    <a:schemeClr val="lt1"/>
                  </a:solidFill>
                  <a:latin typeface="+mn-lt"/>
                  <a:ea typeface="+mn-ea"/>
                  <a:cs typeface="+mn-cs"/>
                </a:defRPr>
              </a:lvl8pPr>
              <a:lvl9pPr marL="3657366" algn="l" defTabSz="914342" rtl="0" eaLnBrk="1" latinLnBrk="0" hangingPunct="1">
                <a:defRPr sz="1800" kern="1200">
                  <a:solidFill>
                    <a:schemeClr val="lt1"/>
                  </a:solidFill>
                  <a:latin typeface="+mn-lt"/>
                  <a:ea typeface="+mn-ea"/>
                  <a:cs typeface="+mn-cs"/>
                </a:defRPr>
              </a:lvl9pPr>
            </a:lstStyle>
            <a:p>
              <a:r>
                <a:rPr lang="en-US" sz="1600" dirty="0">
                  <a:solidFill>
                    <a:schemeClr val="bg1"/>
                  </a:solidFill>
                </a:rPr>
                <a:t>Implementation of RIMS and DMS</a:t>
              </a:r>
            </a:p>
          </p:txBody>
        </p:sp>
        <p:sp>
          <p:nvSpPr>
            <p:cNvPr id="130" name="Freeform 3">
              <a:extLst>
                <a:ext uri="{FF2B5EF4-FFF2-40B4-BE49-F238E27FC236}">
                  <a16:creationId xmlns:a16="http://schemas.microsoft.com/office/drawing/2014/main" id="{70AE6102-4335-AE45-DE91-B43B8D3551E0}"/>
                </a:ext>
              </a:extLst>
            </p:cNvPr>
            <p:cNvSpPr>
              <a:spLocks/>
            </p:cNvSpPr>
            <p:nvPr/>
          </p:nvSpPr>
          <p:spPr bwMode="gray">
            <a:xfrm>
              <a:off x="9854740" y="4620278"/>
              <a:ext cx="2834640" cy="777240"/>
            </a:xfrm>
            <a:prstGeom prst="roundRect">
              <a:avLst>
                <a:gd name="adj" fmla="val 50000"/>
              </a:avLst>
            </a:prstGeom>
            <a:solidFill>
              <a:srgbClr val="046A38"/>
            </a:solidFill>
            <a:ln w="9525">
              <a:noFill/>
            </a:ln>
            <a:effectLst/>
          </p:spPr>
          <p:style>
            <a:lnRef idx="3">
              <a:schemeClr val="lt1"/>
            </a:lnRef>
            <a:fillRef idx="1">
              <a:schemeClr val="accent6"/>
            </a:fillRef>
            <a:effectRef idx="1">
              <a:schemeClr val="accent6"/>
            </a:effectRef>
            <a:fontRef idx="minor">
              <a:schemeClr val="lt1"/>
            </a:fontRef>
          </p:style>
          <p:txBody>
            <a:bodyPr wrap="square" lIns="612000" tIns="68580" rIns="68580" bIns="68580" rtlCol="0" anchor="ctr"/>
            <a:lstStyle>
              <a:defPPr>
                <a:defRPr lang="en-US"/>
              </a:defPPr>
              <a:lvl1pPr marL="0" algn="l" defTabSz="914342" rtl="0" eaLnBrk="1" latinLnBrk="0" hangingPunct="1">
                <a:defRPr sz="1800" kern="1200">
                  <a:solidFill>
                    <a:schemeClr val="lt1"/>
                  </a:solidFill>
                  <a:latin typeface="+mn-lt"/>
                  <a:ea typeface="+mn-ea"/>
                  <a:cs typeface="+mn-cs"/>
                </a:defRPr>
              </a:lvl1pPr>
              <a:lvl2pPr marL="457171" algn="l" defTabSz="914342" rtl="0" eaLnBrk="1" latinLnBrk="0" hangingPunct="1">
                <a:defRPr sz="1800" kern="1200">
                  <a:solidFill>
                    <a:schemeClr val="lt1"/>
                  </a:solidFill>
                  <a:latin typeface="+mn-lt"/>
                  <a:ea typeface="+mn-ea"/>
                  <a:cs typeface="+mn-cs"/>
                </a:defRPr>
              </a:lvl2pPr>
              <a:lvl3pPr marL="914342" algn="l" defTabSz="914342" rtl="0" eaLnBrk="1" latinLnBrk="0" hangingPunct="1">
                <a:defRPr sz="1800" kern="1200">
                  <a:solidFill>
                    <a:schemeClr val="lt1"/>
                  </a:solidFill>
                  <a:latin typeface="+mn-lt"/>
                  <a:ea typeface="+mn-ea"/>
                  <a:cs typeface="+mn-cs"/>
                </a:defRPr>
              </a:lvl3pPr>
              <a:lvl4pPr marL="1371512" algn="l" defTabSz="914342" rtl="0" eaLnBrk="1" latinLnBrk="0" hangingPunct="1">
                <a:defRPr sz="1800" kern="1200">
                  <a:solidFill>
                    <a:schemeClr val="lt1"/>
                  </a:solidFill>
                  <a:latin typeface="+mn-lt"/>
                  <a:ea typeface="+mn-ea"/>
                  <a:cs typeface="+mn-cs"/>
                </a:defRPr>
              </a:lvl4pPr>
              <a:lvl5pPr marL="1828683" algn="l" defTabSz="914342" rtl="0" eaLnBrk="1" latinLnBrk="0" hangingPunct="1">
                <a:defRPr sz="1800" kern="1200">
                  <a:solidFill>
                    <a:schemeClr val="lt1"/>
                  </a:solidFill>
                  <a:latin typeface="+mn-lt"/>
                  <a:ea typeface="+mn-ea"/>
                  <a:cs typeface="+mn-cs"/>
                </a:defRPr>
              </a:lvl5pPr>
              <a:lvl6pPr marL="2285854" algn="l" defTabSz="914342" rtl="0" eaLnBrk="1" latinLnBrk="0" hangingPunct="1">
                <a:defRPr sz="1800" kern="1200">
                  <a:solidFill>
                    <a:schemeClr val="lt1"/>
                  </a:solidFill>
                  <a:latin typeface="+mn-lt"/>
                  <a:ea typeface="+mn-ea"/>
                  <a:cs typeface="+mn-cs"/>
                </a:defRPr>
              </a:lvl6pPr>
              <a:lvl7pPr marL="2743025" algn="l" defTabSz="914342" rtl="0" eaLnBrk="1" latinLnBrk="0" hangingPunct="1">
                <a:defRPr sz="1800" kern="1200">
                  <a:solidFill>
                    <a:schemeClr val="lt1"/>
                  </a:solidFill>
                  <a:latin typeface="+mn-lt"/>
                  <a:ea typeface="+mn-ea"/>
                  <a:cs typeface="+mn-cs"/>
                </a:defRPr>
              </a:lvl7pPr>
              <a:lvl8pPr marL="3200195" algn="l" defTabSz="914342" rtl="0" eaLnBrk="1" latinLnBrk="0" hangingPunct="1">
                <a:defRPr sz="1800" kern="1200">
                  <a:solidFill>
                    <a:schemeClr val="lt1"/>
                  </a:solidFill>
                  <a:latin typeface="+mn-lt"/>
                  <a:ea typeface="+mn-ea"/>
                  <a:cs typeface="+mn-cs"/>
                </a:defRPr>
              </a:lvl8pPr>
              <a:lvl9pPr marL="3657366" algn="l" defTabSz="914342" rtl="0" eaLnBrk="1" latinLnBrk="0" hangingPunct="1">
                <a:defRPr sz="1800" kern="1200">
                  <a:solidFill>
                    <a:schemeClr val="lt1"/>
                  </a:solidFill>
                  <a:latin typeface="+mn-lt"/>
                  <a:ea typeface="+mn-ea"/>
                  <a:cs typeface="+mn-cs"/>
                </a:defRPr>
              </a:lvl9pPr>
            </a:lstStyle>
            <a:p>
              <a:r>
                <a:rPr lang="en-US" sz="1600" dirty="0">
                  <a:solidFill>
                    <a:schemeClr val="bg1"/>
                  </a:solidFill>
                </a:rPr>
                <a:t>Training and Capacity Building</a:t>
              </a:r>
            </a:p>
          </p:txBody>
        </p:sp>
        <p:sp>
          <p:nvSpPr>
            <p:cNvPr id="131" name="Freeform 3">
              <a:extLst>
                <a:ext uri="{FF2B5EF4-FFF2-40B4-BE49-F238E27FC236}">
                  <a16:creationId xmlns:a16="http://schemas.microsoft.com/office/drawing/2014/main" id="{1798BA7D-BE88-73DF-22EF-24A08D36EE12}"/>
                </a:ext>
              </a:extLst>
            </p:cNvPr>
            <p:cNvSpPr>
              <a:spLocks/>
            </p:cNvSpPr>
            <p:nvPr/>
          </p:nvSpPr>
          <p:spPr bwMode="gray">
            <a:xfrm>
              <a:off x="8806244" y="6247282"/>
              <a:ext cx="2834640" cy="776209"/>
            </a:xfrm>
            <a:prstGeom prst="roundRect">
              <a:avLst>
                <a:gd name="adj" fmla="val 50000"/>
              </a:avLst>
            </a:prstGeom>
            <a:solidFill>
              <a:srgbClr val="0097A9"/>
            </a:solidFill>
            <a:ln w="9525">
              <a:noFill/>
            </a:ln>
            <a:effectLst/>
          </p:spPr>
          <p:style>
            <a:lnRef idx="3">
              <a:schemeClr val="lt1"/>
            </a:lnRef>
            <a:fillRef idx="1">
              <a:schemeClr val="accent6"/>
            </a:fillRef>
            <a:effectRef idx="1">
              <a:schemeClr val="accent6"/>
            </a:effectRef>
            <a:fontRef idx="minor">
              <a:schemeClr val="lt1"/>
            </a:fontRef>
          </p:style>
          <p:txBody>
            <a:bodyPr wrap="square" lIns="612000" tIns="68580" rIns="68580" bIns="68580" rtlCol="0" anchor="ctr"/>
            <a:lstStyle>
              <a:defPPr>
                <a:defRPr lang="en-US"/>
              </a:defPPr>
              <a:lvl1pPr marL="0" algn="l" defTabSz="914342" rtl="0" eaLnBrk="1" latinLnBrk="0" hangingPunct="1">
                <a:defRPr sz="1800" kern="1200">
                  <a:solidFill>
                    <a:schemeClr val="lt1"/>
                  </a:solidFill>
                  <a:latin typeface="+mn-lt"/>
                  <a:ea typeface="+mn-ea"/>
                  <a:cs typeface="+mn-cs"/>
                </a:defRPr>
              </a:lvl1pPr>
              <a:lvl2pPr marL="457171" algn="l" defTabSz="914342" rtl="0" eaLnBrk="1" latinLnBrk="0" hangingPunct="1">
                <a:defRPr sz="1800" kern="1200">
                  <a:solidFill>
                    <a:schemeClr val="lt1"/>
                  </a:solidFill>
                  <a:latin typeface="+mn-lt"/>
                  <a:ea typeface="+mn-ea"/>
                  <a:cs typeface="+mn-cs"/>
                </a:defRPr>
              </a:lvl2pPr>
              <a:lvl3pPr marL="914342" algn="l" defTabSz="914342" rtl="0" eaLnBrk="1" latinLnBrk="0" hangingPunct="1">
                <a:defRPr sz="1800" kern="1200">
                  <a:solidFill>
                    <a:schemeClr val="lt1"/>
                  </a:solidFill>
                  <a:latin typeface="+mn-lt"/>
                  <a:ea typeface="+mn-ea"/>
                  <a:cs typeface="+mn-cs"/>
                </a:defRPr>
              </a:lvl3pPr>
              <a:lvl4pPr marL="1371512" algn="l" defTabSz="914342" rtl="0" eaLnBrk="1" latinLnBrk="0" hangingPunct="1">
                <a:defRPr sz="1800" kern="1200">
                  <a:solidFill>
                    <a:schemeClr val="lt1"/>
                  </a:solidFill>
                  <a:latin typeface="+mn-lt"/>
                  <a:ea typeface="+mn-ea"/>
                  <a:cs typeface="+mn-cs"/>
                </a:defRPr>
              </a:lvl4pPr>
              <a:lvl5pPr marL="1828683" algn="l" defTabSz="914342" rtl="0" eaLnBrk="1" latinLnBrk="0" hangingPunct="1">
                <a:defRPr sz="1800" kern="1200">
                  <a:solidFill>
                    <a:schemeClr val="lt1"/>
                  </a:solidFill>
                  <a:latin typeface="+mn-lt"/>
                  <a:ea typeface="+mn-ea"/>
                  <a:cs typeface="+mn-cs"/>
                </a:defRPr>
              </a:lvl5pPr>
              <a:lvl6pPr marL="2285854" algn="l" defTabSz="914342" rtl="0" eaLnBrk="1" latinLnBrk="0" hangingPunct="1">
                <a:defRPr sz="1800" kern="1200">
                  <a:solidFill>
                    <a:schemeClr val="lt1"/>
                  </a:solidFill>
                  <a:latin typeface="+mn-lt"/>
                  <a:ea typeface="+mn-ea"/>
                  <a:cs typeface="+mn-cs"/>
                </a:defRPr>
              </a:lvl6pPr>
              <a:lvl7pPr marL="2743025" algn="l" defTabSz="914342" rtl="0" eaLnBrk="1" latinLnBrk="0" hangingPunct="1">
                <a:defRPr sz="1800" kern="1200">
                  <a:solidFill>
                    <a:schemeClr val="lt1"/>
                  </a:solidFill>
                  <a:latin typeface="+mn-lt"/>
                  <a:ea typeface="+mn-ea"/>
                  <a:cs typeface="+mn-cs"/>
                </a:defRPr>
              </a:lvl7pPr>
              <a:lvl8pPr marL="3200195" algn="l" defTabSz="914342" rtl="0" eaLnBrk="1" latinLnBrk="0" hangingPunct="1">
                <a:defRPr sz="1800" kern="1200">
                  <a:solidFill>
                    <a:schemeClr val="lt1"/>
                  </a:solidFill>
                  <a:latin typeface="+mn-lt"/>
                  <a:ea typeface="+mn-ea"/>
                  <a:cs typeface="+mn-cs"/>
                </a:defRPr>
              </a:lvl8pPr>
              <a:lvl9pPr marL="3657366" algn="l" defTabSz="914342" rtl="0" eaLnBrk="1" latinLnBrk="0" hangingPunct="1">
                <a:defRPr sz="1800" kern="1200">
                  <a:solidFill>
                    <a:schemeClr val="lt1"/>
                  </a:solidFill>
                  <a:latin typeface="+mn-lt"/>
                  <a:ea typeface="+mn-ea"/>
                  <a:cs typeface="+mn-cs"/>
                </a:defRPr>
              </a:lvl9pPr>
            </a:lstStyle>
            <a:p>
              <a:r>
                <a:rPr lang="en-US" sz="1600" dirty="0">
                  <a:solidFill>
                    <a:schemeClr val="bg1"/>
                  </a:solidFill>
                </a:rPr>
                <a:t>Development of Bylaws/ Directives/ Rules</a:t>
              </a:r>
            </a:p>
          </p:txBody>
        </p:sp>
        <p:grpSp>
          <p:nvGrpSpPr>
            <p:cNvPr id="132" name="Group 131">
              <a:extLst>
                <a:ext uri="{FF2B5EF4-FFF2-40B4-BE49-F238E27FC236}">
                  <a16:creationId xmlns:a16="http://schemas.microsoft.com/office/drawing/2014/main" id="{AB19D63D-0B13-ADF1-E855-53B9B2CB1BB9}"/>
                </a:ext>
              </a:extLst>
            </p:cNvPr>
            <p:cNvGrpSpPr/>
            <p:nvPr/>
          </p:nvGrpSpPr>
          <p:grpSpPr>
            <a:xfrm flipH="1" flipV="1">
              <a:off x="4350379" y="1677437"/>
              <a:ext cx="1548441" cy="412668"/>
              <a:chOff x="4487991" y="4634811"/>
              <a:chExt cx="1056606" cy="391402"/>
            </a:xfrm>
          </p:grpSpPr>
          <p:cxnSp>
            <p:nvCxnSpPr>
              <p:cNvPr id="133" name="Straight Connector 132">
                <a:extLst>
                  <a:ext uri="{FF2B5EF4-FFF2-40B4-BE49-F238E27FC236}">
                    <a16:creationId xmlns:a16="http://schemas.microsoft.com/office/drawing/2014/main" id="{BBE78042-3B39-3261-DD4D-451FA459A407}"/>
                  </a:ext>
                </a:extLst>
              </p:cNvPr>
              <p:cNvCxnSpPr>
                <a:cxnSpLocks/>
              </p:cNvCxnSpPr>
              <p:nvPr/>
            </p:nvCxnSpPr>
            <p:spPr>
              <a:xfrm>
                <a:off x="4922598" y="5026213"/>
                <a:ext cx="621999" cy="0"/>
              </a:xfrm>
              <a:prstGeom prst="line">
                <a:avLst/>
              </a:prstGeom>
              <a:ln w="15875" cap="rnd">
                <a:solidFill>
                  <a:srgbClr val="37ADBB"/>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455474D6-8B1A-28C7-A2DB-4A17EBA10186}"/>
                  </a:ext>
                </a:extLst>
              </p:cNvPr>
              <p:cNvCxnSpPr>
                <a:cxnSpLocks/>
              </p:cNvCxnSpPr>
              <p:nvPr/>
            </p:nvCxnSpPr>
            <p:spPr>
              <a:xfrm flipH="1" flipV="1">
                <a:off x="4487991" y="4634811"/>
                <a:ext cx="419702" cy="391183"/>
              </a:xfrm>
              <a:prstGeom prst="line">
                <a:avLst/>
              </a:prstGeom>
              <a:ln w="15875" cap="rnd">
                <a:solidFill>
                  <a:srgbClr val="37ADBB"/>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135" name="Group 134">
              <a:extLst>
                <a:ext uri="{FF2B5EF4-FFF2-40B4-BE49-F238E27FC236}">
                  <a16:creationId xmlns:a16="http://schemas.microsoft.com/office/drawing/2014/main" id="{A998D4DE-BAD9-C3F5-BFC9-E2F673822A5A}"/>
                </a:ext>
              </a:extLst>
            </p:cNvPr>
            <p:cNvGrpSpPr/>
            <p:nvPr/>
          </p:nvGrpSpPr>
          <p:grpSpPr>
            <a:xfrm flipH="1">
              <a:off x="4685372" y="6099190"/>
              <a:ext cx="1279462" cy="601148"/>
              <a:chOff x="4487991" y="4634811"/>
              <a:chExt cx="1056606" cy="391402"/>
            </a:xfrm>
          </p:grpSpPr>
          <p:cxnSp>
            <p:nvCxnSpPr>
              <p:cNvPr id="136" name="Straight Connector 135">
                <a:extLst>
                  <a:ext uri="{FF2B5EF4-FFF2-40B4-BE49-F238E27FC236}">
                    <a16:creationId xmlns:a16="http://schemas.microsoft.com/office/drawing/2014/main" id="{D9C04BF5-F98C-DB12-545D-A3E1DD3BFC97}"/>
                  </a:ext>
                </a:extLst>
              </p:cNvPr>
              <p:cNvCxnSpPr>
                <a:cxnSpLocks/>
              </p:cNvCxnSpPr>
              <p:nvPr/>
            </p:nvCxnSpPr>
            <p:spPr>
              <a:xfrm>
                <a:off x="4922598" y="5026213"/>
                <a:ext cx="621999" cy="0"/>
              </a:xfrm>
              <a:prstGeom prst="line">
                <a:avLst/>
              </a:prstGeom>
              <a:ln w="15875" cap="rnd">
                <a:solidFill>
                  <a:srgbClr val="8DC032"/>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6DE4E4AD-39E5-57B8-9585-50CB84B248E0}"/>
                  </a:ext>
                </a:extLst>
              </p:cNvPr>
              <p:cNvCxnSpPr>
                <a:cxnSpLocks/>
              </p:cNvCxnSpPr>
              <p:nvPr/>
            </p:nvCxnSpPr>
            <p:spPr>
              <a:xfrm flipH="1" flipV="1">
                <a:off x="4487991" y="4634811"/>
                <a:ext cx="419702" cy="391183"/>
              </a:xfrm>
              <a:prstGeom prst="line">
                <a:avLst/>
              </a:prstGeom>
              <a:ln w="15875" cap="rnd">
                <a:solidFill>
                  <a:srgbClr val="8DC032"/>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138" name="Group 137">
              <a:extLst>
                <a:ext uri="{FF2B5EF4-FFF2-40B4-BE49-F238E27FC236}">
                  <a16:creationId xmlns:a16="http://schemas.microsoft.com/office/drawing/2014/main" id="{0AD00209-36EA-DAFE-28D2-C7BFF28F324F}"/>
                </a:ext>
              </a:extLst>
            </p:cNvPr>
            <p:cNvGrpSpPr/>
            <p:nvPr/>
          </p:nvGrpSpPr>
          <p:grpSpPr>
            <a:xfrm flipH="1" flipV="1">
              <a:off x="3742424" y="2848904"/>
              <a:ext cx="1126121" cy="259004"/>
              <a:chOff x="4487991" y="4634811"/>
              <a:chExt cx="1056606" cy="391402"/>
            </a:xfrm>
          </p:grpSpPr>
          <p:cxnSp>
            <p:nvCxnSpPr>
              <p:cNvPr id="139" name="Straight Connector 138">
                <a:extLst>
                  <a:ext uri="{FF2B5EF4-FFF2-40B4-BE49-F238E27FC236}">
                    <a16:creationId xmlns:a16="http://schemas.microsoft.com/office/drawing/2014/main" id="{EE1D00BE-7130-AD48-231A-A3AD36701BBF}"/>
                  </a:ext>
                </a:extLst>
              </p:cNvPr>
              <p:cNvCxnSpPr>
                <a:cxnSpLocks/>
              </p:cNvCxnSpPr>
              <p:nvPr/>
            </p:nvCxnSpPr>
            <p:spPr>
              <a:xfrm>
                <a:off x="4922598" y="5026213"/>
                <a:ext cx="621999" cy="0"/>
              </a:xfrm>
              <a:prstGeom prst="line">
                <a:avLst/>
              </a:prstGeom>
              <a:ln w="15875" cap="rnd">
                <a:solidFill>
                  <a:srgbClr val="046A38"/>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ADA97FD5-7E7E-4F2E-A318-E9B2A7A0F1FB}"/>
                  </a:ext>
                </a:extLst>
              </p:cNvPr>
              <p:cNvCxnSpPr>
                <a:cxnSpLocks/>
              </p:cNvCxnSpPr>
              <p:nvPr/>
            </p:nvCxnSpPr>
            <p:spPr>
              <a:xfrm flipH="1" flipV="1">
                <a:off x="4487991" y="4634811"/>
                <a:ext cx="419702" cy="391183"/>
              </a:xfrm>
              <a:prstGeom prst="line">
                <a:avLst/>
              </a:prstGeom>
              <a:ln w="15875" cap="rnd">
                <a:solidFill>
                  <a:srgbClr val="046A38"/>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141" name="Group 140">
              <a:extLst>
                <a:ext uri="{FF2B5EF4-FFF2-40B4-BE49-F238E27FC236}">
                  <a16:creationId xmlns:a16="http://schemas.microsoft.com/office/drawing/2014/main" id="{0BB29999-F386-A7B3-8408-40968D41711A}"/>
                </a:ext>
              </a:extLst>
            </p:cNvPr>
            <p:cNvGrpSpPr/>
            <p:nvPr/>
          </p:nvGrpSpPr>
          <p:grpSpPr>
            <a:xfrm flipH="1">
              <a:off x="3758942" y="4579079"/>
              <a:ext cx="1124992" cy="497136"/>
              <a:chOff x="4487991" y="4634811"/>
              <a:chExt cx="1056606" cy="391402"/>
            </a:xfrm>
          </p:grpSpPr>
          <p:cxnSp>
            <p:nvCxnSpPr>
              <p:cNvPr id="142" name="Straight Connector 141">
                <a:extLst>
                  <a:ext uri="{FF2B5EF4-FFF2-40B4-BE49-F238E27FC236}">
                    <a16:creationId xmlns:a16="http://schemas.microsoft.com/office/drawing/2014/main" id="{1F986E47-D47B-178C-58BB-596B9DA3FEC5}"/>
                  </a:ext>
                </a:extLst>
              </p:cNvPr>
              <p:cNvCxnSpPr>
                <a:cxnSpLocks/>
              </p:cNvCxnSpPr>
              <p:nvPr/>
            </p:nvCxnSpPr>
            <p:spPr>
              <a:xfrm>
                <a:off x="4922598" y="5026213"/>
                <a:ext cx="621999" cy="0"/>
              </a:xfrm>
              <a:prstGeom prst="line">
                <a:avLst/>
              </a:prstGeom>
              <a:ln w="15875" cap="rnd">
                <a:solidFill>
                  <a:srgbClr val="004F59"/>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D2E83EAB-8BEA-0C61-628F-FDAC49CDCD1B}"/>
                  </a:ext>
                </a:extLst>
              </p:cNvPr>
              <p:cNvCxnSpPr>
                <a:cxnSpLocks/>
              </p:cNvCxnSpPr>
              <p:nvPr/>
            </p:nvCxnSpPr>
            <p:spPr>
              <a:xfrm flipH="1" flipV="1">
                <a:off x="4487991" y="4634811"/>
                <a:ext cx="419702" cy="391183"/>
              </a:xfrm>
              <a:prstGeom prst="line">
                <a:avLst/>
              </a:prstGeom>
              <a:ln w="15875" cap="rnd">
                <a:solidFill>
                  <a:srgbClr val="004F59"/>
                </a:solidFill>
                <a:prstDash val="sysDot"/>
                <a:tailEnd type="oval"/>
              </a:ln>
            </p:spPr>
            <p:style>
              <a:lnRef idx="1">
                <a:schemeClr val="accent1"/>
              </a:lnRef>
              <a:fillRef idx="0">
                <a:schemeClr val="accent1"/>
              </a:fillRef>
              <a:effectRef idx="0">
                <a:schemeClr val="accent1"/>
              </a:effectRef>
              <a:fontRef idx="minor">
                <a:schemeClr val="tx1"/>
              </a:fontRef>
            </p:style>
          </p:cxnSp>
        </p:grpSp>
        <p:sp>
          <p:nvSpPr>
            <p:cNvPr id="9" name="Freeform 3">
              <a:extLst>
                <a:ext uri="{FF2B5EF4-FFF2-40B4-BE49-F238E27FC236}">
                  <a16:creationId xmlns:a16="http://schemas.microsoft.com/office/drawing/2014/main" id="{930DA783-5235-1249-D4CB-20B1634B7B62}"/>
                </a:ext>
              </a:extLst>
            </p:cNvPr>
            <p:cNvSpPr>
              <a:spLocks/>
            </p:cNvSpPr>
            <p:nvPr/>
          </p:nvSpPr>
          <p:spPr bwMode="gray">
            <a:xfrm>
              <a:off x="8858794" y="1326461"/>
              <a:ext cx="2834640" cy="777240"/>
            </a:xfrm>
            <a:prstGeom prst="roundRect">
              <a:avLst>
                <a:gd name="adj" fmla="val 50000"/>
              </a:avLst>
            </a:prstGeom>
            <a:solidFill>
              <a:srgbClr val="86BC25"/>
            </a:solidFill>
            <a:ln w="9525">
              <a:noFill/>
            </a:ln>
            <a:effectLst/>
          </p:spPr>
          <p:style>
            <a:lnRef idx="3">
              <a:schemeClr val="lt1"/>
            </a:lnRef>
            <a:fillRef idx="1">
              <a:schemeClr val="accent6"/>
            </a:fillRef>
            <a:effectRef idx="1">
              <a:schemeClr val="accent6"/>
            </a:effectRef>
            <a:fontRef idx="minor">
              <a:schemeClr val="lt1"/>
            </a:fontRef>
          </p:style>
          <p:txBody>
            <a:bodyPr wrap="square" lIns="612000" tIns="68580" rIns="68580" bIns="68580" rtlCol="0" anchor="ctr"/>
            <a:lstStyle>
              <a:defPPr>
                <a:defRPr lang="en-US"/>
              </a:defPPr>
              <a:lvl1pPr marL="0" algn="l" defTabSz="914342" rtl="0" eaLnBrk="1" latinLnBrk="0" hangingPunct="1">
                <a:defRPr sz="1800" kern="1200">
                  <a:solidFill>
                    <a:schemeClr val="lt1"/>
                  </a:solidFill>
                  <a:latin typeface="+mn-lt"/>
                  <a:ea typeface="+mn-ea"/>
                  <a:cs typeface="+mn-cs"/>
                </a:defRPr>
              </a:lvl1pPr>
              <a:lvl2pPr marL="457171" algn="l" defTabSz="914342" rtl="0" eaLnBrk="1" latinLnBrk="0" hangingPunct="1">
                <a:defRPr sz="1800" kern="1200">
                  <a:solidFill>
                    <a:schemeClr val="lt1"/>
                  </a:solidFill>
                  <a:latin typeface="+mn-lt"/>
                  <a:ea typeface="+mn-ea"/>
                  <a:cs typeface="+mn-cs"/>
                </a:defRPr>
              </a:lvl2pPr>
              <a:lvl3pPr marL="914342" algn="l" defTabSz="914342" rtl="0" eaLnBrk="1" latinLnBrk="0" hangingPunct="1">
                <a:defRPr sz="1800" kern="1200">
                  <a:solidFill>
                    <a:schemeClr val="lt1"/>
                  </a:solidFill>
                  <a:latin typeface="+mn-lt"/>
                  <a:ea typeface="+mn-ea"/>
                  <a:cs typeface="+mn-cs"/>
                </a:defRPr>
              </a:lvl3pPr>
              <a:lvl4pPr marL="1371512" algn="l" defTabSz="914342" rtl="0" eaLnBrk="1" latinLnBrk="0" hangingPunct="1">
                <a:defRPr sz="1800" kern="1200">
                  <a:solidFill>
                    <a:schemeClr val="lt1"/>
                  </a:solidFill>
                  <a:latin typeface="+mn-lt"/>
                  <a:ea typeface="+mn-ea"/>
                  <a:cs typeface="+mn-cs"/>
                </a:defRPr>
              </a:lvl4pPr>
              <a:lvl5pPr marL="1828683" algn="l" defTabSz="914342" rtl="0" eaLnBrk="1" latinLnBrk="0" hangingPunct="1">
                <a:defRPr sz="1800" kern="1200">
                  <a:solidFill>
                    <a:schemeClr val="lt1"/>
                  </a:solidFill>
                  <a:latin typeface="+mn-lt"/>
                  <a:ea typeface="+mn-ea"/>
                  <a:cs typeface="+mn-cs"/>
                </a:defRPr>
              </a:lvl5pPr>
              <a:lvl6pPr marL="2285854" algn="l" defTabSz="914342" rtl="0" eaLnBrk="1" latinLnBrk="0" hangingPunct="1">
                <a:defRPr sz="1800" kern="1200">
                  <a:solidFill>
                    <a:schemeClr val="lt1"/>
                  </a:solidFill>
                  <a:latin typeface="+mn-lt"/>
                  <a:ea typeface="+mn-ea"/>
                  <a:cs typeface="+mn-cs"/>
                </a:defRPr>
              </a:lvl6pPr>
              <a:lvl7pPr marL="2743025" algn="l" defTabSz="914342" rtl="0" eaLnBrk="1" latinLnBrk="0" hangingPunct="1">
                <a:defRPr sz="1800" kern="1200">
                  <a:solidFill>
                    <a:schemeClr val="lt1"/>
                  </a:solidFill>
                  <a:latin typeface="+mn-lt"/>
                  <a:ea typeface="+mn-ea"/>
                  <a:cs typeface="+mn-cs"/>
                </a:defRPr>
              </a:lvl7pPr>
              <a:lvl8pPr marL="3200195" algn="l" defTabSz="914342" rtl="0" eaLnBrk="1" latinLnBrk="0" hangingPunct="1">
                <a:defRPr sz="1800" kern="1200">
                  <a:solidFill>
                    <a:schemeClr val="lt1"/>
                  </a:solidFill>
                  <a:latin typeface="+mn-lt"/>
                  <a:ea typeface="+mn-ea"/>
                  <a:cs typeface="+mn-cs"/>
                </a:defRPr>
              </a:lvl8pPr>
              <a:lvl9pPr marL="3657366" algn="l" defTabSz="914342" rtl="0" eaLnBrk="1" latinLnBrk="0" hangingPunct="1">
                <a:defRPr sz="1800" kern="1200">
                  <a:solidFill>
                    <a:schemeClr val="lt1"/>
                  </a:solidFill>
                  <a:latin typeface="+mn-lt"/>
                  <a:ea typeface="+mn-ea"/>
                  <a:cs typeface="+mn-cs"/>
                </a:defRPr>
              </a:lvl9pPr>
            </a:lstStyle>
            <a:p>
              <a:r>
                <a:rPr lang="en-US" sz="1600" dirty="0">
                  <a:solidFill>
                    <a:schemeClr val="bg1"/>
                  </a:solidFill>
                </a:rPr>
                <a:t>Financial Independence and Sustainability</a:t>
              </a:r>
            </a:p>
          </p:txBody>
        </p:sp>
        <p:sp>
          <p:nvSpPr>
            <p:cNvPr id="10" name="Freeform 3">
              <a:extLst>
                <a:ext uri="{FF2B5EF4-FFF2-40B4-BE49-F238E27FC236}">
                  <a16:creationId xmlns:a16="http://schemas.microsoft.com/office/drawing/2014/main" id="{EC226F5F-2444-3D11-5827-867A4705419B}"/>
                </a:ext>
              </a:extLst>
            </p:cNvPr>
            <p:cNvSpPr>
              <a:spLocks/>
            </p:cNvSpPr>
            <p:nvPr/>
          </p:nvSpPr>
          <p:spPr bwMode="gray">
            <a:xfrm>
              <a:off x="1462160" y="1314348"/>
              <a:ext cx="2834640" cy="777240"/>
            </a:xfrm>
            <a:prstGeom prst="roundRect">
              <a:avLst>
                <a:gd name="adj" fmla="val 50000"/>
              </a:avLst>
            </a:prstGeom>
            <a:solidFill>
              <a:srgbClr val="37ADBB"/>
            </a:solidFill>
            <a:ln w="9525">
              <a:noFill/>
            </a:ln>
            <a:effectLst/>
          </p:spPr>
          <p:style>
            <a:lnRef idx="3">
              <a:schemeClr val="lt1"/>
            </a:lnRef>
            <a:fillRef idx="1">
              <a:schemeClr val="accent6"/>
            </a:fillRef>
            <a:effectRef idx="1">
              <a:schemeClr val="accent6"/>
            </a:effectRef>
            <a:fontRef idx="minor">
              <a:schemeClr val="lt1"/>
            </a:fontRef>
          </p:style>
          <p:txBody>
            <a:bodyPr wrap="square" lIns="612000" tIns="68580" rIns="68580" bIns="68580" rtlCol="0" anchor="ctr"/>
            <a:lstStyle>
              <a:defPPr>
                <a:defRPr lang="en-US"/>
              </a:defPPr>
              <a:lvl1pPr marL="0" algn="l" defTabSz="914342" rtl="0" eaLnBrk="1" latinLnBrk="0" hangingPunct="1">
                <a:defRPr sz="1800" kern="1200">
                  <a:solidFill>
                    <a:schemeClr val="lt1"/>
                  </a:solidFill>
                  <a:latin typeface="+mn-lt"/>
                  <a:ea typeface="+mn-ea"/>
                  <a:cs typeface="+mn-cs"/>
                </a:defRPr>
              </a:lvl1pPr>
              <a:lvl2pPr marL="457171" algn="l" defTabSz="914342" rtl="0" eaLnBrk="1" latinLnBrk="0" hangingPunct="1">
                <a:defRPr sz="1800" kern="1200">
                  <a:solidFill>
                    <a:schemeClr val="lt1"/>
                  </a:solidFill>
                  <a:latin typeface="+mn-lt"/>
                  <a:ea typeface="+mn-ea"/>
                  <a:cs typeface="+mn-cs"/>
                </a:defRPr>
              </a:lvl2pPr>
              <a:lvl3pPr marL="914342" algn="l" defTabSz="914342" rtl="0" eaLnBrk="1" latinLnBrk="0" hangingPunct="1">
                <a:defRPr sz="1800" kern="1200">
                  <a:solidFill>
                    <a:schemeClr val="lt1"/>
                  </a:solidFill>
                  <a:latin typeface="+mn-lt"/>
                  <a:ea typeface="+mn-ea"/>
                  <a:cs typeface="+mn-cs"/>
                </a:defRPr>
              </a:lvl3pPr>
              <a:lvl4pPr marL="1371512" algn="l" defTabSz="914342" rtl="0" eaLnBrk="1" latinLnBrk="0" hangingPunct="1">
                <a:defRPr sz="1800" kern="1200">
                  <a:solidFill>
                    <a:schemeClr val="lt1"/>
                  </a:solidFill>
                  <a:latin typeface="+mn-lt"/>
                  <a:ea typeface="+mn-ea"/>
                  <a:cs typeface="+mn-cs"/>
                </a:defRPr>
              </a:lvl4pPr>
              <a:lvl5pPr marL="1828683" algn="l" defTabSz="914342" rtl="0" eaLnBrk="1" latinLnBrk="0" hangingPunct="1">
                <a:defRPr sz="1800" kern="1200">
                  <a:solidFill>
                    <a:schemeClr val="lt1"/>
                  </a:solidFill>
                  <a:latin typeface="+mn-lt"/>
                  <a:ea typeface="+mn-ea"/>
                  <a:cs typeface="+mn-cs"/>
                </a:defRPr>
              </a:lvl5pPr>
              <a:lvl6pPr marL="2285854" algn="l" defTabSz="914342" rtl="0" eaLnBrk="1" latinLnBrk="0" hangingPunct="1">
                <a:defRPr sz="1800" kern="1200">
                  <a:solidFill>
                    <a:schemeClr val="lt1"/>
                  </a:solidFill>
                  <a:latin typeface="+mn-lt"/>
                  <a:ea typeface="+mn-ea"/>
                  <a:cs typeface="+mn-cs"/>
                </a:defRPr>
              </a:lvl6pPr>
              <a:lvl7pPr marL="2743025" algn="l" defTabSz="914342" rtl="0" eaLnBrk="1" latinLnBrk="0" hangingPunct="1">
                <a:defRPr sz="1800" kern="1200">
                  <a:solidFill>
                    <a:schemeClr val="lt1"/>
                  </a:solidFill>
                  <a:latin typeface="+mn-lt"/>
                  <a:ea typeface="+mn-ea"/>
                  <a:cs typeface="+mn-cs"/>
                </a:defRPr>
              </a:lvl7pPr>
              <a:lvl8pPr marL="3200195" algn="l" defTabSz="914342" rtl="0" eaLnBrk="1" latinLnBrk="0" hangingPunct="1">
                <a:defRPr sz="1800" kern="1200">
                  <a:solidFill>
                    <a:schemeClr val="lt1"/>
                  </a:solidFill>
                  <a:latin typeface="+mn-lt"/>
                  <a:ea typeface="+mn-ea"/>
                  <a:cs typeface="+mn-cs"/>
                </a:defRPr>
              </a:lvl8pPr>
              <a:lvl9pPr marL="3657366" algn="l" defTabSz="914342" rtl="0" eaLnBrk="1" latinLnBrk="0" hangingPunct="1">
                <a:defRPr sz="1800" kern="1200">
                  <a:solidFill>
                    <a:schemeClr val="lt1"/>
                  </a:solidFill>
                  <a:latin typeface="+mn-lt"/>
                  <a:ea typeface="+mn-ea"/>
                  <a:cs typeface="+mn-cs"/>
                </a:defRPr>
              </a:lvl9pPr>
            </a:lstStyle>
            <a:p>
              <a:r>
                <a:rPr lang="en-US" sz="1600" dirty="0">
                  <a:solidFill>
                    <a:schemeClr val="bg1"/>
                  </a:solidFill>
                </a:rPr>
                <a:t>Miscellaneous Activities</a:t>
              </a:r>
            </a:p>
          </p:txBody>
        </p:sp>
        <p:sp>
          <p:nvSpPr>
            <p:cNvPr id="11" name="Freeform 3">
              <a:extLst>
                <a:ext uri="{FF2B5EF4-FFF2-40B4-BE49-F238E27FC236}">
                  <a16:creationId xmlns:a16="http://schemas.microsoft.com/office/drawing/2014/main" id="{2FFD8F52-3E79-51D7-1D94-E88CD6CE3A9B}"/>
                </a:ext>
              </a:extLst>
            </p:cNvPr>
            <p:cNvSpPr>
              <a:spLocks/>
            </p:cNvSpPr>
            <p:nvPr/>
          </p:nvSpPr>
          <p:spPr bwMode="gray">
            <a:xfrm>
              <a:off x="1803655" y="6270965"/>
              <a:ext cx="2834640" cy="777240"/>
            </a:xfrm>
            <a:prstGeom prst="roundRect">
              <a:avLst>
                <a:gd name="adj" fmla="val 50000"/>
              </a:avLst>
            </a:prstGeom>
            <a:solidFill>
              <a:srgbClr val="8DC032"/>
            </a:solidFill>
            <a:ln w="9525">
              <a:noFill/>
            </a:ln>
            <a:effectLst/>
          </p:spPr>
          <p:style>
            <a:lnRef idx="3">
              <a:schemeClr val="lt1"/>
            </a:lnRef>
            <a:fillRef idx="1">
              <a:schemeClr val="accent6"/>
            </a:fillRef>
            <a:effectRef idx="1">
              <a:schemeClr val="accent6"/>
            </a:effectRef>
            <a:fontRef idx="minor">
              <a:schemeClr val="lt1"/>
            </a:fontRef>
          </p:style>
          <p:txBody>
            <a:bodyPr wrap="square" lIns="612000" tIns="68580" rIns="68580" bIns="68580" rtlCol="0" anchor="ctr"/>
            <a:lstStyle>
              <a:defPPr>
                <a:defRPr lang="en-US"/>
              </a:defPPr>
              <a:lvl1pPr marL="0" algn="l" defTabSz="914342" rtl="0" eaLnBrk="1" latinLnBrk="0" hangingPunct="1">
                <a:defRPr sz="1800" kern="1200">
                  <a:solidFill>
                    <a:schemeClr val="lt1"/>
                  </a:solidFill>
                  <a:latin typeface="+mn-lt"/>
                  <a:ea typeface="+mn-ea"/>
                  <a:cs typeface="+mn-cs"/>
                </a:defRPr>
              </a:lvl1pPr>
              <a:lvl2pPr marL="457171" algn="l" defTabSz="914342" rtl="0" eaLnBrk="1" latinLnBrk="0" hangingPunct="1">
                <a:defRPr sz="1800" kern="1200">
                  <a:solidFill>
                    <a:schemeClr val="lt1"/>
                  </a:solidFill>
                  <a:latin typeface="+mn-lt"/>
                  <a:ea typeface="+mn-ea"/>
                  <a:cs typeface="+mn-cs"/>
                </a:defRPr>
              </a:lvl2pPr>
              <a:lvl3pPr marL="914342" algn="l" defTabSz="914342" rtl="0" eaLnBrk="1" latinLnBrk="0" hangingPunct="1">
                <a:defRPr sz="1800" kern="1200">
                  <a:solidFill>
                    <a:schemeClr val="lt1"/>
                  </a:solidFill>
                  <a:latin typeface="+mn-lt"/>
                  <a:ea typeface="+mn-ea"/>
                  <a:cs typeface="+mn-cs"/>
                </a:defRPr>
              </a:lvl3pPr>
              <a:lvl4pPr marL="1371512" algn="l" defTabSz="914342" rtl="0" eaLnBrk="1" latinLnBrk="0" hangingPunct="1">
                <a:defRPr sz="1800" kern="1200">
                  <a:solidFill>
                    <a:schemeClr val="lt1"/>
                  </a:solidFill>
                  <a:latin typeface="+mn-lt"/>
                  <a:ea typeface="+mn-ea"/>
                  <a:cs typeface="+mn-cs"/>
                </a:defRPr>
              </a:lvl4pPr>
              <a:lvl5pPr marL="1828683" algn="l" defTabSz="914342" rtl="0" eaLnBrk="1" latinLnBrk="0" hangingPunct="1">
                <a:defRPr sz="1800" kern="1200">
                  <a:solidFill>
                    <a:schemeClr val="lt1"/>
                  </a:solidFill>
                  <a:latin typeface="+mn-lt"/>
                  <a:ea typeface="+mn-ea"/>
                  <a:cs typeface="+mn-cs"/>
                </a:defRPr>
              </a:lvl5pPr>
              <a:lvl6pPr marL="2285854" algn="l" defTabSz="914342" rtl="0" eaLnBrk="1" latinLnBrk="0" hangingPunct="1">
                <a:defRPr sz="1800" kern="1200">
                  <a:solidFill>
                    <a:schemeClr val="lt1"/>
                  </a:solidFill>
                  <a:latin typeface="+mn-lt"/>
                  <a:ea typeface="+mn-ea"/>
                  <a:cs typeface="+mn-cs"/>
                </a:defRPr>
              </a:lvl6pPr>
              <a:lvl7pPr marL="2743025" algn="l" defTabSz="914342" rtl="0" eaLnBrk="1" latinLnBrk="0" hangingPunct="1">
                <a:defRPr sz="1800" kern="1200">
                  <a:solidFill>
                    <a:schemeClr val="lt1"/>
                  </a:solidFill>
                  <a:latin typeface="+mn-lt"/>
                  <a:ea typeface="+mn-ea"/>
                  <a:cs typeface="+mn-cs"/>
                </a:defRPr>
              </a:lvl7pPr>
              <a:lvl8pPr marL="3200195" algn="l" defTabSz="914342" rtl="0" eaLnBrk="1" latinLnBrk="0" hangingPunct="1">
                <a:defRPr sz="1800" kern="1200">
                  <a:solidFill>
                    <a:schemeClr val="lt1"/>
                  </a:solidFill>
                  <a:latin typeface="+mn-lt"/>
                  <a:ea typeface="+mn-ea"/>
                  <a:cs typeface="+mn-cs"/>
                </a:defRPr>
              </a:lvl8pPr>
              <a:lvl9pPr marL="3657366" algn="l" defTabSz="914342" rtl="0" eaLnBrk="1" latinLnBrk="0" hangingPunct="1">
                <a:defRPr sz="1800" kern="1200">
                  <a:solidFill>
                    <a:schemeClr val="lt1"/>
                  </a:solidFill>
                  <a:latin typeface="+mn-lt"/>
                  <a:ea typeface="+mn-ea"/>
                  <a:cs typeface="+mn-cs"/>
                </a:defRPr>
              </a:lvl9pPr>
            </a:lstStyle>
            <a:p>
              <a:r>
                <a:rPr lang="en-US" sz="1600" dirty="0">
                  <a:solidFill>
                    <a:schemeClr val="bg1"/>
                  </a:solidFill>
                </a:rPr>
                <a:t>Support in Tariff and Other related Activities</a:t>
              </a:r>
            </a:p>
          </p:txBody>
        </p:sp>
        <p:sp>
          <p:nvSpPr>
            <p:cNvPr id="12" name="Freeform 3">
              <a:extLst>
                <a:ext uri="{FF2B5EF4-FFF2-40B4-BE49-F238E27FC236}">
                  <a16:creationId xmlns:a16="http://schemas.microsoft.com/office/drawing/2014/main" id="{10A8DB62-BEC6-B23B-F72C-F48231940C04}"/>
                </a:ext>
              </a:extLst>
            </p:cNvPr>
            <p:cNvSpPr>
              <a:spLocks/>
            </p:cNvSpPr>
            <p:nvPr/>
          </p:nvSpPr>
          <p:spPr bwMode="gray">
            <a:xfrm>
              <a:off x="883100" y="4618284"/>
              <a:ext cx="2834640" cy="777240"/>
            </a:xfrm>
            <a:prstGeom prst="roundRect">
              <a:avLst>
                <a:gd name="adj" fmla="val 50000"/>
              </a:avLst>
            </a:prstGeom>
            <a:solidFill>
              <a:srgbClr val="004F59"/>
            </a:solidFill>
            <a:ln w="9525">
              <a:noFill/>
            </a:ln>
            <a:effectLst/>
          </p:spPr>
          <p:style>
            <a:lnRef idx="3">
              <a:schemeClr val="lt1"/>
            </a:lnRef>
            <a:fillRef idx="1">
              <a:schemeClr val="accent6"/>
            </a:fillRef>
            <a:effectRef idx="1">
              <a:schemeClr val="accent6"/>
            </a:effectRef>
            <a:fontRef idx="minor">
              <a:schemeClr val="lt1"/>
            </a:fontRef>
          </p:style>
          <p:txBody>
            <a:bodyPr wrap="square" lIns="612000" tIns="68580" rIns="68580" bIns="68580" rtlCol="0" anchor="ctr"/>
            <a:lstStyle>
              <a:defPPr>
                <a:defRPr lang="en-US"/>
              </a:defPPr>
              <a:lvl1pPr marL="0" algn="l" defTabSz="914342" rtl="0" eaLnBrk="1" latinLnBrk="0" hangingPunct="1">
                <a:defRPr sz="1800" kern="1200">
                  <a:solidFill>
                    <a:schemeClr val="lt1"/>
                  </a:solidFill>
                  <a:latin typeface="+mn-lt"/>
                  <a:ea typeface="+mn-ea"/>
                  <a:cs typeface="+mn-cs"/>
                </a:defRPr>
              </a:lvl1pPr>
              <a:lvl2pPr marL="457171" algn="l" defTabSz="914342" rtl="0" eaLnBrk="1" latinLnBrk="0" hangingPunct="1">
                <a:defRPr sz="1800" kern="1200">
                  <a:solidFill>
                    <a:schemeClr val="lt1"/>
                  </a:solidFill>
                  <a:latin typeface="+mn-lt"/>
                  <a:ea typeface="+mn-ea"/>
                  <a:cs typeface="+mn-cs"/>
                </a:defRPr>
              </a:lvl2pPr>
              <a:lvl3pPr marL="914342" algn="l" defTabSz="914342" rtl="0" eaLnBrk="1" latinLnBrk="0" hangingPunct="1">
                <a:defRPr sz="1800" kern="1200">
                  <a:solidFill>
                    <a:schemeClr val="lt1"/>
                  </a:solidFill>
                  <a:latin typeface="+mn-lt"/>
                  <a:ea typeface="+mn-ea"/>
                  <a:cs typeface="+mn-cs"/>
                </a:defRPr>
              </a:lvl3pPr>
              <a:lvl4pPr marL="1371512" algn="l" defTabSz="914342" rtl="0" eaLnBrk="1" latinLnBrk="0" hangingPunct="1">
                <a:defRPr sz="1800" kern="1200">
                  <a:solidFill>
                    <a:schemeClr val="lt1"/>
                  </a:solidFill>
                  <a:latin typeface="+mn-lt"/>
                  <a:ea typeface="+mn-ea"/>
                  <a:cs typeface="+mn-cs"/>
                </a:defRPr>
              </a:lvl4pPr>
              <a:lvl5pPr marL="1828683" algn="l" defTabSz="914342" rtl="0" eaLnBrk="1" latinLnBrk="0" hangingPunct="1">
                <a:defRPr sz="1800" kern="1200">
                  <a:solidFill>
                    <a:schemeClr val="lt1"/>
                  </a:solidFill>
                  <a:latin typeface="+mn-lt"/>
                  <a:ea typeface="+mn-ea"/>
                  <a:cs typeface="+mn-cs"/>
                </a:defRPr>
              </a:lvl5pPr>
              <a:lvl6pPr marL="2285854" algn="l" defTabSz="914342" rtl="0" eaLnBrk="1" latinLnBrk="0" hangingPunct="1">
                <a:defRPr sz="1800" kern="1200">
                  <a:solidFill>
                    <a:schemeClr val="lt1"/>
                  </a:solidFill>
                  <a:latin typeface="+mn-lt"/>
                  <a:ea typeface="+mn-ea"/>
                  <a:cs typeface="+mn-cs"/>
                </a:defRPr>
              </a:lvl6pPr>
              <a:lvl7pPr marL="2743025" algn="l" defTabSz="914342" rtl="0" eaLnBrk="1" latinLnBrk="0" hangingPunct="1">
                <a:defRPr sz="1800" kern="1200">
                  <a:solidFill>
                    <a:schemeClr val="lt1"/>
                  </a:solidFill>
                  <a:latin typeface="+mn-lt"/>
                  <a:ea typeface="+mn-ea"/>
                  <a:cs typeface="+mn-cs"/>
                </a:defRPr>
              </a:lvl7pPr>
              <a:lvl8pPr marL="3200195" algn="l" defTabSz="914342" rtl="0" eaLnBrk="1" latinLnBrk="0" hangingPunct="1">
                <a:defRPr sz="1800" kern="1200">
                  <a:solidFill>
                    <a:schemeClr val="lt1"/>
                  </a:solidFill>
                  <a:latin typeface="+mn-lt"/>
                  <a:ea typeface="+mn-ea"/>
                  <a:cs typeface="+mn-cs"/>
                </a:defRPr>
              </a:lvl8pPr>
              <a:lvl9pPr marL="3657366" algn="l" defTabSz="914342" rtl="0" eaLnBrk="1" latinLnBrk="0" hangingPunct="1">
                <a:defRPr sz="1800" kern="1200">
                  <a:solidFill>
                    <a:schemeClr val="lt1"/>
                  </a:solidFill>
                  <a:latin typeface="+mn-lt"/>
                  <a:ea typeface="+mn-ea"/>
                  <a:cs typeface="+mn-cs"/>
                </a:defRPr>
              </a:lvl9pPr>
            </a:lstStyle>
            <a:p>
              <a:r>
                <a:rPr lang="en-US" sz="1600" dirty="0">
                  <a:solidFill>
                    <a:schemeClr val="bg1"/>
                  </a:solidFill>
                </a:rPr>
                <a:t>Policies and Processes</a:t>
              </a:r>
            </a:p>
          </p:txBody>
        </p:sp>
        <p:sp>
          <p:nvSpPr>
            <p:cNvPr id="13" name="Freeform 3">
              <a:extLst>
                <a:ext uri="{FF2B5EF4-FFF2-40B4-BE49-F238E27FC236}">
                  <a16:creationId xmlns:a16="http://schemas.microsoft.com/office/drawing/2014/main" id="{0A97C3DD-2A88-6E2F-D4F1-48D0AA99424A}"/>
                </a:ext>
              </a:extLst>
            </p:cNvPr>
            <p:cNvSpPr>
              <a:spLocks/>
            </p:cNvSpPr>
            <p:nvPr/>
          </p:nvSpPr>
          <p:spPr bwMode="gray">
            <a:xfrm>
              <a:off x="858801" y="2748884"/>
              <a:ext cx="2834640" cy="777240"/>
            </a:xfrm>
            <a:prstGeom prst="roundRect">
              <a:avLst>
                <a:gd name="adj" fmla="val 50000"/>
              </a:avLst>
            </a:prstGeom>
            <a:solidFill>
              <a:srgbClr val="046A38"/>
            </a:solidFill>
            <a:ln w="9525">
              <a:noFill/>
            </a:ln>
            <a:effectLst/>
          </p:spPr>
          <p:style>
            <a:lnRef idx="3">
              <a:schemeClr val="lt1"/>
            </a:lnRef>
            <a:fillRef idx="1">
              <a:schemeClr val="accent6"/>
            </a:fillRef>
            <a:effectRef idx="1">
              <a:schemeClr val="accent6"/>
            </a:effectRef>
            <a:fontRef idx="minor">
              <a:schemeClr val="lt1"/>
            </a:fontRef>
          </p:style>
          <p:txBody>
            <a:bodyPr wrap="square" lIns="612000" tIns="68580" rIns="68580" bIns="68580" rtlCol="0" anchor="ctr"/>
            <a:lstStyle>
              <a:defPPr>
                <a:defRPr lang="en-US"/>
              </a:defPPr>
              <a:lvl1pPr marL="0" algn="l" defTabSz="914342" rtl="0" eaLnBrk="1" latinLnBrk="0" hangingPunct="1">
                <a:defRPr sz="1800" kern="1200">
                  <a:solidFill>
                    <a:schemeClr val="lt1"/>
                  </a:solidFill>
                  <a:latin typeface="+mn-lt"/>
                  <a:ea typeface="+mn-ea"/>
                  <a:cs typeface="+mn-cs"/>
                </a:defRPr>
              </a:lvl1pPr>
              <a:lvl2pPr marL="457171" algn="l" defTabSz="914342" rtl="0" eaLnBrk="1" latinLnBrk="0" hangingPunct="1">
                <a:defRPr sz="1800" kern="1200">
                  <a:solidFill>
                    <a:schemeClr val="lt1"/>
                  </a:solidFill>
                  <a:latin typeface="+mn-lt"/>
                  <a:ea typeface="+mn-ea"/>
                  <a:cs typeface="+mn-cs"/>
                </a:defRPr>
              </a:lvl2pPr>
              <a:lvl3pPr marL="914342" algn="l" defTabSz="914342" rtl="0" eaLnBrk="1" latinLnBrk="0" hangingPunct="1">
                <a:defRPr sz="1800" kern="1200">
                  <a:solidFill>
                    <a:schemeClr val="lt1"/>
                  </a:solidFill>
                  <a:latin typeface="+mn-lt"/>
                  <a:ea typeface="+mn-ea"/>
                  <a:cs typeface="+mn-cs"/>
                </a:defRPr>
              </a:lvl3pPr>
              <a:lvl4pPr marL="1371512" algn="l" defTabSz="914342" rtl="0" eaLnBrk="1" latinLnBrk="0" hangingPunct="1">
                <a:defRPr sz="1800" kern="1200">
                  <a:solidFill>
                    <a:schemeClr val="lt1"/>
                  </a:solidFill>
                  <a:latin typeface="+mn-lt"/>
                  <a:ea typeface="+mn-ea"/>
                  <a:cs typeface="+mn-cs"/>
                </a:defRPr>
              </a:lvl4pPr>
              <a:lvl5pPr marL="1828683" algn="l" defTabSz="914342" rtl="0" eaLnBrk="1" latinLnBrk="0" hangingPunct="1">
                <a:defRPr sz="1800" kern="1200">
                  <a:solidFill>
                    <a:schemeClr val="lt1"/>
                  </a:solidFill>
                  <a:latin typeface="+mn-lt"/>
                  <a:ea typeface="+mn-ea"/>
                  <a:cs typeface="+mn-cs"/>
                </a:defRPr>
              </a:lvl5pPr>
              <a:lvl6pPr marL="2285854" algn="l" defTabSz="914342" rtl="0" eaLnBrk="1" latinLnBrk="0" hangingPunct="1">
                <a:defRPr sz="1800" kern="1200">
                  <a:solidFill>
                    <a:schemeClr val="lt1"/>
                  </a:solidFill>
                  <a:latin typeface="+mn-lt"/>
                  <a:ea typeface="+mn-ea"/>
                  <a:cs typeface="+mn-cs"/>
                </a:defRPr>
              </a:lvl6pPr>
              <a:lvl7pPr marL="2743025" algn="l" defTabSz="914342" rtl="0" eaLnBrk="1" latinLnBrk="0" hangingPunct="1">
                <a:defRPr sz="1800" kern="1200">
                  <a:solidFill>
                    <a:schemeClr val="lt1"/>
                  </a:solidFill>
                  <a:latin typeface="+mn-lt"/>
                  <a:ea typeface="+mn-ea"/>
                  <a:cs typeface="+mn-cs"/>
                </a:defRPr>
              </a:lvl7pPr>
              <a:lvl8pPr marL="3200195" algn="l" defTabSz="914342" rtl="0" eaLnBrk="1" latinLnBrk="0" hangingPunct="1">
                <a:defRPr sz="1800" kern="1200">
                  <a:solidFill>
                    <a:schemeClr val="lt1"/>
                  </a:solidFill>
                  <a:latin typeface="+mn-lt"/>
                  <a:ea typeface="+mn-ea"/>
                  <a:cs typeface="+mn-cs"/>
                </a:defRPr>
              </a:lvl8pPr>
              <a:lvl9pPr marL="3657366" algn="l" defTabSz="914342" rtl="0" eaLnBrk="1" latinLnBrk="0" hangingPunct="1">
                <a:defRPr sz="1800" kern="1200">
                  <a:solidFill>
                    <a:schemeClr val="lt1"/>
                  </a:solidFill>
                  <a:latin typeface="+mn-lt"/>
                  <a:ea typeface="+mn-ea"/>
                  <a:cs typeface="+mn-cs"/>
                </a:defRPr>
              </a:lvl9pPr>
            </a:lstStyle>
            <a:p>
              <a:r>
                <a:rPr lang="en-US" sz="1600" dirty="0">
                  <a:solidFill>
                    <a:schemeClr val="bg1"/>
                  </a:solidFill>
                </a:rPr>
                <a:t>PPA &amp; Contractual Activities</a:t>
              </a:r>
            </a:p>
          </p:txBody>
        </p:sp>
        <p:pic>
          <p:nvPicPr>
            <p:cNvPr id="8" name="Graphic 7" descr="Money with solid fill">
              <a:extLst>
                <a:ext uri="{FF2B5EF4-FFF2-40B4-BE49-F238E27FC236}">
                  <a16:creationId xmlns:a16="http://schemas.microsoft.com/office/drawing/2014/main" id="{8CB0AD6C-4AD6-39C3-E027-245DE82033E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030003" y="1473653"/>
              <a:ext cx="457200" cy="457200"/>
            </a:xfrm>
            <a:prstGeom prst="rect">
              <a:avLst/>
            </a:prstGeom>
          </p:spPr>
        </p:pic>
        <p:pic>
          <p:nvPicPr>
            <p:cNvPr id="16" name="Graphic 15" descr="Bar chart with solid fill">
              <a:extLst>
                <a:ext uri="{FF2B5EF4-FFF2-40B4-BE49-F238E27FC236}">
                  <a16:creationId xmlns:a16="http://schemas.microsoft.com/office/drawing/2014/main" id="{F74AE527-E1B7-40FE-EAF5-62326E53709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005024" y="2802222"/>
              <a:ext cx="477706" cy="477706"/>
            </a:xfrm>
            <a:prstGeom prst="rect">
              <a:avLst/>
            </a:prstGeom>
          </p:spPr>
        </p:pic>
        <p:pic>
          <p:nvPicPr>
            <p:cNvPr id="15" name="Graphic 14" descr="Lecturer with solid fill">
              <a:extLst>
                <a:ext uri="{FF2B5EF4-FFF2-40B4-BE49-F238E27FC236}">
                  <a16:creationId xmlns:a16="http://schemas.microsoft.com/office/drawing/2014/main" id="{D62D60C4-028A-F5F2-7F32-12617746EA5A}"/>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013888" y="4752689"/>
              <a:ext cx="501894" cy="501894"/>
            </a:xfrm>
            <a:prstGeom prst="rect">
              <a:avLst/>
            </a:prstGeom>
          </p:spPr>
        </p:pic>
        <p:pic>
          <p:nvPicPr>
            <p:cNvPr id="18" name="Graphic 17" descr="Gavel with solid fill">
              <a:extLst>
                <a:ext uri="{FF2B5EF4-FFF2-40B4-BE49-F238E27FC236}">
                  <a16:creationId xmlns:a16="http://schemas.microsoft.com/office/drawing/2014/main" id="{C59E2D49-B161-E8F8-68EA-364D812FE032}"/>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941957" y="6325083"/>
              <a:ext cx="541765" cy="541765"/>
            </a:xfrm>
            <a:prstGeom prst="rect">
              <a:avLst/>
            </a:prstGeom>
          </p:spPr>
        </p:pic>
        <p:pic>
          <p:nvPicPr>
            <p:cNvPr id="17" name="Graphic 16" descr="Coins with solid fill">
              <a:extLst>
                <a:ext uri="{FF2B5EF4-FFF2-40B4-BE49-F238E27FC236}">
                  <a16:creationId xmlns:a16="http://schemas.microsoft.com/office/drawing/2014/main" id="{9B65C6BF-5EED-442A-04D8-927FBDF0682E}"/>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901283" y="6423296"/>
              <a:ext cx="531688" cy="531688"/>
            </a:xfrm>
            <a:prstGeom prst="rect">
              <a:avLst/>
            </a:prstGeom>
          </p:spPr>
        </p:pic>
        <p:pic>
          <p:nvPicPr>
            <p:cNvPr id="20" name="Graphic 19" descr="Workflow with solid fill">
              <a:extLst>
                <a:ext uri="{FF2B5EF4-FFF2-40B4-BE49-F238E27FC236}">
                  <a16:creationId xmlns:a16="http://schemas.microsoft.com/office/drawing/2014/main" id="{2D69F025-992E-0222-6FDD-30CA66F27560}"/>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074960" y="4766234"/>
              <a:ext cx="512011" cy="512011"/>
            </a:xfrm>
            <a:prstGeom prst="rect">
              <a:avLst/>
            </a:prstGeom>
          </p:spPr>
        </p:pic>
        <p:pic>
          <p:nvPicPr>
            <p:cNvPr id="22" name="Graphic 21" descr="Contract with solid fill">
              <a:extLst>
                <a:ext uri="{FF2B5EF4-FFF2-40B4-BE49-F238E27FC236}">
                  <a16:creationId xmlns:a16="http://schemas.microsoft.com/office/drawing/2014/main" id="{F3A26AA4-48BB-C6B3-B69B-AC36A8E77650}"/>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956517" y="2891097"/>
              <a:ext cx="543114" cy="543114"/>
            </a:xfrm>
            <a:prstGeom prst="rect">
              <a:avLst/>
            </a:prstGeom>
          </p:spPr>
        </p:pic>
        <p:pic>
          <p:nvPicPr>
            <p:cNvPr id="24" name="Graphic 23" descr="Briefcase with solid fill">
              <a:extLst>
                <a:ext uri="{FF2B5EF4-FFF2-40B4-BE49-F238E27FC236}">
                  <a16:creationId xmlns:a16="http://schemas.microsoft.com/office/drawing/2014/main" id="{F520E1AB-290D-7FF8-76D0-E77D2EA1FED8}"/>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612118" y="1491137"/>
              <a:ext cx="450590" cy="450590"/>
            </a:xfrm>
            <a:prstGeom prst="rect">
              <a:avLst/>
            </a:prstGeom>
          </p:spPr>
        </p:pic>
        <p:sp>
          <p:nvSpPr>
            <p:cNvPr id="7" name="Oval 6">
              <a:extLst>
                <a:ext uri="{FF2B5EF4-FFF2-40B4-BE49-F238E27FC236}">
                  <a16:creationId xmlns:a16="http://schemas.microsoft.com/office/drawing/2014/main" id="{C26F4DEA-0F97-B0D4-E9BF-3FE22410A6CF}"/>
                </a:ext>
              </a:extLst>
            </p:cNvPr>
            <p:cNvSpPr/>
            <p:nvPr/>
          </p:nvSpPr>
          <p:spPr bwMode="gray">
            <a:xfrm>
              <a:off x="5936227" y="3312421"/>
              <a:ext cx="1554480" cy="1554480"/>
            </a:xfrm>
            <a:prstGeom prst="ellipse">
              <a:avLst/>
            </a:prstGeom>
            <a:solidFill>
              <a:schemeClr val="tx1"/>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500" b="1" dirty="0">
                <a:solidFill>
                  <a:schemeClr val="bg1"/>
                </a:solidFill>
              </a:endParaRPr>
            </a:p>
          </p:txBody>
        </p:sp>
        <p:sp>
          <p:nvSpPr>
            <p:cNvPr id="19" name="TextBox 18">
              <a:extLst>
                <a:ext uri="{FF2B5EF4-FFF2-40B4-BE49-F238E27FC236}">
                  <a16:creationId xmlns:a16="http://schemas.microsoft.com/office/drawing/2014/main" id="{702DA36B-7655-586D-F53B-309E68D3ECB9}"/>
                </a:ext>
              </a:extLst>
            </p:cNvPr>
            <p:cNvSpPr txBox="1"/>
            <p:nvPr/>
          </p:nvSpPr>
          <p:spPr>
            <a:xfrm>
              <a:off x="5985655" y="3784794"/>
              <a:ext cx="1419093" cy="738664"/>
            </a:xfrm>
            <a:prstGeom prst="rect">
              <a:avLst/>
            </a:prstGeom>
            <a:noFill/>
          </p:spPr>
          <p:txBody>
            <a:bodyPr wrap="square" lIns="0" tIns="0" rIns="0" bIns="0" rtlCol="0">
              <a:spAutoFit/>
            </a:bodyPr>
            <a:lstStyle/>
            <a:p>
              <a:pPr algn="ctr">
                <a:spcBef>
                  <a:spcPts val="600"/>
                </a:spcBef>
                <a:buSzPct val="100000"/>
              </a:pPr>
              <a:r>
                <a:rPr lang="en-US" sz="1600" b="1" dirty="0">
                  <a:solidFill>
                    <a:schemeClr val="bg1"/>
                  </a:solidFill>
                </a:rPr>
                <a:t>Identified Modules from SoW</a:t>
              </a:r>
            </a:p>
          </p:txBody>
        </p:sp>
      </p:grpSp>
    </p:spTree>
    <p:extLst>
      <p:ext uri="{BB962C8B-B14F-4D97-AF65-F5344CB8AC3E}">
        <p14:creationId xmlns:p14="http://schemas.microsoft.com/office/powerpoint/2010/main" val="742698997"/>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08585-C9EC-DA96-5E20-4A3082B22647}"/>
            </a:ext>
          </a:extLst>
        </p:cNvPr>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388731AE-9925-64FF-5BB5-D1DD220BFAA9}"/>
              </a:ext>
            </a:extLst>
          </p:cNvPr>
          <p:cNvGraphicFramePr>
            <a:graphicFrameLocks noChangeAspect="1"/>
          </p:cNvGraphicFramePr>
          <p:nvPr>
            <p:custDataLst>
              <p:tags r:id="rId1"/>
            </p:custDataLst>
            <p:extLst>
              <p:ext uri="{D42A27DB-BD31-4B8C-83A1-F6EECF244321}">
                <p14:modId xmlns:p14="http://schemas.microsoft.com/office/powerpoint/2010/main" val="258974074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6" name="Object 5" hidden="1">
                        <a:extLst>
                          <a:ext uri="{FF2B5EF4-FFF2-40B4-BE49-F238E27FC236}">
                            <a16:creationId xmlns:a16="http://schemas.microsoft.com/office/drawing/2014/main" id="{388731AE-9925-64FF-5BB5-D1DD220BFAA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0B3D52DB-2D53-CDA0-D579-99F0D7150E7C}"/>
              </a:ext>
            </a:extLst>
          </p:cNvPr>
          <p:cNvSpPr>
            <a:spLocks noGrp="1"/>
          </p:cNvSpPr>
          <p:nvPr>
            <p:ph type="title"/>
          </p:nvPr>
        </p:nvSpPr>
        <p:spPr>
          <a:xfrm>
            <a:off x="553189" y="350134"/>
            <a:ext cx="12490782" cy="465114"/>
          </a:xfrm>
        </p:spPr>
        <p:txBody>
          <a:bodyPr vert="horz"/>
          <a:lstStyle/>
          <a:p>
            <a:r>
              <a:rPr lang="en-IN" dirty="0"/>
              <a:t>Inclusions in line with ERC Roadmap</a:t>
            </a:r>
          </a:p>
        </p:txBody>
      </p:sp>
      <p:sp>
        <p:nvSpPr>
          <p:cNvPr id="112" name="TextBox 111">
            <a:extLst>
              <a:ext uri="{FF2B5EF4-FFF2-40B4-BE49-F238E27FC236}">
                <a16:creationId xmlns:a16="http://schemas.microsoft.com/office/drawing/2014/main" id="{4F8C7CC3-12C7-59D5-6569-FF3B7B36B715}"/>
              </a:ext>
            </a:extLst>
          </p:cNvPr>
          <p:cNvSpPr txBox="1"/>
          <p:nvPr/>
        </p:nvSpPr>
        <p:spPr>
          <a:xfrm>
            <a:off x="348613" y="6981430"/>
            <a:ext cx="12817250" cy="307777"/>
          </a:xfrm>
          <a:prstGeom prst="rect">
            <a:avLst/>
          </a:prstGeom>
          <a:noFill/>
        </p:spPr>
        <p:txBody>
          <a:bodyPr wrap="square">
            <a:spAutoFit/>
          </a:bodyPr>
          <a:lstStyle/>
          <a:p>
            <a:r>
              <a:rPr lang="en-US" sz="1400" i="1" dirty="0"/>
              <a:t>Detailed Mapping of Roadmap Activities with respect to coverage under Scope of Work as per </a:t>
            </a:r>
            <a:r>
              <a:rPr lang="en-US" sz="1400" i="1" dirty="0" err="1"/>
              <a:t>RfP</a:t>
            </a:r>
            <a:r>
              <a:rPr lang="en-US" sz="1400" i="1" dirty="0"/>
              <a:t> is provided in </a:t>
            </a:r>
            <a:r>
              <a:rPr lang="en-US" sz="1400" i="1" dirty="0">
                <a:solidFill>
                  <a:schemeClr val="accent3">
                    <a:lumMod val="75000"/>
                  </a:schemeClr>
                </a:solidFill>
                <a:hlinkClick r:id="rId5" action="ppaction://hlinksldjump"/>
              </a:rPr>
              <a:t>Annexure</a:t>
            </a:r>
            <a:endParaRPr lang="en-US" sz="1400" i="1" dirty="0">
              <a:solidFill>
                <a:schemeClr val="accent3">
                  <a:lumMod val="75000"/>
                </a:schemeClr>
              </a:solidFill>
            </a:endParaRPr>
          </a:p>
        </p:txBody>
      </p:sp>
      <p:sp>
        <p:nvSpPr>
          <p:cNvPr id="77" name="Freeform 40">
            <a:extLst>
              <a:ext uri="{FF2B5EF4-FFF2-40B4-BE49-F238E27FC236}">
                <a16:creationId xmlns:a16="http://schemas.microsoft.com/office/drawing/2014/main" id="{ACD7E46E-1437-9571-C71B-A9B680EBEFE2}"/>
              </a:ext>
            </a:extLst>
          </p:cNvPr>
          <p:cNvSpPr>
            <a:spLocks/>
          </p:cNvSpPr>
          <p:nvPr/>
        </p:nvSpPr>
        <p:spPr bwMode="auto">
          <a:xfrm>
            <a:off x="407624" y="954337"/>
            <a:ext cx="11281272" cy="190989"/>
          </a:xfrm>
          <a:custGeom>
            <a:avLst/>
            <a:gdLst>
              <a:gd name="T0" fmla="*/ 6689 w 6826"/>
              <a:gd name="T1" fmla="*/ 0 h 272"/>
              <a:gd name="T2" fmla="*/ 6689 w 6826"/>
              <a:gd name="T3" fmla="*/ 0 h 272"/>
              <a:gd name="T4" fmla="*/ 0 w 6826"/>
              <a:gd name="T5" fmla="*/ 0 h 272"/>
              <a:gd name="T6" fmla="*/ 0 w 6826"/>
              <a:gd name="T7" fmla="*/ 272 h 272"/>
              <a:gd name="T8" fmla="*/ 6689 w 6826"/>
              <a:gd name="T9" fmla="*/ 272 h 272"/>
              <a:gd name="T10" fmla="*/ 6826 w 6826"/>
              <a:gd name="T11" fmla="*/ 136 h 272"/>
              <a:gd name="T12" fmla="*/ 6689 w 6826"/>
              <a:gd name="T13" fmla="*/ 0 h 272"/>
            </a:gdLst>
            <a:ahLst/>
            <a:cxnLst>
              <a:cxn ang="0">
                <a:pos x="T0" y="T1"/>
              </a:cxn>
              <a:cxn ang="0">
                <a:pos x="T2" y="T3"/>
              </a:cxn>
              <a:cxn ang="0">
                <a:pos x="T4" y="T5"/>
              </a:cxn>
              <a:cxn ang="0">
                <a:pos x="T6" y="T7"/>
              </a:cxn>
              <a:cxn ang="0">
                <a:pos x="T8" y="T9"/>
              </a:cxn>
              <a:cxn ang="0">
                <a:pos x="T10" y="T11"/>
              </a:cxn>
              <a:cxn ang="0">
                <a:pos x="T12" y="T13"/>
              </a:cxn>
            </a:cxnLst>
            <a:rect l="0" t="0" r="r" b="b"/>
            <a:pathLst>
              <a:path w="6826" h="272">
                <a:moveTo>
                  <a:pt x="6689" y="0"/>
                </a:moveTo>
                <a:lnTo>
                  <a:pt x="6689" y="0"/>
                </a:lnTo>
                <a:lnTo>
                  <a:pt x="0" y="0"/>
                </a:lnTo>
                <a:lnTo>
                  <a:pt x="0" y="272"/>
                </a:lnTo>
                <a:lnTo>
                  <a:pt x="6689" y="272"/>
                </a:lnTo>
                <a:lnTo>
                  <a:pt x="6826" y="136"/>
                </a:lnTo>
                <a:lnTo>
                  <a:pt x="6689" y="0"/>
                </a:lnTo>
                <a:close/>
              </a:path>
            </a:pathLst>
          </a:custGeom>
          <a:solidFill>
            <a:srgbClr val="000000"/>
          </a:solidFill>
          <a:ln w="0">
            <a:noFill/>
            <a:prstDash val="solid"/>
            <a:round/>
            <a:headEnd/>
            <a:tailEnd/>
          </a:ln>
        </p:spPr>
        <p:txBody>
          <a:bodyPr vert="horz" wrap="square" lIns="91370" tIns="45685" rIns="91370" bIns="45685" numCol="1" anchor="t" anchorCtr="0" compatLnSpc="1">
            <a:prstTxWarp prst="textNoShape">
              <a:avLst/>
            </a:prstTxWarp>
          </a:bodyPr>
          <a:lstStyle/>
          <a:p>
            <a:pPr defTabSz="914400"/>
            <a:endParaRPr lang="en-US" sz="1300" dirty="0">
              <a:solidFill>
                <a:prstClr val="black"/>
              </a:solidFill>
              <a:latin typeface="Calibri"/>
            </a:endParaRPr>
          </a:p>
        </p:txBody>
      </p:sp>
      <p:grpSp>
        <p:nvGrpSpPr>
          <p:cNvPr id="114" name="Group 113">
            <a:extLst>
              <a:ext uri="{FF2B5EF4-FFF2-40B4-BE49-F238E27FC236}">
                <a16:creationId xmlns:a16="http://schemas.microsoft.com/office/drawing/2014/main" id="{D2296279-2BB6-1986-2809-C6687B6B0994}"/>
              </a:ext>
            </a:extLst>
          </p:cNvPr>
          <p:cNvGrpSpPr/>
          <p:nvPr/>
        </p:nvGrpSpPr>
        <p:grpSpPr>
          <a:xfrm>
            <a:off x="329104" y="1601266"/>
            <a:ext cx="6051377" cy="4945079"/>
            <a:chOff x="329104" y="1367586"/>
            <a:chExt cx="6158503" cy="5339424"/>
          </a:xfrm>
        </p:grpSpPr>
        <p:sp>
          <p:nvSpPr>
            <p:cNvPr id="82" name="Freeform 45">
              <a:extLst>
                <a:ext uri="{FF2B5EF4-FFF2-40B4-BE49-F238E27FC236}">
                  <a16:creationId xmlns:a16="http://schemas.microsoft.com/office/drawing/2014/main" id="{0D5124F1-9983-7BAD-FFCF-35528A5D3D78}"/>
                </a:ext>
              </a:extLst>
            </p:cNvPr>
            <p:cNvSpPr>
              <a:spLocks/>
            </p:cNvSpPr>
            <p:nvPr/>
          </p:nvSpPr>
          <p:spPr bwMode="auto">
            <a:xfrm>
              <a:off x="1195572" y="2141946"/>
              <a:ext cx="5292034" cy="576072"/>
            </a:xfrm>
            <a:custGeom>
              <a:avLst/>
              <a:gdLst>
                <a:gd name="T0" fmla="*/ 0 w 6988"/>
                <a:gd name="T1" fmla="*/ 0 h 878"/>
                <a:gd name="T2" fmla="*/ 0 w 6988"/>
                <a:gd name="T3" fmla="*/ 0 h 878"/>
                <a:gd name="T4" fmla="*/ 0 w 6988"/>
                <a:gd name="T5" fmla="*/ 878 h 878"/>
                <a:gd name="T6" fmla="*/ 6688 w 6988"/>
                <a:gd name="T7" fmla="*/ 878 h 878"/>
                <a:gd name="T8" fmla="*/ 6988 w 6988"/>
                <a:gd name="T9" fmla="*/ 440 h 878"/>
                <a:gd name="T10" fmla="*/ 6688 w 6988"/>
                <a:gd name="T11" fmla="*/ 0 h 878"/>
                <a:gd name="T12" fmla="*/ 0 w 6988"/>
                <a:gd name="T13" fmla="*/ 0 h 878"/>
              </a:gdLst>
              <a:ahLst/>
              <a:cxnLst>
                <a:cxn ang="0">
                  <a:pos x="T0" y="T1"/>
                </a:cxn>
                <a:cxn ang="0">
                  <a:pos x="T2" y="T3"/>
                </a:cxn>
                <a:cxn ang="0">
                  <a:pos x="T4" y="T5"/>
                </a:cxn>
                <a:cxn ang="0">
                  <a:pos x="T6" y="T7"/>
                </a:cxn>
                <a:cxn ang="0">
                  <a:pos x="T8" y="T9"/>
                </a:cxn>
                <a:cxn ang="0">
                  <a:pos x="T10" y="T11"/>
                </a:cxn>
                <a:cxn ang="0">
                  <a:pos x="T12" y="T13"/>
                </a:cxn>
              </a:cxnLst>
              <a:rect l="0" t="0" r="r" b="b"/>
              <a:pathLst>
                <a:path w="6988" h="878">
                  <a:moveTo>
                    <a:pt x="0" y="0"/>
                  </a:moveTo>
                  <a:lnTo>
                    <a:pt x="0" y="0"/>
                  </a:lnTo>
                  <a:lnTo>
                    <a:pt x="0" y="878"/>
                  </a:lnTo>
                  <a:lnTo>
                    <a:pt x="6688" y="878"/>
                  </a:lnTo>
                  <a:lnTo>
                    <a:pt x="6988" y="440"/>
                  </a:lnTo>
                  <a:lnTo>
                    <a:pt x="6688" y="0"/>
                  </a:lnTo>
                  <a:lnTo>
                    <a:pt x="0" y="0"/>
                  </a:lnTo>
                  <a:close/>
                </a:path>
              </a:pathLst>
            </a:custGeom>
            <a:solidFill>
              <a:srgbClr val="B9FFD9"/>
            </a:solidFill>
            <a:ln w="0">
              <a:noFill/>
              <a:prstDash val="solid"/>
              <a:round/>
              <a:headEnd/>
              <a:tailEnd/>
            </a:ln>
          </p:spPr>
          <p:txBody>
            <a:bodyPr vert="horz" wrap="square" lIns="91440" tIns="45720" rIns="360000" bIns="45720" numCol="1" anchor="ctr" anchorCtr="0" compatLnSpc="1">
              <a:prstTxWarp prst="textNoShape">
                <a:avLst/>
              </a:prstTxWarp>
            </a:bodyPr>
            <a:lstStyle/>
            <a:p>
              <a:pPr defTabSz="914400"/>
              <a:r>
                <a:rPr lang="en-US" sz="1400" dirty="0">
                  <a:latin typeface="+mj-lt"/>
                </a:rPr>
                <a:t>Short-term, Medium-term, and Long-term electricity demand forecast</a:t>
              </a:r>
            </a:p>
          </p:txBody>
        </p:sp>
        <p:sp>
          <p:nvSpPr>
            <p:cNvPr id="88" name="Freeform 50">
              <a:extLst>
                <a:ext uri="{FF2B5EF4-FFF2-40B4-BE49-F238E27FC236}">
                  <a16:creationId xmlns:a16="http://schemas.microsoft.com/office/drawing/2014/main" id="{8FB31DE7-7DA8-12E8-ED59-8D1D4D380892}"/>
                </a:ext>
              </a:extLst>
            </p:cNvPr>
            <p:cNvSpPr>
              <a:spLocks/>
            </p:cNvSpPr>
            <p:nvPr/>
          </p:nvSpPr>
          <p:spPr bwMode="auto">
            <a:xfrm>
              <a:off x="1195572" y="1367586"/>
              <a:ext cx="5292033" cy="576072"/>
            </a:xfrm>
            <a:custGeom>
              <a:avLst/>
              <a:gdLst>
                <a:gd name="T0" fmla="*/ 0 w 6988"/>
                <a:gd name="T1" fmla="*/ 0 h 822"/>
                <a:gd name="T2" fmla="*/ 0 w 6988"/>
                <a:gd name="T3" fmla="*/ 0 h 822"/>
                <a:gd name="T4" fmla="*/ 0 w 6988"/>
                <a:gd name="T5" fmla="*/ 822 h 822"/>
                <a:gd name="T6" fmla="*/ 6688 w 6988"/>
                <a:gd name="T7" fmla="*/ 822 h 822"/>
                <a:gd name="T8" fmla="*/ 6988 w 6988"/>
                <a:gd name="T9" fmla="*/ 415 h 822"/>
                <a:gd name="T10" fmla="*/ 6685 w 6988"/>
                <a:gd name="T11" fmla="*/ 0 h 822"/>
                <a:gd name="T12" fmla="*/ 0 w 6988"/>
                <a:gd name="T13" fmla="*/ 0 h 822"/>
              </a:gdLst>
              <a:ahLst/>
              <a:cxnLst>
                <a:cxn ang="0">
                  <a:pos x="T0" y="T1"/>
                </a:cxn>
                <a:cxn ang="0">
                  <a:pos x="T2" y="T3"/>
                </a:cxn>
                <a:cxn ang="0">
                  <a:pos x="T4" y="T5"/>
                </a:cxn>
                <a:cxn ang="0">
                  <a:pos x="T6" y="T7"/>
                </a:cxn>
                <a:cxn ang="0">
                  <a:pos x="T8" y="T9"/>
                </a:cxn>
                <a:cxn ang="0">
                  <a:pos x="T10" y="T11"/>
                </a:cxn>
                <a:cxn ang="0">
                  <a:pos x="T12" y="T13"/>
                </a:cxn>
              </a:cxnLst>
              <a:rect l="0" t="0" r="r" b="b"/>
              <a:pathLst>
                <a:path w="6988" h="822">
                  <a:moveTo>
                    <a:pt x="0" y="0"/>
                  </a:moveTo>
                  <a:lnTo>
                    <a:pt x="0" y="0"/>
                  </a:lnTo>
                  <a:lnTo>
                    <a:pt x="0" y="822"/>
                  </a:lnTo>
                  <a:lnTo>
                    <a:pt x="6688" y="822"/>
                  </a:lnTo>
                  <a:lnTo>
                    <a:pt x="6988" y="415"/>
                  </a:lnTo>
                  <a:lnTo>
                    <a:pt x="6685" y="0"/>
                  </a:lnTo>
                  <a:lnTo>
                    <a:pt x="0" y="0"/>
                  </a:lnTo>
                  <a:close/>
                </a:path>
              </a:pathLst>
            </a:custGeom>
            <a:solidFill>
              <a:srgbClr val="D0D0CE"/>
            </a:solidFill>
            <a:ln w="0">
              <a:noFill/>
              <a:prstDash val="solid"/>
              <a:round/>
              <a:headEnd/>
              <a:tailEnd/>
            </a:ln>
          </p:spPr>
          <p:txBody>
            <a:bodyPr vert="horz" wrap="square" lIns="91440" tIns="45720" rIns="360000" bIns="45720" numCol="1" anchor="ctr"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mj-lt"/>
                </a:rPr>
                <a:t>Prescribe and review necessary instruments of power system operator</a:t>
              </a:r>
            </a:p>
          </p:txBody>
        </p:sp>
        <p:sp>
          <p:nvSpPr>
            <p:cNvPr id="92" name="Freeform 55">
              <a:extLst>
                <a:ext uri="{FF2B5EF4-FFF2-40B4-BE49-F238E27FC236}">
                  <a16:creationId xmlns:a16="http://schemas.microsoft.com/office/drawing/2014/main" id="{D4726004-4892-4763-4271-2B0085415920}"/>
                </a:ext>
              </a:extLst>
            </p:cNvPr>
            <p:cNvSpPr>
              <a:spLocks/>
            </p:cNvSpPr>
            <p:nvPr/>
          </p:nvSpPr>
          <p:spPr bwMode="auto">
            <a:xfrm>
              <a:off x="1195573" y="2957222"/>
              <a:ext cx="5292034" cy="576072"/>
            </a:xfrm>
            <a:custGeom>
              <a:avLst/>
              <a:gdLst>
                <a:gd name="T0" fmla="*/ 0 w 6988"/>
                <a:gd name="T1" fmla="*/ 0 h 768"/>
                <a:gd name="T2" fmla="*/ 0 w 6988"/>
                <a:gd name="T3" fmla="*/ 0 h 768"/>
                <a:gd name="T4" fmla="*/ 0 w 6988"/>
                <a:gd name="T5" fmla="*/ 768 h 768"/>
                <a:gd name="T6" fmla="*/ 6688 w 6988"/>
                <a:gd name="T7" fmla="*/ 768 h 768"/>
                <a:gd name="T8" fmla="*/ 6988 w 6988"/>
                <a:gd name="T9" fmla="*/ 383 h 768"/>
                <a:gd name="T10" fmla="*/ 6688 w 6988"/>
                <a:gd name="T11" fmla="*/ 0 h 768"/>
                <a:gd name="T12" fmla="*/ 0 w 6988"/>
                <a:gd name="T13" fmla="*/ 0 h 768"/>
              </a:gdLst>
              <a:ahLst/>
              <a:cxnLst>
                <a:cxn ang="0">
                  <a:pos x="T0" y="T1"/>
                </a:cxn>
                <a:cxn ang="0">
                  <a:pos x="T2" y="T3"/>
                </a:cxn>
                <a:cxn ang="0">
                  <a:pos x="T4" y="T5"/>
                </a:cxn>
                <a:cxn ang="0">
                  <a:pos x="T6" y="T7"/>
                </a:cxn>
                <a:cxn ang="0">
                  <a:pos x="T8" y="T9"/>
                </a:cxn>
                <a:cxn ang="0">
                  <a:pos x="T10" y="T11"/>
                </a:cxn>
                <a:cxn ang="0">
                  <a:pos x="T12" y="T13"/>
                </a:cxn>
              </a:cxnLst>
              <a:rect l="0" t="0" r="r" b="b"/>
              <a:pathLst>
                <a:path w="6988" h="768">
                  <a:moveTo>
                    <a:pt x="0" y="0"/>
                  </a:moveTo>
                  <a:lnTo>
                    <a:pt x="0" y="0"/>
                  </a:lnTo>
                  <a:lnTo>
                    <a:pt x="0" y="768"/>
                  </a:lnTo>
                  <a:lnTo>
                    <a:pt x="6688" y="768"/>
                  </a:lnTo>
                  <a:lnTo>
                    <a:pt x="6988" y="383"/>
                  </a:lnTo>
                  <a:lnTo>
                    <a:pt x="6688" y="0"/>
                  </a:lnTo>
                  <a:lnTo>
                    <a:pt x="0" y="0"/>
                  </a:lnTo>
                  <a:close/>
                </a:path>
              </a:pathLst>
            </a:custGeom>
            <a:solidFill>
              <a:schemeClr val="accent1">
                <a:lumMod val="40000"/>
                <a:lumOff val="60000"/>
              </a:schemeClr>
            </a:solidFill>
            <a:ln w="0">
              <a:noFill/>
              <a:prstDash val="solid"/>
              <a:round/>
              <a:headEnd/>
              <a:tailEnd/>
            </a:ln>
          </p:spPr>
          <p:txBody>
            <a:bodyPr vert="horz" wrap="square" lIns="91440" tIns="45720" rIns="360000" bIns="45720" numCol="1" anchor="ctr" anchorCtr="0" compatLnSpc="1">
              <a:prstTxWarp prst="textNoShape">
                <a:avLst/>
              </a:prstTxWarp>
            </a:bodyPr>
            <a:lstStyle/>
            <a:p>
              <a:pPr defTabSz="914400"/>
              <a:r>
                <a:rPr lang="en-US" sz="1400" dirty="0">
                  <a:latin typeface="+mj-lt"/>
                </a:rPr>
                <a:t>Issue the directives on Power Purchase for Energy Storage Project including BESS, Storage Hydropower and Pumped Storage Hydropower.</a:t>
              </a:r>
            </a:p>
          </p:txBody>
        </p:sp>
        <p:sp>
          <p:nvSpPr>
            <p:cNvPr id="98" name="Freeform 60">
              <a:extLst>
                <a:ext uri="{FF2B5EF4-FFF2-40B4-BE49-F238E27FC236}">
                  <a16:creationId xmlns:a16="http://schemas.microsoft.com/office/drawing/2014/main" id="{90864DE7-217B-B68E-A879-ACE3806BF620}"/>
                </a:ext>
              </a:extLst>
            </p:cNvPr>
            <p:cNvSpPr>
              <a:spLocks/>
            </p:cNvSpPr>
            <p:nvPr/>
          </p:nvSpPr>
          <p:spPr bwMode="auto">
            <a:xfrm>
              <a:off x="1195572" y="3790726"/>
              <a:ext cx="5292034" cy="576072"/>
            </a:xfrm>
            <a:custGeom>
              <a:avLst/>
              <a:gdLst>
                <a:gd name="T0" fmla="*/ 0 w 6988"/>
                <a:gd name="T1" fmla="*/ 0 h 1070"/>
                <a:gd name="T2" fmla="*/ 0 w 6988"/>
                <a:gd name="T3" fmla="*/ 0 h 1070"/>
                <a:gd name="T4" fmla="*/ 0 w 6988"/>
                <a:gd name="T5" fmla="*/ 1070 h 1070"/>
                <a:gd name="T6" fmla="*/ 6688 w 6988"/>
                <a:gd name="T7" fmla="*/ 1070 h 1070"/>
                <a:gd name="T8" fmla="*/ 6988 w 6988"/>
                <a:gd name="T9" fmla="*/ 528 h 1070"/>
                <a:gd name="T10" fmla="*/ 6688 w 6988"/>
                <a:gd name="T11" fmla="*/ 0 h 1070"/>
                <a:gd name="T12" fmla="*/ 0 w 6988"/>
                <a:gd name="T13" fmla="*/ 0 h 1070"/>
              </a:gdLst>
              <a:ahLst/>
              <a:cxnLst>
                <a:cxn ang="0">
                  <a:pos x="T0" y="T1"/>
                </a:cxn>
                <a:cxn ang="0">
                  <a:pos x="T2" y="T3"/>
                </a:cxn>
                <a:cxn ang="0">
                  <a:pos x="T4" y="T5"/>
                </a:cxn>
                <a:cxn ang="0">
                  <a:pos x="T6" y="T7"/>
                </a:cxn>
                <a:cxn ang="0">
                  <a:pos x="T8" y="T9"/>
                </a:cxn>
                <a:cxn ang="0">
                  <a:pos x="T10" y="T11"/>
                </a:cxn>
                <a:cxn ang="0">
                  <a:pos x="T12" y="T13"/>
                </a:cxn>
              </a:cxnLst>
              <a:rect l="0" t="0" r="r" b="b"/>
              <a:pathLst>
                <a:path w="6988" h="1070">
                  <a:moveTo>
                    <a:pt x="0" y="0"/>
                  </a:moveTo>
                  <a:lnTo>
                    <a:pt x="0" y="0"/>
                  </a:lnTo>
                  <a:lnTo>
                    <a:pt x="0" y="1070"/>
                  </a:lnTo>
                  <a:lnTo>
                    <a:pt x="6688" y="1070"/>
                  </a:lnTo>
                  <a:lnTo>
                    <a:pt x="6988" y="528"/>
                  </a:lnTo>
                  <a:lnTo>
                    <a:pt x="6688" y="0"/>
                  </a:lnTo>
                  <a:lnTo>
                    <a:pt x="0" y="0"/>
                  </a:lnTo>
                  <a:close/>
                </a:path>
              </a:pathLst>
            </a:custGeom>
            <a:solidFill>
              <a:schemeClr val="accent3">
                <a:lumMod val="60000"/>
                <a:lumOff val="40000"/>
              </a:schemeClr>
            </a:solidFill>
            <a:ln w="0">
              <a:noFill/>
              <a:prstDash val="solid"/>
              <a:round/>
              <a:headEnd/>
              <a:tailEnd/>
            </a:ln>
          </p:spPr>
          <p:txBody>
            <a:bodyPr vert="horz" wrap="square" lIns="91440" tIns="45720" rIns="360000" bIns="45720" numCol="1" anchor="ctr"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effectLst/>
                  <a:uLnTx/>
                  <a:uFillTx/>
                  <a:latin typeface="+mj-lt"/>
                </a:rPr>
                <a:t>Install the Citizen’s Charter of Electricity Regulatory Commission</a:t>
              </a:r>
            </a:p>
          </p:txBody>
        </p:sp>
        <p:sp>
          <p:nvSpPr>
            <p:cNvPr id="101" name="Freeform 55">
              <a:extLst>
                <a:ext uri="{FF2B5EF4-FFF2-40B4-BE49-F238E27FC236}">
                  <a16:creationId xmlns:a16="http://schemas.microsoft.com/office/drawing/2014/main" id="{9A7F69B4-48F8-C57F-33EF-ED5BF966C7ED}"/>
                </a:ext>
              </a:extLst>
            </p:cNvPr>
            <p:cNvSpPr>
              <a:spLocks/>
            </p:cNvSpPr>
            <p:nvPr/>
          </p:nvSpPr>
          <p:spPr bwMode="auto">
            <a:xfrm>
              <a:off x="1195573" y="4596069"/>
              <a:ext cx="5292034" cy="576072"/>
            </a:xfrm>
            <a:custGeom>
              <a:avLst/>
              <a:gdLst>
                <a:gd name="T0" fmla="*/ 0 w 6988"/>
                <a:gd name="T1" fmla="*/ 0 h 768"/>
                <a:gd name="T2" fmla="*/ 0 w 6988"/>
                <a:gd name="T3" fmla="*/ 0 h 768"/>
                <a:gd name="T4" fmla="*/ 0 w 6988"/>
                <a:gd name="T5" fmla="*/ 768 h 768"/>
                <a:gd name="T6" fmla="*/ 6688 w 6988"/>
                <a:gd name="T7" fmla="*/ 768 h 768"/>
                <a:gd name="T8" fmla="*/ 6988 w 6988"/>
                <a:gd name="T9" fmla="*/ 383 h 768"/>
                <a:gd name="T10" fmla="*/ 6688 w 6988"/>
                <a:gd name="T11" fmla="*/ 0 h 768"/>
                <a:gd name="T12" fmla="*/ 0 w 6988"/>
                <a:gd name="T13" fmla="*/ 0 h 768"/>
              </a:gdLst>
              <a:ahLst/>
              <a:cxnLst>
                <a:cxn ang="0">
                  <a:pos x="T0" y="T1"/>
                </a:cxn>
                <a:cxn ang="0">
                  <a:pos x="T2" y="T3"/>
                </a:cxn>
                <a:cxn ang="0">
                  <a:pos x="T4" y="T5"/>
                </a:cxn>
                <a:cxn ang="0">
                  <a:pos x="T6" y="T7"/>
                </a:cxn>
                <a:cxn ang="0">
                  <a:pos x="T8" y="T9"/>
                </a:cxn>
                <a:cxn ang="0">
                  <a:pos x="T10" y="T11"/>
                </a:cxn>
                <a:cxn ang="0">
                  <a:pos x="T12" y="T13"/>
                </a:cxn>
              </a:cxnLst>
              <a:rect l="0" t="0" r="r" b="b"/>
              <a:pathLst>
                <a:path w="6988" h="768">
                  <a:moveTo>
                    <a:pt x="0" y="0"/>
                  </a:moveTo>
                  <a:lnTo>
                    <a:pt x="0" y="0"/>
                  </a:lnTo>
                  <a:lnTo>
                    <a:pt x="0" y="768"/>
                  </a:lnTo>
                  <a:lnTo>
                    <a:pt x="6688" y="768"/>
                  </a:lnTo>
                  <a:lnTo>
                    <a:pt x="6988" y="383"/>
                  </a:lnTo>
                  <a:lnTo>
                    <a:pt x="6688" y="0"/>
                  </a:lnTo>
                  <a:lnTo>
                    <a:pt x="0" y="0"/>
                  </a:lnTo>
                  <a:close/>
                </a:path>
              </a:pathLst>
            </a:custGeom>
            <a:solidFill>
              <a:srgbClr val="2392D2"/>
            </a:solidFill>
            <a:ln w="0">
              <a:noFill/>
              <a:prstDash val="solid"/>
              <a:round/>
              <a:headEnd/>
              <a:tailEnd/>
            </a:ln>
          </p:spPr>
          <p:txBody>
            <a:bodyPr vert="horz" wrap="square" lIns="91440" tIns="45720" rIns="360000" bIns="45720" numCol="1" anchor="ctr" anchorCtr="0" compatLnSpc="1">
              <a:prstTxWarp prst="textNoShape">
                <a:avLst/>
              </a:prstTxWarp>
            </a:bodyPr>
            <a:lstStyle/>
            <a:p>
              <a:pPr defTabSz="914400"/>
              <a:r>
                <a:rPr lang="en-US" sz="1400" dirty="0">
                  <a:solidFill>
                    <a:srgbClr val="FFFFFF"/>
                  </a:solidFill>
                  <a:latin typeface="+mj-lt"/>
                </a:rPr>
                <a:t>Review the Electricity Consumers’ Rights Protection Directives, 2023</a:t>
              </a:r>
            </a:p>
          </p:txBody>
        </p:sp>
        <p:sp>
          <p:nvSpPr>
            <p:cNvPr id="102" name="Freeform 60">
              <a:extLst>
                <a:ext uri="{FF2B5EF4-FFF2-40B4-BE49-F238E27FC236}">
                  <a16:creationId xmlns:a16="http://schemas.microsoft.com/office/drawing/2014/main" id="{A1B43E3F-1D01-DDB1-2FB1-0D31C4907E51}"/>
                </a:ext>
              </a:extLst>
            </p:cNvPr>
            <p:cNvSpPr>
              <a:spLocks/>
            </p:cNvSpPr>
            <p:nvPr/>
          </p:nvSpPr>
          <p:spPr bwMode="auto">
            <a:xfrm>
              <a:off x="1195572" y="5374486"/>
              <a:ext cx="5292034" cy="576072"/>
            </a:xfrm>
            <a:custGeom>
              <a:avLst/>
              <a:gdLst>
                <a:gd name="T0" fmla="*/ 0 w 6988"/>
                <a:gd name="T1" fmla="*/ 0 h 1070"/>
                <a:gd name="T2" fmla="*/ 0 w 6988"/>
                <a:gd name="T3" fmla="*/ 0 h 1070"/>
                <a:gd name="T4" fmla="*/ 0 w 6988"/>
                <a:gd name="T5" fmla="*/ 1070 h 1070"/>
                <a:gd name="T6" fmla="*/ 6688 w 6988"/>
                <a:gd name="T7" fmla="*/ 1070 h 1070"/>
                <a:gd name="T8" fmla="*/ 6988 w 6988"/>
                <a:gd name="T9" fmla="*/ 528 h 1070"/>
                <a:gd name="T10" fmla="*/ 6688 w 6988"/>
                <a:gd name="T11" fmla="*/ 0 h 1070"/>
                <a:gd name="T12" fmla="*/ 0 w 6988"/>
                <a:gd name="T13" fmla="*/ 0 h 1070"/>
              </a:gdLst>
              <a:ahLst/>
              <a:cxnLst>
                <a:cxn ang="0">
                  <a:pos x="T0" y="T1"/>
                </a:cxn>
                <a:cxn ang="0">
                  <a:pos x="T2" y="T3"/>
                </a:cxn>
                <a:cxn ang="0">
                  <a:pos x="T4" y="T5"/>
                </a:cxn>
                <a:cxn ang="0">
                  <a:pos x="T6" y="T7"/>
                </a:cxn>
                <a:cxn ang="0">
                  <a:pos x="T8" y="T9"/>
                </a:cxn>
                <a:cxn ang="0">
                  <a:pos x="T10" y="T11"/>
                </a:cxn>
                <a:cxn ang="0">
                  <a:pos x="T12" y="T13"/>
                </a:cxn>
              </a:cxnLst>
              <a:rect l="0" t="0" r="r" b="b"/>
              <a:pathLst>
                <a:path w="6988" h="1070">
                  <a:moveTo>
                    <a:pt x="0" y="0"/>
                  </a:moveTo>
                  <a:lnTo>
                    <a:pt x="0" y="0"/>
                  </a:lnTo>
                  <a:lnTo>
                    <a:pt x="0" y="1070"/>
                  </a:lnTo>
                  <a:lnTo>
                    <a:pt x="6688" y="1070"/>
                  </a:lnTo>
                  <a:lnTo>
                    <a:pt x="6988" y="528"/>
                  </a:lnTo>
                  <a:lnTo>
                    <a:pt x="6688" y="0"/>
                  </a:lnTo>
                  <a:lnTo>
                    <a:pt x="0" y="0"/>
                  </a:lnTo>
                  <a:close/>
                </a:path>
              </a:pathLst>
            </a:custGeom>
            <a:solidFill>
              <a:schemeClr val="accent1"/>
            </a:solidFill>
            <a:ln w="0">
              <a:noFill/>
              <a:prstDash val="solid"/>
              <a:round/>
              <a:headEnd/>
              <a:tailEnd/>
            </a:ln>
          </p:spPr>
          <p:txBody>
            <a:bodyPr vert="horz" wrap="square" lIns="91440" tIns="45720" rIns="360000" bIns="45720" numCol="1" anchor="ctr"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mj-lt"/>
                </a:rPr>
                <a:t>Study of implementation model of retail competition included electricity market</a:t>
              </a:r>
            </a:p>
          </p:txBody>
        </p:sp>
        <p:sp>
          <p:nvSpPr>
            <p:cNvPr id="105" name="Rectangle 104">
              <a:extLst>
                <a:ext uri="{FF2B5EF4-FFF2-40B4-BE49-F238E27FC236}">
                  <a16:creationId xmlns:a16="http://schemas.microsoft.com/office/drawing/2014/main" id="{875FEB53-F42A-3EB9-D228-3041A227EA8C}"/>
                </a:ext>
              </a:extLst>
            </p:cNvPr>
            <p:cNvSpPr/>
            <p:nvPr/>
          </p:nvSpPr>
          <p:spPr bwMode="gray">
            <a:xfrm>
              <a:off x="330942" y="2150886"/>
              <a:ext cx="716924" cy="579549"/>
            </a:xfrm>
            <a:prstGeom prst="rect">
              <a:avLst/>
            </a:prstGeom>
            <a:solidFill>
              <a:srgbClr val="009A44"/>
            </a:solidFill>
            <a:ln w="19050" algn="ctr">
              <a:noFill/>
              <a:miter lim="800000"/>
              <a:headEnd/>
              <a:tailEnd/>
            </a:ln>
          </p:spPr>
          <p:txBody>
            <a:bodyPr wrap="square" lIns="88900" tIns="88900" rIns="88900" bIns="88900" rtlCol="0" anchor="ctr"/>
            <a:lstStyle/>
            <a:p>
              <a:pPr algn="ctr">
                <a:buFont typeface="Wingdings 2" pitchFamily="18" charset="2"/>
                <a:buNone/>
              </a:pPr>
              <a:r>
                <a:rPr lang="en-US" altLang="zh-CN" b="1" dirty="0">
                  <a:solidFill>
                    <a:schemeClr val="bg1"/>
                  </a:solidFill>
                </a:rPr>
                <a:t>2</a:t>
              </a:r>
              <a:endParaRPr lang="en-US" b="1" dirty="0">
                <a:solidFill>
                  <a:schemeClr val="bg1"/>
                </a:solidFill>
              </a:endParaRPr>
            </a:p>
          </p:txBody>
        </p:sp>
        <p:sp>
          <p:nvSpPr>
            <p:cNvPr id="103" name="Rectangle 102">
              <a:extLst>
                <a:ext uri="{FF2B5EF4-FFF2-40B4-BE49-F238E27FC236}">
                  <a16:creationId xmlns:a16="http://schemas.microsoft.com/office/drawing/2014/main" id="{A4FFF55D-3E8C-D3B4-7C28-EC945FC1F371}"/>
                </a:ext>
              </a:extLst>
            </p:cNvPr>
            <p:cNvSpPr/>
            <p:nvPr/>
          </p:nvSpPr>
          <p:spPr bwMode="gray">
            <a:xfrm>
              <a:off x="330942" y="1393147"/>
              <a:ext cx="716924" cy="579549"/>
            </a:xfrm>
            <a:prstGeom prst="rect">
              <a:avLst/>
            </a:prstGeom>
            <a:solidFill>
              <a:schemeClr val="tx1">
                <a:lumMod val="75000"/>
                <a:lumOff val="25000"/>
              </a:schemeClr>
            </a:solidFill>
            <a:ln w="19050" algn="ctr">
              <a:noFill/>
              <a:miter lim="800000"/>
              <a:headEnd/>
              <a:tailEnd/>
            </a:ln>
          </p:spPr>
          <p:txBody>
            <a:bodyPr wrap="square" lIns="88900" tIns="88900" rIns="88900" bIns="88900" rtlCol="0" anchor="ctr"/>
            <a:lstStyle/>
            <a:p>
              <a:pPr algn="ctr">
                <a:buFont typeface="Wingdings 2" pitchFamily="18" charset="2"/>
                <a:buNone/>
              </a:pPr>
              <a:r>
                <a:rPr lang="en-US" altLang="zh-CN" b="1" dirty="0">
                  <a:solidFill>
                    <a:schemeClr val="bg1"/>
                  </a:solidFill>
                </a:rPr>
                <a:t>1</a:t>
              </a:r>
              <a:endParaRPr lang="en-US" b="1" dirty="0">
                <a:solidFill>
                  <a:schemeClr val="bg1"/>
                </a:solidFill>
              </a:endParaRPr>
            </a:p>
          </p:txBody>
        </p:sp>
        <p:sp>
          <p:nvSpPr>
            <p:cNvPr id="106" name="Rectangle 105">
              <a:extLst>
                <a:ext uri="{FF2B5EF4-FFF2-40B4-BE49-F238E27FC236}">
                  <a16:creationId xmlns:a16="http://schemas.microsoft.com/office/drawing/2014/main" id="{F97CC4AD-48DB-ECF2-A743-6B641603AC46}"/>
                </a:ext>
              </a:extLst>
            </p:cNvPr>
            <p:cNvSpPr/>
            <p:nvPr/>
          </p:nvSpPr>
          <p:spPr bwMode="gray">
            <a:xfrm>
              <a:off x="330942" y="2974727"/>
              <a:ext cx="716924" cy="579549"/>
            </a:xfrm>
            <a:prstGeom prst="rect">
              <a:avLst/>
            </a:prstGeom>
            <a:solidFill>
              <a:schemeClr val="accent1">
                <a:lumMod val="50000"/>
              </a:schemeClr>
            </a:solidFill>
            <a:ln w="19050" algn="ctr">
              <a:noFill/>
              <a:miter lim="800000"/>
              <a:headEnd/>
              <a:tailEnd/>
            </a:ln>
          </p:spPr>
          <p:txBody>
            <a:bodyPr wrap="square" lIns="88900" tIns="88900" rIns="88900" bIns="88900" rtlCol="0" anchor="ctr"/>
            <a:lstStyle/>
            <a:p>
              <a:pPr algn="ctr">
                <a:buFont typeface="Wingdings 2" pitchFamily="18" charset="2"/>
                <a:buNone/>
              </a:pPr>
              <a:r>
                <a:rPr lang="en-US" altLang="zh-CN" b="1" dirty="0">
                  <a:solidFill>
                    <a:schemeClr val="bg1"/>
                  </a:solidFill>
                </a:rPr>
                <a:t>3</a:t>
              </a:r>
              <a:endParaRPr lang="en-US" b="1" dirty="0">
                <a:solidFill>
                  <a:schemeClr val="bg1"/>
                </a:solidFill>
              </a:endParaRPr>
            </a:p>
          </p:txBody>
        </p:sp>
        <p:sp>
          <p:nvSpPr>
            <p:cNvPr id="107" name="Rectangle 106">
              <a:extLst>
                <a:ext uri="{FF2B5EF4-FFF2-40B4-BE49-F238E27FC236}">
                  <a16:creationId xmlns:a16="http://schemas.microsoft.com/office/drawing/2014/main" id="{035E8693-67FF-34E5-C3EF-C72EC6CC4762}"/>
                </a:ext>
              </a:extLst>
            </p:cNvPr>
            <p:cNvSpPr/>
            <p:nvPr/>
          </p:nvSpPr>
          <p:spPr bwMode="gray">
            <a:xfrm>
              <a:off x="330942" y="3798568"/>
              <a:ext cx="716924" cy="579549"/>
            </a:xfrm>
            <a:prstGeom prst="rect">
              <a:avLst/>
            </a:prstGeom>
            <a:solidFill>
              <a:schemeClr val="accent4"/>
            </a:solidFill>
            <a:ln w="19050" algn="ctr">
              <a:noFill/>
              <a:miter lim="800000"/>
              <a:headEnd/>
              <a:tailEnd/>
            </a:ln>
          </p:spPr>
          <p:txBody>
            <a:bodyPr wrap="square" lIns="88900" tIns="88900" rIns="88900" bIns="88900" rtlCol="0" anchor="ctr"/>
            <a:lstStyle/>
            <a:p>
              <a:pPr algn="ctr">
                <a:buFont typeface="Wingdings 2" pitchFamily="18" charset="2"/>
                <a:buNone/>
              </a:pPr>
              <a:r>
                <a:rPr lang="en-US" altLang="zh-CN" b="1" dirty="0">
                  <a:solidFill>
                    <a:schemeClr val="bg1"/>
                  </a:solidFill>
                </a:rPr>
                <a:t>4</a:t>
              </a:r>
              <a:endParaRPr lang="en-US" b="1" dirty="0">
                <a:solidFill>
                  <a:schemeClr val="bg1"/>
                </a:solidFill>
              </a:endParaRPr>
            </a:p>
          </p:txBody>
        </p:sp>
        <p:sp>
          <p:nvSpPr>
            <p:cNvPr id="108" name="Rectangle 107">
              <a:extLst>
                <a:ext uri="{FF2B5EF4-FFF2-40B4-BE49-F238E27FC236}">
                  <a16:creationId xmlns:a16="http://schemas.microsoft.com/office/drawing/2014/main" id="{5C9ACE02-1253-BDF5-161A-7EDC5B9E110B}"/>
                </a:ext>
              </a:extLst>
            </p:cNvPr>
            <p:cNvSpPr/>
            <p:nvPr/>
          </p:nvSpPr>
          <p:spPr bwMode="gray">
            <a:xfrm>
              <a:off x="330942" y="4589358"/>
              <a:ext cx="716924" cy="579549"/>
            </a:xfrm>
            <a:prstGeom prst="rect">
              <a:avLst/>
            </a:prstGeom>
            <a:solidFill>
              <a:schemeClr val="accent4">
                <a:lumMod val="75000"/>
              </a:schemeClr>
            </a:solidFill>
            <a:ln w="19050" algn="ctr">
              <a:noFill/>
              <a:miter lim="800000"/>
              <a:headEnd/>
              <a:tailEnd/>
            </a:ln>
          </p:spPr>
          <p:txBody>
            <a:bodyPr wrap="square" lIns="88900" tIns="88900" rIns="88900" bIns="88900" rtlCol="0" anchor="ctr"/>
            <a:lstStyle/>
            <a:p>
              <a:pPr algn="ctr">
                <a:buFont typeface="Wingdings 2" pitchFamily="18" charset="2"/>
                <a:buNone/>
              </a:pPr>
              <a:r>
                <a:rPr lang="en-US" altLang="zh-CN" b="1" dirty="0">
                  <a:solidFill>
                    <a:schemeClr val="bg1"/>
                  </a:solidFill>
                </a:rPr>
                <a:t>5</a:t>
              </a:r>
              <a:endParaRPr lang="en-US" b="1" dirty="0">
                <a:solidFill>
                  <a:schemeClr val="bg1"/>
                </a:solidFill>
              </a:endParaRPr>
            </a:p>
          </p:txBody>
        </p:sp>
        <p:sp>
          <p:nvSpPr>
            <p:cNvPr id="109" name="Rectangle 108">
              <a:extLst>
                <a:ext uri="{FF2B5EF4-FFF2-40B4-BE49-F238E27FC236}">
                  <a16:creationId xmlns:a16="http://schemas.microsoft.com/office/drawing/2014/main" id="{BB51660F-4249-F2B8-C01E-52A947418253}"/>
                </a:ext>
              </a:extLst>
            </p:cNvPr>
            <p:cNvSpPr/>
            <p:nvPr/>
          </p:nvSpPr>
          <p:spPr bwMode="gray">
            <a:xfrm>
              <a:off x="330942" y="5391167"/>
              <a:ext cx="716924" cy="579549"/>
            </a:xfrm>
            <a:prstGeom prst="rect">
              <a:avLst/>
            </a:prstGeom>
            <a:solidFill>
              <a:srgbClr val="2C5234"/>
            </a:solidFill>
            <a:ln w="19050" algn="ctr">
              <a:noFill/>
              <a:miter lim="800000"/>
              <a:headEnd/>
              <a:tailEnd/>
            </a:ln>
          </p:spPr>
          <p:txBody>
            <a:bodyPr wrap="square" lIns="88900" tIns="88900" rIns="88900" bIns="88900" rtlCol="0" anchor="ctr"/>
            <a:lstStyle/>
            <a:p>
              <a:pPr algn="ctr">
                <a:buFont typeface="Wingdings 2" pitchFamily="18" charset="2"/>
                <a:buNone/>
              </a:pPr>
              <a:r>
                <a:rPr lang="en-US" altLang="zh-CN" b="1" dirty="0">
                  <a:solidFill>
                    <a:schemeClr val="bg1"/>
                  </a:solidFill>
                </a:rPr>
                <a:t>6</a:t>
              </a:r>
              <a:endParaRPr lang="en-US" b="1" dirty="0">
                <a:solidFill>
                  <a:schemeClr val="bg1"/>
                </a:solidFill>
              </a:endParaRPr>
            </a:p>
          </p:txBody>
        </p:sp>
        <p:sp>
          <p:nvSpPr>
            <p:cNvPr id="110" name="Freeform 60">
              <a:extLst>
                <a:ext uri="{FF2B5EF4-FFF2-40B4-BE49-F238E27FC236}">
                  <a16:creationId xmlns:a16="http://schemas.microsoft.com/office/drawing/2014/main" id="{B0997510-C7BB-F298-DDFE-131981049FF8}"/>
                </a:ext>
              </a:extLst>
            </p:cNvPr>
            <p:cNvSpPr>
              <a:spLocks/>
            </p:cNvSpPr>
            <p:nvPr/>
          </p:nvSpPr>
          <p:spPr bwMode="auto">
            <a:xfrm>
              <a:off x="1193734" y="6099763"/>
              <a:ext cx="5292034" cy="576072"/>
            </a:xfrm>
            <a:custGeom>
              <a:avLst/>
              <a:gdLst>
                <a:gd name="T0" fmla="*/ 0 w 6988"/>
                <a:gd name="T1" fmla="*/ 0 h 1070"/>
                <a:gd name="T2" fmla="*/ 0 w 6988"/>
                <a:gd name="T3" fmla="*/ 0 h 1070"/>
                <a:gd name="T4" fmla="*/ 0 w 6988"/>
                <a:gd name="T5" fmla="*/ 1070 h 1070"/>
                <a:gd name="T6" fmla="*/ 6688 w 6988"/>
                <a:gd name="T7" fmla="*/ 1070 h 1070"/>
                <a:gd name="T8" fmla="*/ 6988 w 6988"/>
                <a:gd name="T9" fmla="*/ 528 h 1070"/>
                <a:gd name="T10" fmla="*/ 6688 w 6988"/>
                <a:gd name="T11" fmla="*/ 0 h 1070"/>
                <a:gd name="T12" fmla="*/ 0 w 6988"/>
                <a:gd name="T13" fmla="*/ 0 h 1070"/>
              </a:gdLst>
              <a:ahLst/>
              <a:cxnLst>
                <a:cxn ang="0">
                  <a:pos x="T0" y="T1"/>
                </a:cxn>
                <a:cxn ang="0">
                  <a:pos x="T2" y="T3"/>
                </a:cxn>
                <a:cxn ang="0">
                  <a:pos x="T4" y="T5"/>
                </a:cxn>
                <a:cxn ang="0">
                  <a:pos x="T6" y="T7"/>
                </a:cxn>
                <a:cxn ang="0">
                  <a:pos x="T8" y="T9"/>
                </a:cxn>
                <a:cxn ang="0">
                  <a:pos x="T10" y="T11"/>
                </a:cxn>
                <a:cxn ang="0">
                  <a:pos x="T12" y="T13"/>
                </a:cxn>
              </a:cxnLst>
              <a:rect l="0" t="0" r="r" b="b"/>
              <a:pathLst>
                <a:path w="6988" h="1070">
                  <a:moveTo>
                    <a:pt x="0" y="0"/>
                  </a:moveTo>
                  <a:lnTo>
                    <a:pt x="0" y="0"/>
                  </a:lnTo>
                  <a:lnTo>
                    <a:pt x="0" y="1070"/>
                  </a:lnTo>
                  <a:lnTo>
                    <a:pt x="6688" y="1070"/>
                  </a:lnTo>
                  <a:lnTo>
                    <a:pt x="6988" y="528"/>
                  </a:lnTo>
                  <a:lnTo>
                    <a:pt x="6688" y="0"/>
                  </a:lnTo>
                  <a:lnTo>
                    <a:pt x="0" y="0"/>
                  </a:lnTo>
                  <a:close/>
                </a:path>
              </a:pathLst>
            </a:custGeom>
            <a:solidFill>
              <a:srgbClr val="0097A9"/>
            </a:solidFill>
            <a:ln w="0">
              <a:noFill/>
              <a:prstDash val="solid"/>
              <a:round/>
              <a:headEnd/>
              <a:tailEnd/>
            </a:ln>
          </p:spPr>
          <p:txBody>
            <a:bodyPr vert="horz" wrap="square" lIns="91440" tIns="45720" rIns="360000" bIns="45720" numCol="1" anchor="ctr"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mj-lt"/>
                </a:rPr>
                <a:t>Conduct sustainability study of Community Rural Electricity Entities (CREEs)</a:t>
              </a:r>
            </a:p>
          </p:txBody>
        </p:sp>
        <p:sp>
          <p:nvSpPr>
            <p:cNvPr id="111" name="Rectangle 110">
              <a:extLst>
                <a:ext uri="{FF2B5EF4-FFF2-40B4-BE49-F238E27FC236}">
                  <a16:creationId xmlns:a16="http://schemas.microsoft.com/office/drawing/2014/main" id="{01DC46C3-B89B-F83C-7112-C23312C4823C}"/>
                </a:ext>
              </a:extLst>
            </p:cNvPr>
            <p:cNvSpPr/>
            <p:nvPr/>
          </p:nvSpPr>
          <p:spPr bwMode="gray">
            <a:xfrm>
              <a:off x="329104" y="6127461"/>
              <a:ext cx="716924" cy="579549"/>
            </a:xfrm>
            <a:prstGeom prst="rect">
              <a:avLst/>
            </a:prstGeom>
            <a:solidFill>
              <a:srgbClr val="004F59"/>
            </a:solidFill>
            <a:ln w="19050" algn="ctr">
              <a:noFill/>
              <a:miter lim="800000"/>
              <a:headEnd/>
              <a:tailEnd/>
            </a:ln>
          </p:spPr>
          <p:txBody>
            <a:bodyPr wrap="square" lIns="88900" tIns="88900" rIns="88900" bIns="88900" rtlCol="0" anchor="ctr"/>
            <a:lstStyle/>
            <a:p>
              <a:pPr algn="ctr">
                <a:buFont typeface="Wingdings 2" pitchFamily="18" charset="2"/>
                <a:buNone/>
              </a:pPr>
              <a:r>
                <a:rPr lang="en-US" altLang="zh-CN" b="1" dirty="0">
                  <a:solidFill>
                    <a:schemeClr val="bg1"/>
                  </a:solidFill>
                </a:rPr>
                <a:t>7</a:t>
              </a:r>
              <a:endParaRPr lang="en-US" b="1" dirty="0">
                <a:solidFill>
                  <a:schemeClr val="bg1"/>
                </a:solidFill>
              </a:endParaRPr>
            </a:p>
          </p:txBody>
        </p:sp>
      </p:grpSp>
      <p:sp>
        <p:nvSpPr>
          <p:cNvPr id="118" name="TextBox 117">
            <a:extLst>
              <a:ext uri="{FF2B5EF4-FFF2-40B4-BE49-F238E27FC236}">
                <a16:creationId xmlns:a16="http://schemas.microsoft.com/office/drawing/2014/main" id="{C122C836-2D05-0136-F12B-D013E92EC440}"/>
              </a:ext>
            </a:extLst>
          </p:cNvPr>
          <p:cNvSpPr txBox="1"/>
          <p:nvPr/>
        </p:nvSpPr>
        <p:spPr>
          <a:xfrm>
            <a:off x="329104" y="6710113"/>
            <a:ext cx="11525045" cy="307777"/>
          </a:xfrm>
          <a:prstGeom prst="rect">
            <a:avLst/>
          </a:prstGeom>
          <a:noFill/>
        </p:spPr>
        <p:txBody>
          <a:bodyPr wrap="square">
            <a:spAutoFit/>
          </a:bodyPr>
          <a:lstStyle/>
          <a:p>
            <a:r>
              <a:rPr lang="en-US" sz="1400" b="1" i="1" dirty="0"/>
              <a:t>Note: </a:t>
            </a:r>
            <a:r>
              <a:rPr lang="en-US" sz="1400" i="1" dirty="0"/>
              <a:t>“</a:t>
            </a:r>
            <a:r>
              <a:rPr lang="en-US" sz="1400" b="1" i="1" dirty="0"/>
              <a:t>++</a:t>
            </a:r>
            <a:r>
              <a:rPr lang="en-US" sz="1400" i="1" dirty="0"/>
              <a:t>” indicates same has been added in EA work plan over and above Scope of Work covered in the MCA </a:t>
            </a:r>
            <a:r>
              <a:rPr lang="en-US" sz="1400" i="1" dirty="0" err="1"/>
              <a:t>RfP</a:t>
            </a:r>
            <a:endParaRPr lang="en-US" sz="1400" dirty="0"/>
          </a:p>
        </p:txBody>
      </p:sp>
      <p:grpSp>
        <p:nvGrpSpPr>
          <p:cNvPr id="19" name="Group 18">
            <a:extLst>
              <a:ext uri="{FF2B5EF4-FFF2-40B4-BE49-F238E27FC236}">
                <a16:creationId xmlns:a16="http://schemas.microsoft.com/office/drawing/2014/main" id="{DBCF72CE-D4CA-0184-BDE0-2CA9BD40989E}"/>
              </a:ext>
            </a:extLst>
          </p:cNvPr>
          <p:cNvGrpSpPr/>
          <p:nvPr/>
        </p:nvGrpSpPr>
        <p:grpSpPr>
          <a:xfrm>
            <a:off x="6722269" y="1613677"/>
            <a:ext cx="5990417" cy="4945079"/>
            <a:chOff x="329104" y="1367586"/>
            <a:chExt cx="6054324" cy="5339424"/>
          </a:xfrm>
        </p:grpSpPr>
        <p:sp>
          <p:nvSpPr>
            <p:cNvPr id="20" name="Freeform 45">
              <a:extLst>
                <a:ext uri="{FF2B5EF4-FFF2-40B4-BE49-F238E27FC236}">
                  <a16:creationId xmlns:a16="http://schemas.microsoft.com/office/drawing/2014/main" id="{F07BDC45-6AC5-F39F-B34C-3988BC1CAD31}"/>
                </a:ext>
              </a:extLst>
            </p:cNvPr>
            <p:cNvSpPr>
              <a:spLocks/>
            </p:cNvSpPr>
            <p:nvPr/>
          </p:nvSpPr>
          <p:spPr bwMode="auto">
            <a:xfrm>
              <a:off x="1195572" y="2141946"/>
              <a:ext cx="5187855" cy="576072"/>
            </a:xfrm>
            <a:custGeom>
              <a:avLst/>
              <a:gdLst>
                <a:gd name="T0" fmla="*/ 0 w 6988"/>
                <a:gd name="T1" fmla="*/ 0 h 878"/>
                <a:gd name="T2" fmla="*/ 0 w 6988"/>
                <a:gd name="T3" fmla="*/ 0 h 878"/>
                <a:gd name="T4" fmla="*/ 0 w 6988"/>
                <a:gd name="T5" fmla="*/ 878 h 878"/>
                <a:gd name="T6" fmla="*/ 6688 w 6988"/>
                <a:gd name="T7" fmla="*/ 878 h 878"/>
                <a:gd name="T8" fmla="*/ 6988 w 6988"/>
                <a:gd name="T9" fmla="*/ 440 h 878"/>
                <a:gd name="T10" fmla="*/ 6688 w 6988"/>
                <a:gd name="T11" fmla="*/ 0 h 878"/>
                <a:gd name="T12" fmla="*/ 0 w 6988"/>
                <a:gd name="T13" fmla="*/ 0 h 878"/>
              </a:gdLst>
              <a:ahLst/>
              <a:cxnLst>
                <a:cxn ang="0">
                  <a:pos x="T0" y="T1"/>
                </a:cxn>
                <a:cxn ang="0">
                  <a:pos x="T2" y="T3"/>
                </a:cxn>
                <a:cxn ang="0">
                  <a:pos x="T4" y="T5"/>
                </a:cxn>
                <a:cxn ang="0">
                  <a:pos x="T6" y="T7"/>
                </a:cxn>
                <a:cxn ang="0">
                  <a:pos x="T8" y="T9"/>
                </a:cxn>
                <a:cxn ang="0">
                  <a:pos x="T10" y="T11"/>
                </a:cxn>
                <a:cxn ang="0">
                  <a:pos x="T12" y="T13"/>
                </a:cxn>
              </a:cxnLst>
              <a:rect l="0" t="0" r="r" b="b"/>
              <a:pathLst>
                <a:path w="6988" h="878">
                  <a:moveTo>
                    <a:pt x="0" y="0"/>
                  </a:moveTo>
                  <a:lnTo>
                    <a:pt x="0" y="0"/>
                  </a:lnTo>
                  <a:lnTo>
                    <a:pt x="0" y="878"/>
                  </a:lnTo>
                  <a:lnTo>
                    <a:pt x="6688" y="878"/>
                  </a:lnTo>
                  <a:lnTo>
                    <a:pt x="6988" y="440"/>
                  </a:lnTo>
                  <a:lnTo>
                    <a:pt x="6688" y="0"/>
                  </a:lnTo>
                  <a:lnTo>
                    <a:pt x="0" y="0"/>
                  </a:lnTo>
                  <a:close/>
                </a:path>
              </a:pathLst>
            </a:custGeom>
            <a:solidFill>
              <a:srgbClr val="B9FFD9"/>
            </a:solidFill>
            <a:ln w="0">
              <a:noFill/>
              <a:prstDash val="solid"/>
              <a:round/>
              <a:headEnd/>
              <a:tailEnd/>
            </a:ln>
          </p:spPr>
          <p:txBody>
            <a:bodyPr vert="horz" wrap="square" lIns="91440" tIns="45720" rIns="360000" bIns="45720" numCol="1" anchor="ctr" anchorCtr="0" compatLnSpc="1">
              <a:prstTxWarp prst="textNoShape">
                <a:avLst/>
              </a:prstTxWarp>
            </a:bodyPr>
            <a:lstStyle/>
            <a:p>
              <a:pPr defTabSz="914400"/>
              <a:r>
                <a:rPr lang="en-US" sz="1400" dirty="0">
                  <a:latin typeface="+mj-lt"/>
                </a:rPr>
                <a:t>Issue and implement one or more Directives related to Corporate Governance of Licensees as per necessity</a:t>
              </a:r>
            </a:p>
          </p:txBody>
        </p:sp>
        <p:sp>
          <p:nvSpPr>
            <p:cNvPr id="21" name="Freeform 50">
              <a:extLst>
                <a:ext uri="{FF2B5EF4-FFF2-40B4-BE49-F238E27FC236}">
                  <a16:creationId xmlns:a16="http://schemas.microsoft.com/office/drawing/2014/main" id="{F82DC702-3F61-D437-0915-5EFF9B9A5AD1}"/>
                </a:ext>
              </a:extLst>
            </p:cNvPr>
            <p:cNvSpPr>
              <a:spLocks/>
            </p:cNvSpPr>
            <p:nvPr/>
          </p:nvSpPr>
          <p:spPr bwMode="auto">
            <a:xfrm>
              <a:off x="1195573" y="1367586"/>
              <a:ext cx="5187855" cy="576072"/>
            </a:xfrm>
            <a:custGeom>
              <a:avLst/>
              <a:gdLst>
                <a:gd name="T0" fmla="*/ 0 w 6988"/>
                <a:gd name="T1" fmla="*/ 0 h 822"/>
                <a:gd name="T2" fmla="*/ 0 w 6988"/>
                <a:gd name="T3" fmla="*/ 0 h 822"/>
                <a:gd name="T4" fmla="*/ 0 w 6988"/>
                <a:gd name="T5" fmla="*/ 822 h 822"/>
                <a:gd name="T6" fmla="*/ 6688 w 6988"/>
                <a:gd name="T7" fmla="*/ 822 h 822"/>
                <a:gd name="T8" fmla="*/ 6988 w 6988"/>
                <a:gd name="T9" fmla="*/ 415 h 822"/>
                <a:gd name="T10" fmla="*/ 6685 w 6988"/>
                <a:gd name="T11" fmla="*/ 0 h 822"/>
                <a:gd name="T12" fmla="*/ 0 w 6988"/>
                <a:gd name="T13" fmla="*/ 0 h 822"/>
              </a:gdLst>
              <a:ahLst/>
              <a:cxnLst>
                <a:cxn ang="0">
                  <a:pos x="T0" y="T1"/>
                </a:cxn>
                <a:cxn ang="0">
                  <a:pos x="T2" y="T3"/>
                </a:cxn>
                <a:cxn ang="0">
                  <a:pos x="T4" y="T5"/>
                </a:cxn>
                <a:cxn ang="0">
                  <a:pos x="T6" y="T7"/>
                </a:cxn>
                <a:cxn ang="0">
                  <a:pos x="T8" y="T9"/>
                </a:cxn>
                <a:cxn ang="0">
                  <a:pos x="T10" y="T11"/>
                </a:cxn>
                <a:cxn ang="0">
                  <a:pos x="T12" y="T13"/>
                </a:cxn>
              </a:cxnLst>
              <a:rect l="0" t="0" r="r" b="b"/>
              <a:pathLst>
                <a:path w="6988" h="822">
                  <a:moveTo>
                    <a:pt x="0" y="0"/>
                  </a:moveTo>
                  <a:lnTo>
                    <a:pt x="0" y="0"/>
                  </a:lnTo>
                  <a:lnTo>
                    <a:pt x="0" y="822"/>
                  </a:lnTo>
                  <a:lnTo>
                    <a:pt x="6688" y="822"/>
                  </a:lnTo>
                  <a:lnTo>
                    <a:pt x="6988" y="415"/>
                  </a:lnTo>
                  <a:lnTo>
                    <a:pt x="6685" y="0"/>
                  </a:lnTo>
                  <a:lnTo>
                    <a:pt x="0" y="0"/>
                  </a:lnTo>
                  <a:close/>
                </a:path>
              </a:pathLst>
            </a:custGeom>
            <a:solidFill>
              <a:srgbClr val="D0D0CE"/>
            </a:solidFill>
            <a:ln w="0">
              <a:noFill/>
              <a:prstDash val="solid"/>
              <a:round/>
              <a:headEnd/>
              <a:tailEnd/>
            </a:ln>
          </p:spPr>
          <p:txBody>
            <a:bodyPr vert="horz" wrap="square" lIns="91440" tIns="45720" rIns="360000" bIns="45720" numCol="1" anchor="ctr"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effectLst/>
                  <a:uLnTx/>
                  <a:uFillTx/>
                  <a:latin typeface="+mj-lt"/>
                </a:rPr>
                <a:t>Review the existing Directives on Merger, Acquisition, Takeover, Joining, Purchase/Sale of Licenses, etc.</a:t>
              </a:r>
              <a:endParaRPr kumimoji="0" lang="en-US" sz="1400" b="0" i="0" u="none" strike="noStrike" kern="0" cap="none" spc="0" normalizeH="0" baseline="0" noProof="0" dirty="0">
                <a:ln>
                  <a:noFill/>
                </a:ln>
                <a:solidFill>
                  <a:srgbClr val="000000"/>
                </a:solidFill>
                <a:effectLst/>
                <a:uLnTx/>
                <a:uFillTx/>
                <a:latin typeface="+mj-lt"/>
              </a:endParaRPr>
            </a:p>
          </p:txBody>
        </p:sp>
        <p:sp>
          <p:nvSpPr>
            <p:cNvPr id="22" name="Freeform 55">
              <a:extLst>
                <a:ext uri="{FF2B5EF4-FFF2-40B4-BE49-F238E27FC236}">
                  <a16:creationId xmlns:a16="http://schemas.microsoft.com/office/drawing/2014/main" id="{7B704374-0E48-865B-A2C8-B92718305CF6}"/>
                </a:ext>
              </a:extLst>
            </p:cNvPr>
            <p:cNvSpPr>
              <a:spLocks/>
            </p:cNvSpPr>
            <p:nvPr/>
          </p:nvSpPr>
          <p:spPr bwMode="auto">
            <a:xfrm>
              <a:off x="1195572" y="2957222"/>
              <a:ext cx="5187856" cy="576072"/>
            </a:xfrm>
            <a:custGeom>
              <a:avLst/>
              <a:gdLst>
                <a:gd name="T0" fmla="*/ 0 w 6988"/>
                <a:gd name="T1" fmla="*/ 0 h 768"/>
                <a:gd name="T2" fmla="*/ 0 w 6988"/>
                <a:gd name="T3" fmla="*/ 0 h 768"/>
                <a:gd name="T4" fmla="*/ 0 w 6988"/>
                <a:gd name="T5" fmla="*/ 768 h 768"/>
                <a:gd name="T6" fmla="*/ 6688 w 6988"/>
                <a:gd name="T7" fmla="*/ 768 h 768"/>
                <a:gd name="T8" fmla="*/ 6988 w 6988"/>
                <a:gd name="T9" fmla="*/ 383 h 768"/>
                <a:gd name="T10" fmla="*/ 6688 w 6988"/>
                <a:gd name="T11" fmla="*/ 0 h 768"/>
                <a:gd name="T12" fmla="*/ 0 w 6988"/>
                <a:gd name="T13" fmla="*/ 0 h 768"/>
              </a:gdLst>
              <a:ahLst/>
              <a:cxnLst>
                <a:cxn ang="0">
                  <a:pos x="T0" y="T1"/>
                </a:cxn>
                <a:cxn ang="0">
                  <a:pos x="T2" y="T3"/>
                </a:cxn>
                <a:cxn ang="0">
                  <a:pos x="T4" y="T5"/>
                </a:cxn>
                <a:cxn ang="0">
                  <a:pos x="T6" y="T7"/>
                </a:cxn>
                <a:cxn ang="0">
                  <a:pos x="T8" y="T9"/>
                </a:cxn>
                <a:cxn ang="0">
                  <a:pos x="T10" y="T11"/>
                </a:cxn>
                <a:cxn ang="0">
                  <a:pos x="T12" y="T13"/>
                </a:cxn>
              </a:cxnLst>
              <a:rect l="0" t="0" r="r" b="b"/>
              <a:pathLst>
                <a:path w="6988" h="768">
                  <a:moveTo>
                    <a:pt x="0" y="0"/>
                  </a:moveTo>
                  <a:lnTo>
                    <a:pt x="0" y="0"/>
                  </a:lnTo>
                  <a:lnTo>
                    <a:pt x="0" y="768"/>
                  </a:lnTo>
                  <a:lnTo>
                    <a:pt x="6688" y="768"/>
                  </a:lnTo>
                  <a:lnTo>
                    <a:pt x="6988" y="383"/>
                  </a:lnTo>
                  <a:lnTo>
                    <a:pt x="6688" y="0"/>
                  </a:lnTo>
                  <a:lnTo>
                    <a:pt x="0" y="0"/>
                  </a:lnTo>
                  <a:close/>
                </a:path>
              </a:pathLst>
            </a:custGeom>
            <a:solidFill>
              <a:schemeClr val="accent1">
                <a:lumMod val="40000"/>
                <a:lumOff val="60000"/>
              </a:schemeClr>
            </a:solidFill>
            <a:ln w="0">
              <a:noFill/>
              <a:prstDash val="solid"/>
              <a:round/>
              <a:headEnd/>
              <a:tailEnd/>
            </a:ln>
          </p:spPr>
          <p:txBody>
            <a:bodyPr vert="horz" wrap="square" lIns="91440" tIns="45720" rIns="360000" bIns="45720" numCol="1" anchor="ctr" anchorCtr="0" compatLnSpc="1">
              <a:prstTxWarp prst="textNoShape">
                <a:avLst/>
              </a:prstTxWarp>
            </a:bodyPr>
            <a:lstStyle/>
            <a:p>
              <a:pPr defTabSz="914400"/>
              <a:r>
                <a:rPr lang="en-US" sz="1400" dirty="0">
                  <a:latin typeface="+mj-lt"/>
                </a:rPr>
                <a:t>Set legal arrangement for immediate investigation and on- site inspection</a:t>
              </a:r>
            </a:p>
          </p:txBody>
        </p:sp>
        <p:sp>
          <p:nvSpPr>
            <p:cNvPr id="23" name="Freeform 60">
              <a:extLst>
                <a:ext uri="{FF2B5EF4-FFF2-40B4-BE49-F238E27FC236}">
                  <a16:creationId xmlns:a16="http://schemas.microsoft.com/office/drawing/2014/main" id="{B23C706D-EB1F-CF6F-1522-15BF6070CFCE}"/>
                </a:ext>
              </a:extLst>
            </p:cNvPr>
            <p:cNvSpPr>
              <a:spLocks/>
            </p:cNvSpPr>
            <p:nvPr/>
          </p:nvSpPr>
          <p:spPr bwMode="auto">
            <a:xfrm>
              <a:off x="1195572" y="3790726"/>
              <a:ext cx="5187856" cy="576072"/>
            </a:xfrm>
            <a:custGeom>
              <a:avLst/>
              <a:gdLst>
                <a:gd name="T0" fmla="*/ 0 w 6988"/>
                <a:gd name="T1" fmla="*/ 0 h 1070"/>
                <a:gd name="T2" fmla="*/ 0 w 6988"/>
                <a:gd name="T3" fmla="*/ 0 h 1070"/>
                <a:gd name="T4" fmla="*/ 0 w 6988"/>
                <a:gd name="T5" fmla="*/ 1070 h 1070"/>
                <a:gd name="T6" fmla="*/ 6688 w 6988"/>
                <a:gd name="T7" fmla="*/ 1070 h 1070"/>
                <a:gd name="T8" fmla="*/ 6988 w 6988"/>
                <a:gd name="T9" fmla="*/ 528 h 1070"/>
                <a:gd name="T10" fmla="*/ 6688 w 6988"/>
                <a:gd name="T11" fmla="*/ 0 h 1070"/>
                <a:gd name="T12" fmla="*/ 0 w 6988"/>
                <a:gd name="T13" fmla="*/ 0 h 1070"/>
              </a:gdLst>
              <a:ahLst/>
              <a:cxnLst>
                <a:cxn ang="0">
                  <a:pos x="T0" y="T1"/>
                </a:cxn>
                <a:cxn ang="0">
                  <a:pos x="T2" y="T3"/>
                </a:cxn>
                <a:cxn ang="0">
                  <a:pos x="T4" y="T5"/>
                </a:cxn>
                <a:cxn ang="0">
                  <a:pos x="T6" y="T7"/>
                </a:cxn>
                <a:cxn ang="0">
                  <a:pos x="T8" y="T9"/>
                </a:cxn>
                <a:cxn ang="0">
                  <a:pos x="T10" y="T11"/>
                </a:cxn>
                <a:cxn ang="0">
                  <a:pos x="T12" y="T13"/>
                </a:cxn>
              </a:cxnLst>
              <a:rect l="0" t="0" r="r" b="b"/>
              <a:pathLst>
                <a:path w="6988" h="1070">
                  <a:moveTo>
                    <a:pt x="0" y="0"/>
                  </a:moveTo>
                  <a:lnTo>
                    <a:pt x="0" y="0"/>
                  </a:lnTo>
                  <a:lnTo>
                    <a:pt x="0" y="1070"/>
                  </a:lnTo>
                  <a:lnTo>
                    <a:pt x="6688" y="1070"/>
                  </a:lnTo>
                  <a:lnTo>
                    <a:pt x="6988" y="528"/>
                  </a:lnTo>
                  <a:lnTo>
                    <a:pt x="6688" y="0"/>
                  </a:lnTo>
                  <a:lnTo>
                    <a:pt x="0" y="0"/>
                  </a:lnTo>
                  <a:close/>
                </a:path>
              </a:pathLst>
            </a:custGeom>
            <a:solidFill>
              <a:schemeClr val="accent3">
                <a:lumMod val="60000"/>
                <a:lumOff val="40000"/>
              </a:schemeClr>
            </a:solidFill>
            <a:ln w="0">
              <a:noFill/>
              <a:prstDash val="solid"/>
              <a:round/>
              <a:headEnd/>
              <a:tailEnd/>
            </a:ln>
          </p:spPr>
          <p:txBody>
            <a:bodyPr vert="horz" wrap="square" lIns="91440" tIns="45720" rIns="360000" bIns="45720" numCol="1" anchor="ctr"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effectLst/>
                  <a:uLnTx/>
                  <a:uFillTx/>
                  <a:latin typeface="+mj-lt"/>
                </a:rPr>
                <a:t>Benchmarking Operating Expenditure of licensees</a:t>
              </a:r>
            </a:p>
          </p:txBody>
        </p:sp>
        <p:sp>
          <p:nvSpPr>
            <p:cNvPr id="24" name="Freeform 55">
              <a:extLst>
                <a:ext uri="{FF2B5EF4-FFF2-40B4-BE49-F238E27FC236}">
                  <a16:creationId xmlns:a16="http://schemas.microsoft.com/office/drawing/2014/main" id="{E115575B-8CA2-DCB4-095C-3E3F20EC12CB}"/>
                </a:ext>
              </a:extLst>
            </p:cNvPr>
            <p:cNvSpPr>
              <a:spLocks/>
            </p:cNvSpPr>
            <p:nvPr/>
          </p:nvSpPr>
          <p:spPr bwMode="auto">
            <a:xfrm>
              <a:off x="1195572" y="4596069"/>
              <a:ext cx="5187856" cy="576072"/>
            </a:xfrm>
            <a:custGeom>
              <a:avLst/>
              <a:gdLst>
                <a:gd name="T0" fmla="*/ 0 w 6988"/>
                <a:gd name="T1" fmla="*/ 0 h 768"/>
                <a:gd name="T2" fmla="*/ 0 w 6988"/>
                <a:gd name="T3" fmla="*/ 0 h 768"/>
                <a:gd name="T4" fmla="*/ 0 w 6988"/>
                <a:gd name="T5" fmla="*/ 768 h 768"/>
                <a:gd name="T6" fmla="*/ 6688 w 6988"/>
                <a:gd name="T7" fmla="*/ 768 h 768"/>
                <a:gd name="T8" fmla="*/ 6988 w 6988"/>
                <a:gd name="T9" fmla="*/ 383 h 768"/>
                <a:gd name="T10" fmla="*/ 6688 w 6988"/>
                <a:gd name="T11" fmla="*/ 0 h 768"/>
                <a:gd name="T12" fmla="*/ 0 w 6988"/>
                <a:gd name="T13" fmla="*/ 0 h 768"/>
              </a:gdLst>
              <a:ahLst/>
              <a:cxnLst>
                <a:cxn ang="0">
                  <a:pos x="T0" y="T1"/>
                </a:cxn>
                <a:cxn ang="0">
                  <a:pos x="T2" y="T3"/>
                </a:cxn>
                <a:cxn ang="0">
                  <a:pos x="T4" y="T5"/>
                </a:cxn>
                <a:cxn ang="0">
                  <a:pos x="T6" y="T7"/>
                </a:cxn>
                <a:cxn ang="0">
                  <a:pos x="T8" y="T9"/>
                </a:cxn>
                <a:cxn ang="0">
                  <a:pos x="T10" y="T11"/>
                </a:cxn>
                <a:cxn ang="0">
                  <a:pos x="T12" y="T13"/>
                </a:cxn>
              </a:cxnLst>
              <a:rect l="0" t="0" r="r" b="b"/>
              <a:pathLst>
                <a:path w="6988" h="768">
                  <a:moveTo>
                    <a:pt x="0" y="0"/>
                  </a:moveTo>
                  <a:lnTo>
                    <a:pt x="0" y="0"/>
                  </a:lnTo>
                  <a:lnTo>
                    <a:pt x="0" y="768"/>
                  </a:lnTo>
                  <a:lnTo>
                    <a:pt x="6688" y="768"/>
                  </a:lnTo>
                  <a:lnTo>
                    <a:pt x="6988" y="383"/>
                  </a:lnTo>
                  <a:lnTo>
                    <a:pt x="6688" y="0"/>
                  </a:lnTo>
                  <a:lnTo>
                    <a:pt x="0" y="0"/>
                  </a:lnTo>
                  <a:close/>
                </a:path>
              </a:pathLst>
            </a:custGeom>
            <a:solidFill>
              <a:srgbClr val="2392D2"/>
            </a:solidFill>
            <a:ln w="0">
              <a:noFill/>
              <a:prstDash val="solid"/>
              <a:round/>
              <a:headEnd/>
              <a:tailEnd/>
            </a:ln>
          </p:spPr>
          <p:txBody>
            <a:bodyPr vert="horz" wrap="square" lIns="91440" tIns="45720" rIns="360000" bIns="45720" numCol="1" anchor="ctr" anchorCtr="0" compatLnSpc="1">
              <a:prstTxWarp prst="textNoShape">
                <a:avLst/>
              </a:prstTxWarp>
            </a:bodyPr>
            <a:lstStyle/>
            <a:p>
              <a:pPr defTabSz="914400"/>
              <a:r>
                <a:rPr lang="en-US" sz="1400" dirty="0">
                  <a:solidFill>
                    <a:srgbClr val="FFFFFF"/>
                  </a:solidFill>
                  <a:latin typeface="+mj-lt"/>
                </a:rPr>
                <a:t>Study and identify project risk mitigation options</a:t>
              </a:r>
            </a:p>
          </p:txBody>
        </p:sp>
        <p:sp>
          <p:nvSpPr>
            <p:cNvPr id="25" name="Freeform 60">
              <a:extLst>
                <a:ext uri="{FF2B5EF4-FFF2-40B4-BE49-F238E27FC236}">
                  <a16:creationId xmlns:a16="http://schemas.microsoft.com/office/drawing/2014/main" id="{26AE4C04-D44D-6567-50FF-D9C1FF1E46EA}"/>
                </a:ext>
              </a:extLst>
            </p:cNvPr>
            <p:cNvSpPr>
              <a:spLocks/>
            </p:cNvSpPr>
            <p:nvPr/>
          </p:nvSpPr>
          <p:spPr bwMode="auto">
            <a:xfrm>
              <a:off x="1195572" y="5374486"/>
              <a:ext cx="5187856" cy="576072"/>
            </a:xfrm>
            <a:custGeom>
              <a:avLst/>
              <a:gdLst>
                <a:gd name="T0" fmla="*/ 0 w 6988"/>
                <a:gd name="T1" fmla="*/ 0 h 1070"/>
                <a:gd name="T2" fmla="*/ 0 w 6988"/>
                <a:gd name="T3" fmla="*/ 0 h 1070"/>
                <a:gd name="T4" fmla="*/ 0 w 6988"/>
                <a:gd name="T5" fmla="*/ 1070 h 1070"/>
                <a:gd name="T6" fmla="*/ 6688 w 6988"/>
                <a:gd name="T7" fmla="*/ 1070 h 1070"/>
                <a:gd name="T8" fmla="*/ 6988 w 6988"/>
                <a:gd name="T9" fmla="*/ 528 h 1070"/>
                <a:gd name="T10" fmla="*/ 6688 w 6988"/>
                <a:gd name="T11" fmla="*/ 0 h 1070"/>
                <a:gd name="T12" fmla="*/ 0 w 6988"/>
                <a:gd name="T13" fmla="*/ 0 h 1070"/>
              </a:gdLst>
              <a:ahLst/>
              <a:cxnLst>
                <a:cxn ang="0">
                  <a:pos x="T0" y="T1"/>
                </a:cxn>
                <a:cxn ang="0">
                  <a:pos x="T2" y="T3"/>
                </a:cxn>
                <a:cxn ang="0">
                  <a:pos x="T4" y="T5"/>
                </a:cxn>
                <a:cxn ang="0">
                  <a:pos x="T6" y="T7"/>
                </a:cxn>
                <a:cxn ang="0">
                  <a:pos x="T8" y="T9"/>
                </a:cxn>
                <a:cxn ang="0">
                  <a:pos x="T10" y="T11"/>
                </a:cxn>
                <a:cxn ang="0">
                  <a:pos x="T12" y="T13"/>
                </a:cxn>
              </a:cxnLst>
              <a:rect l="0" t="0" r="r" b="b"/>
              <a:pathLst>
                <a:path w="6988" h="1070">
                  <a:moveTo>
                    <a:pt x="0" y="0"/>
                  </a:moveTo>
                  <a:lnTo>
                    <a:pt x="0" y="0"/>
                  </a:lnTo>
                  <a:lnTo>
                    <a:pt x="0" y="1070"/>
                  </a:lnTo>
                  <a:lnTo>
                    <a:pt x="6688" y="1070"/>
                  </a:lnTo>
                  <a:lnTo>
                    <a:pt x="6988" y="528"/>
                  </a:lnTo>
                  <a:lnTo>
                    <a:pt x="6688" y="0"/>
                  </a:lnTo>
                  <a:lnTo>
                    <a:pt x="0" y="0"/>
                  </a:lnTo>
                  <a:close/>
                </a:path>
              </a:pathLst>
            </a:custGeom>
            <a:solidFill>
              <a:schemeClr val="accent1"/>
            </a:solidFill>
            <a:ln w="0">
              <a:noFill/>
              <a:prstDash val="solid"/>
              <a:round/>
              <a:headEnd/>
              <a:tailEnd/>
            </a:ln>
          </p:spPr>
          <p:txBody>
            <a:bodyPr vert="horz" wrap="square" lIns="91440" tIns="45720" rIns="360000" bIns="45720" numCol="1" anchor="ctr"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mj-lt"/>
                </a:rPr>
                <a:t>Benchmarking Capital Expenditure of licensees</a:t>
              </a:r>
            </a:p>
          </p:txBody>
        </p:sp>
        <p:sp>
          <p:nvSpPr>
            <p:cNvPr id="26" name="Rectangle 25">
              <a:extLst>
                <a:ext uri="{FF2B5EF4-FFF2-40B4-BE49-F238E27FC236}">
                  <a16:creationId xmlns:a16="http://schemas.microsoft.com/office/drawing/2014/main" id="{EF9D9FDB-CAC5-E68D-1FA4-9BD099065F9B}"/>
                </a:ext>
              </a:extLst>
            </p:cNvPr>
            <p:cNvSpPr/>
            <p:nvPr/>
          </p:nvSpPr>
          <p:spPr bwMode="gray">
            <a:xfrm>
              <a:off x="330942" y="2150886"/>
              <a:ext cx="716924" cy="579549"/>
            </a:xfrm>
            <a:prstGeom prst="rect">
              <a:avLst/>
            </a:prstGeom>
            <a:solidFill>
              <a:srgbClr val="009A44"/>
            </a:solidFill>
            <a:ln w="19050" algn="ctr">
              <a:noFill/>
              <a:miter lim="800000"/>
              <a:headEnd/>
              <a:tailEnd/>
            </a:ln>
          </p:spPr>
          <p:txBody>
            <a:bodyPr wrap="square" lIns="88900" tIns="88900" rIns="88900" bIns="88900" rtlCol="0" anchor="ctr"/>
            <a:lstStyle/>
            <a:p>
              <a:pPr algn="ctr">
                <a:buFont typeface="Wingdings 2" pitchFamily="18" charset="2"/>
                <a:buNone/>
              </a:pPr>
              <a:r>
                <a:rPr lang="en-US" altLang="zh-CN" b="1" dirty="0">
                  <a:solidFill>
                    <a:schemeClr val="bg1"/>
                  </a:solidFill>
                </a:rPr>
                <a:t>9</a:t>
              </a:r>
              <a:endParaRPr lang="en-US" b="1" dirty="0">
                <a:solidFill>
                  <a:schemeClr val="bg1"/>
                </a:solidFill>
              </a:endParaRPr>
            </a:p>
          </p:txBody>
        </p:sp>
        <p:sp>
          <p:nvSpPr>
            <p:cNvPr id="27" name="Rectangle 26">
              <a:extLst>
                <a:ext uri="{FF2B5EF4-FFF2-40B4-BE49-F238E27FC236}">
                  <a16:creationId xmlns:a16="http://schemas.microsoft.com/office/drawing/2014/main" id="{4996542D-B62A-0AC8-2A53-4A62457730A3}"/>
                </a:ext>
              </a:extLst>
            </p:cNvPr>
            <p:cNvSpPr/>
            <p:nvPr/>
          </p:nvSpPr>
          <p:spPr bwMode="gray">
            <a:xfrm>
              <a:off x="330942" y="1393147"/>
              <a:ext cx="716924" cy="579549"/>
            </a:xfrm>
            <a:prstGeom prst="rect">
              <a:avLst/>
            </a:prstGeom>
            <a:solidFill>
              <a:schemeClr val="tx1">
                <a:lumMod val="75000"/>
                <a:lumOff val="25000"/>
              </a:schemeClr>
            </a:solidFill>
            <a:ln w="19050" algn="ctr">
              <a:noFill/>
              <a:miter lim="800000"/>
              <a:headEnd/>
              <a:tailEnd/>
            </a:ln>
          </p:spPr>
          <p:txBody>
            <a:bodyPr wrap="square" lIns="88900" tIns="88900" rIns="88900" bIns="88900" rtlCol="0" anchor="ctr"/>
            <a:lstStyle/>
            <a:p>
              <a:pPr algn="ctr">
                <a:buFont typeface="Wingdings 2" pitchFamily="18" charset="2"/>
                <a:buNone/>
              </a:pPr>
              <a:r>
                <a:rPr lang="en-US" altLang="zh-CN" b="1" dirty="0">
                  <a:solidFill>
                    <a:schemeClr val="bg1"/>
                  </a:solidFill>
                </a:rPr>
                <a:t>8</a:t>
              </a:r>
              <a:endParaRPr lang="en-US" b="1" dirty="0">
                <a:solidFill>
                  <a:schemeClr val="bg1"/>
                </a:solidFill>
              </a:endParaRPr>
            </a:p>
          </p:txBody>
        </p:sp>
        <p:sp>
          <p:nvSpPr>
            <p:cNvPr id="28" name="Rectangle 27">
              <a:extLst>
                <a:ext uri="{FF2B5EF4-FFF2-40B4-BE49-F238E27FC236}">
                  <a16:creationId xmlns:a16="http://schemas.microsoft.com/office/drawing/2014/main" id="{52D0C74D-8367-C25E-E418-96F955FA18D7}"/>
                </a:ext>
              </a:extLst>
            </p:cNvPr>
            <p:cNvSpPr/>
            <p:nvPr/>
          </p:nvSpPr>
          <p:spPr bwMode="gray">
            <a:xfrm>
              <a:off x="330942" y="2974727"/>
              <a:ext cx="716924" cy="579549"/>
            </a:xfrm>
            <a:prstGeom prst="rect">
              <a:avLst/>
            </a:prstGeom>
            <a:solidFill>
              <a:schemeClr val="accent1">
                <a:lumMod val="50000"/>
              </a:schemeClr>
            </a:solidFill>
            <a:ln w="19050" algn="ctr">
              <a:noFill/>
              <a:miter lim="800000"/>
              <a:headEnd/>
              <a:tailEnd/>
            </a:ln>
          </p:spPr>
          <p:txBody>
            <a:bodyPr wrap="square" lIns="88900" tIns="88900" rIns="88900" bIns="88900" rtlCol="0" anchor="ctr"/>
            <a:lstStyle/>
            <a:p>
              <a:pPr algn="ctr">
                <a:buFont typeface="Wingdings 2" pitchFamily="18" charset="2"/>
                <a:buNone/>
              </a:pPr>
              <a:r>
                <a:rPr lang="en-US" altLang="zh-CN" b="1" dirty="0">
                  <a:solidFill>
                    <a:schemeClr val="bg1"/>
                  </a:solidFill>
                </a:rPr>
                <a:t>10</a:t>
              </a:r>
              <a:endParaRPr lang="en-US" b="1" dirty="0">
                <a:solidFill>
                  <a:schemeClr val="bg1"/>
                </a:solidFill>
              </a:endParaRPr>
            </a:p>
          </p:txBody>
        </p:sp>
        <p:sp>
          <p:nvSpPr>
            <p:cNvPr id="29" name="Rectangle 28">
              <a:extLst>
                <a:ext uri="{FF2B5EF4-FFF2-40B4-BE49-F238E27FC236}">
                  <a16:creationId xmlns:a16="http://schemas.microsoft.com/office/drawing/2014/main" id="{38722A99-1EC3-770C-FBFD-6C1CDCC9D27E}"/>
                </a:ext>
              </a:extLst>
            </p:cNvPr>
            <p:cNvSpPr/>
            <p:nvPr/>
          </p:nvSpPr>
          <p:spPr bwMode="gray">
            <a:xfrm>
              <a:off x="330942" y="3798568"/>
              <a:ext cx="716924" cy="579549"/>
            </a:xfrm>
            <a:prstGeom prst="rect">
              <a:avLst/>
            </a:prstGeom>
            <a:solidFill>
              <a:schemeClr val="accent4"/>
            </a:solidFill>
            <a:ln w="19050" algn="ctr">
              <a:noFill/>
              <a:miter lim="800000"/>
              <a:headEnd/>
              <a:tailEnd/>
            </a:ln>
          </p:spPr>
          <p:txBody>
            <a:bodyPr wrap="square" lIns="88900" tIns="88900" rIns="88900" bIns="88900" rtlCol="0" anchor="ctr"/>
            <a:lstStyle/>
            <a:p>
              <a:pPr algn="ctr">
                <a:buFont typeface="Wingdings 2" pitchFamily="18" charset="2"/>
                <a:buNone/>
              </a:pPr>
              <a:r>
                <a:rPr lang="en-US" altLang="zh-CN" b="1" dirty="0">
                  <a:solidFill>
                    <a:schemeClr val="bg1"/>
                  </a:solidFill>
                </a:rPr>
                <a:t>11</a:t>
              </a:r>
              <a:endParaRPr lang="en-US" b="1" dirty="0">
                <a:solidFill>
                  <a:schemeClr val="bg1"/>
                </a:solidFill>
              </a:endParaRPr>
            </a:p>
          </p:txBody>
        </p:sp>
        <p:sp>
          <p:nvSpPr>
            <p:cNvPr id="30" name="Rectangle 29">
              <a:extLst>
                <a:ext uri="{FF2B5EF4-FFF2-40B4-BE49-F238E27FC236}">
                  <a16:creationId xmlns:a16="http://schemas.microsoft.com/office/drawing/2014/main" id="{5E6D3E3D-87E4-650E-43BB-A84C2B6A24FE}"/>
                </a:ext>
              </a:extLst>
            </p:cNvPr>
            <p:cNvSpPr/>
            <p:nvPr/>
          </p:nvSpPr>
          <p:spPr bwMode="gray">
            <a:xfrm>
              <a:off x="330942" y="4589358"/>
              <a:ext cx="716924" cy="579549"/>
            </a:xfrm>
            <a:prstGeom prst="rect">
              <a:avLst/>
            </a:prstGeom>
            <a:solidFill>
              <a:schemeClr val="accent4">
                <a:lumMod val="75000"/>
              </a:schemeClr>
            </a:solidFill>
            <a:ln w="19050" algn="ctr">
              <a:noFill/>
              <a:miter lim="800000"/>
              <a:headEnd/>
              <a:tailEnd/>
            </a:ln>
          </p:spPr>
          <p:txBody>
            <a:bodyPr wrap="square" lIns="88900" tIns="88900" rIns="88900" bIns="88900" rtlCol="0" anchor="ctr"/>
            <a:lstStyle/>
            <a:p>
              <a:pPr algn="ctr">
                <a:buFont typeface="Wingdings 2" pitchFamily="18" charset="2"/>
                <a:buNone/>
              </a:pPr>
              <a:r>
                <a:rPr lang="en-US" altLang="zh-CN" b="1" dirty="0">
                  <a:solidFill>
                    <a:schemeClr val="bg1"/>
                  </a:solidFill>
                </a:rPr>
                <a:t>12</a:t>
              </a:r>
              <a:endParaRPr lang="en-US" b="1" dirty="0">
                <a:solidFill>
                  <a:schemeClr val="bg1"/>
                </a:solidFill>
              </a:endParaRPr>
            </a:p>
          </p:txBody>
        </p:sp>
        <p:sp>
          <p:nvSpPr>
            <p:cNvPr id="31" name="Rectangle 30">
              <a:extLst>
                <a:ext uri="{FF2B5EF4-FFF2-40B4-BE49-F238E27FC236}">
                  <a16:creationId xmlns:a16="http://schemas.microsoft.com/office/drawing/2014/main" id="{C8E67F64-A1F9-05B5-B8CC-B3BCDBF85D41}"/>
                </a:ext>
              </a:extLst>
            </p:cNvPr>
            <p:cNvSpPr/>
            <p:nvPr/>
          </p:nvSpPr>
          <p:spPr bwMode="gray">
            <a:xfrm>
              <a:off x="330942" y="5391167"/>
              <a:ext cx="716924" cy="579549"/>
            </a:xfrm>
            <a:prstGeom prst="rect">
              <a:avLst/>
            </a:prstGeom>
            <a:solidFill>
              <a:srgbClr val="2C5234"/>
            </a:solidFill>
            <a:ln w="19050" algn="ctr">
              <a:noFill/>
              <a:miter lim="800000"/>
              <a:headEnd/>
              <a:tailEnd/>
            </a:ln>
          </p:spPr>
          <p:txBody>
            <a:bodyPr wrap="square" lIns="88900" tIns="88900" rIns="88900" bIns="88900" rtlCol="0" anchor="ctr"/>
            <a:lstStyle/>
            <a:p>
              <a:pPr algn="ctr">
                <a:buFont typeface="Wingdings 2" pitchFamily="18" charset="2"/>
                <a:buNone/>
              </a:pPr>
              <a:r>
                <a:rPr lang="en-US" altLang="zh-CN" b="1" dirty="0">
                  <a:solidFill>
                    <a:schemeClr val="bg1"/>
                  </a:solidFill>
                </a:rPr>
                <a:t>13</a:t>
              </a:r>
              <a:endParaRPr lang="en-US" b="1" dirty="0">
                <a:solidFill>
                  <a:schemeClr val="bg1"/>
                </a:solidFill>
              </a:endParaRPr>
            </a:p>
          </p:txBody>
        </p:sp>
        <p:sp>
          <p:nvSpPr>
            <p:cNvPr id="32" name="Freeform 60">
              <a:extLst>
                <a:ext uri="{FF2B5EF4-FFF2-40B4-BE49-F238E27FC236}">
                  <a16:creationId xmlns:a16="http://schemas.microsoft.com/office/drawing/2014/main" id="{067C23FF-B9D3-C0BF-497F-BA6D1F07A4FA}"/>
                </a:ext>
              </a:extLst>
            </p:cNvPr>
            <p:cNvSpPr>
              <a:spLocks/>
            </p:cNvSpPr>
            <p:nvPr/>
          </p:nvSpPr>
          <p:spPr bwMode="auto">
            <a:xfrm>
              <a:off x="1193734" y="6099763"/>
              <a:ext cx="5187856" cy="576072"/>
            </a:xfrm>
            <a:custGeom>
              <a:avLst/>
              <a:gdLst>
                <a:gd name="T0" fmla="*/ 0 w 6988"/>
                <a:gd name="T1" fmla="*/ 0 h 1070"/>
                <a:gd name="T2" fmla="*/ 0 w 6988"/>
                <a:gd name="T3" fmla="*/ 0 h 1070"/>
                <a:gd name="T4" fmla="*/ 0 w 6988"/>
                <a:gd name="T5" fmla="*/ 1070 h 1070"/>
                <a:gd name="T6" fmla="*/ 6688 w 6988"/>
                <a:gd name="T7" fmla="*/ 1070 h 1070"/>
                <a:gd name="T8" fmla="*/ 6988 w 6988"/>
                <a:gd name="T9" fmla="*/ 528 h 1070"/>
                <a:gd name="T10" fmla="*/ 6688 w 6988"/>
                <a:gd name="T11" fmla="*/ 0 h 1070"/>
                <a:gd name="T12" fmla="*/ 0 w 6988"/>
                <a:gd name="T13" fmla="*/ 0 h 1070"/>
              </a:gdLst>
              <a:ahLst/>
              <a:cxnLst>
                <a:cxn ang="0">
                  <a:pos x="T0" y="T1"/>
                </a:cxn>
                <a:cxn ang="0">
                  <a:pos x="T2" y="T3"/>
                </a:cxn>
                <a:cxn ang="0">
                  <a:pos x="T4" y="T5"/>
                </a:cxn>
                <a:cxn ang="0">
                  <a:pos x="T6" y="T7"/>
                </a:cxn>
                <a:cxn ang="0">
                  <a:pos x="T8" y="T9"/>
                </a:cxn>
                <a:cxn ang="0">
                  <a:pos x="T10" y="T11"/>
                </a:cxn>
                <a:cxn ang="0">
                  <a:pos x="T12" y="T13"/>
                </a:cxn>
              </a:cxnLst>
              <a:rect l="0" t="0" r="r" b="b"/>
              <a:pathLst>
                <a:path w="6988" h="1070">
                  <a:moveTo>
                    <a:pt x="0" y="0"/>
                  </a:moveTo>
                  <a:lnTo>
                    <a:pt x="0" y="0"/>
                  </a:lnTo>
                  <a:lnTo>
                    <a:pt x="0" y="1070"/>
                  </a:lnTo>
                  <a:lnTo>
                    <a:pt x="6688" y="1070"/>
                  </a:lnTo>
                  <a:lnTo>
                    <a:pt x="6988" y="528"/>
                  </a:lnTo>
                  <a:lnTo>
                    <a:pt x="6688" y="0"/>
                  </a:lnTo>
                  <a:lnTo>
                    <a:pt x="0" y="0"/>
                  </a:lnTo>
                  <a:close/>
                </a:path>
              </a:pathLst>
            </a:custGeom>
            <a:solidFill>
              <a:srgbClr val="0097A9"/>
            </a:solidFill>
            <a:ln w="0">
              <a:noFill/>
              <a:prstDash val="solid"/>
              <a:round/>
              <a:headEnd/>
              <a:tailEnd/>
            </a:ln>
          </p:spPr>
          <p:txBody>
            <a:bodyPr vert="horz" wrap="square" lIns="91440" tIns="45720" rIns="360000" bIns="45720" numCol="1" anchor="ctr"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FFFFFF"/>
                  </a:solidFill>
                  <a:effectLst/>
                  <a:uLnTx/>
                  <a:uFillTx/>
                  <a:latin typeface="+mj-lt"/>
                </a:rPr>
                <a:t>Introduce necessary provisions regarding imposition of fines</a:t>
              </a:r>
            </a:p>
          </p:txBody>
        </p:sp>
        <p:sp>
          <p:nvSpPr>
            <p:cNvPr id="33" name="Rectangle 32">
              <a:extLst>
                <a:ext uri="{FF2B5EF4-FFF2-40B4-BE49-F238E27FC236}">
                  <a16:creationId xmlns:a16="http://schemas.microsoft.com/office/drawing/2014/main" id="{11A88B56-5F9A-49DE-5175-F7512BDE4A64}"/>
                </a:ext>
              </a:extLst>
            </p:cNvPr>
            <p:cNvSpPr/>
            <p:nvPr/>
          </p:nvSpPr>
          <p:spPr bwMode="gray">
            <a:xfrm>
              <a:off x="329104" y="6127461"/>
              <a:ext cx="716924" cy="579549"/>
            </a:xfrm>
            <a:prstGeom prst="rect">
              <a:avLst/>
            </a:prstGeom>
            <a:solidFill>
              <a:srgbClr val="004F59"/>
            </a:solidFill>
            <a:ln w="19050" algn="ctr">
              <a:noFill/>
              <a:miter lim="800000"/>
              <a:headEnd/>
              <a:tailEnd/>
            </a:ln>
          </p:spPr>
          <p:txBody>
            <a:bodyPr wrap="square" lIns="88900" tIns="88900" rIns="88900" bIns="88900" rtlCol="0" anchor="ctr"/>
            <a:lstStyle/>
            <a:p>
              <a:pPr algn="ctr">
                <a:buFont typeface="Wingdings 2" pitchFamily="18" charset="2"/>
                <a:buNone/>
              </a:pPr>
              <a:r>
                <a:rPr lang="en-US" altLang="zh-CN" b="1" dirty="0">
                  <a:solidFill>
                    <a:schemeClr val="bg1"/>
                  </a:solidFill>
                </a:rPr>
                <a:t>14</a:t>
              </a:r>
              <a:endParaRPr lang="en-US" b="1" dirty="0">
                <a:solidFill>
                  <a:schemeClr val="bg1"/>
                </a:solidFill>
              </a:endParaRPr>
            </a:p>
          </p:txBody>
        </p:sp>
      </p:grpSp>
      <p:sp>
        <p:nvSpPr>
          <p:cNvPr id="34" name="Plus Sign 33">
            <a:extLst>
              <a:ext uri="{FF2B5EF4-FFF2-40B4-BE49-F238E27FC236}">
                <a16:creationId xmlns:a16="http://schemas.microsoft.com/office/drawing/2014/main" id="{191D0969-14DC-2897-E59A-CABC295A1F83}"/>
              </a:ext>
            </a:extLst>
          </p:cNvPr>
          <p:cNvSpPr/>
          <p:nvPr/>
        </p:nvSpPr>
        <p:spPr bwMode="gray">
          <a:xfrm>
            <a:off x="2799196" y="1148374"/>
            <a:ext cx="477520" cy="457249"/>
          </a:xfrm>
          <a:prstGeom prst="mathPlus">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35" name="Plus Sign 34">
            <a:extLst>
              <a:ext uri="{FF2B5EF4-FFF2-40B4-BE49-F238E27FC236}">
                <a16:creationId xmlns:a16="http://schemas.microsoft.com/office/drawing/2014/main" id="{0DE77E2A-CC0C-8194-DA5C-FE970FF5B99B}"/>
              </a:ext>
            </a:extLst>
          </p:cNvPr>
          <p:cNvSpPr/>
          <p:nvPr/>
        </p:nvSpPr>
        <p:spPr bwMode="gray">
          <a:xfrm>
            <a:off x="3276716" y="1148373"/>
            <a:ext cx="477520" cy="457249"/>
          </a:xfrm>
          <a:prstGeom prst="mathPlus">
            <a:avLst/>
          </a:prstGeom>
          <a:solidFill>
            <a:schemeClr val="accent3"/>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36" name="Minus Sign 35">
            <a:extLst>
              <a:ext uri="{FF2B5EF4-FFF2-40B4-BE49-F238E27FC236}">
                <a16:creationId xmlns:a16="http://schemas.microsoft.com/office/drawing/2014/main" id="{27DEA3B2-5FC4-BB82-E0D8-C977469B6313}"/>
              </a:ext>
            </a:extLst>
          </p:cNvPr>
          <p:cNvSpPr/>
          <p:nvPr/>
        </p:nvSpPr>
        <p:spPr bwMode="gray">
          <a:xfrm>
            <a:off x="9144000" y="1249855"/>
            <a:ext cx="457200" cy="365760"/>
          </a:xfrm>
          <a:prstGeom prst="mathMinus">
            <a:avLst/>
          </a:prstGeom>
          <a:solidFill>
            <a:srgbClr val="FFC0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37" name="Minus Sign 36">
            <a:extLst>
              <a:ext uri="{FF2B5EF4-FFF2-40B4-BE49-F238E27FC236}">
                <a16:creationId xmlns:a16="http://schemas.microsoft.com/office/drawing/2014/main" id="{0CA8260C-4336-3BC9-4AEB-16E81D2D2407}"/>
              </a:ext>
            </a:extLst>
          </p:cNvPr>
          <p:cNvSpPr/>
          <p:nvPr/>
        </p:nvSpPr>
        <p:spPr bwMode="gray">
          <a:xfrm>
            <a:off x="9570720" y="1249855"/>
            <a:ext cx="457200" cy="365760"/>
          </a:xfrm>
          <a:prstGeom prst="mathMinus">
            <a:avLst/>
          </a:prstGeom>
          <a:solidFill>
            <a:srgbClr val="FFC000"/>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Tree>
    <p:extLst>
      <p:ext uri="{BB962C8B-B14F-4D97-AF65-F5344CB8AC3E}">
        <p14:creationId xmlns:p14="http://schemas.microsoft.com/office/powerpoint/2010/main" val="2680460074"/>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B0F0"/>
        </a:solidFill>
        <a:effectLst/>
      </p:bgPr>
    </p:bg>
    <p:spTree>
      <p:nvGrpSpPr>
        <p:cNvPr id="1" name="">
          <a:extLst>
            <a:ext uri="{FF2B5EF4-FFF2-40B4-BE49-F238E27FC236}">
              <a16:creationId xmlns:a16="http://schemas.microsoft.com/office/drawing/2014/main" id="{2E47E580-00AE-6E51-7651-94AE749E39AB}"/>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41D3FF32-9B97-20B4-E500-771DF35F1BF9}"/>
              </a:ext>
            </a:extLst>
          </p:cNvPr>
          <p:cNvGraphicFramePr>
            <a:graphicFrameLocks noChangeAspect="1"/>
          </p:cNvGraphicFramePr>
          <p:nvPr>
            <p:custDataLst>
              <p:tags r:id="rId1"/>
            </p:custDataLst>
            <p:extLst>
              <p:ext uri="{D42A27DB-BD31-4B8C-83A1-F6EECF244321}">
                <p14:modId xmlns:p14="http://schemas.microsoft.com/office/powerpoint/2010/main" val="35441362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41D3FF32-9B97-20B4-E500-771DF35F1BF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Title 2">
            <a:extLst>
              <a:ext uri="{FF2B5EF4-FFF2-40B4-BE49-F238E27FC236}">
                <a16:creationId xmlns:a16="http://schemas.microsoft.com/office/drawing/2014/main" id="{8F2C5FE4-972F-59F5-7456-E7407FD53954}"/>
              </a:ext>
            </a:extLst>
          </p:cNvPr>
          <p:cNvSpPr>
            <a:spLocks noGrp="1"/>
          </p:cNvSpPr>
          <p:nvPr>
            <p:ph type="title"/>
          </p:nvPr>
        </p:nvSpPr>
        <p:spPr>
          <a:xfrm>
            <a:off x="396779" y="3412986"/>
            <a:ext cx="12309107" cy="368439"/>
          </a:xfrm>
        </p:spPr>
        <p:txBody>
          <a:bodyPr vert="horz"/>
          <a:lstStyle/>
          <a:p>
            <a:r>
              <a:rPr lang="en-US" sz="4000" b="1" dirty="0">
                <a:solidFill>
                  <a:schemeClr val="bg1"/>
                </a:solidFill>
              </a:rPr>
              <a:t>ASSOCIATED TASKS AND ACTIVITIES</a:t>
            </a:r>
          </a:p>
        </p:txBody>
      </p:sp>
    </p:spTree>
    <p:extLst>
      <p:ext uri="{BB962C8B-B14F-4D97-AF65-F5344CB8AC3E}">
        <p14:creationId xmlns:p14="http://schemas.microsoft.com/office/powerpoint/2010/main" val="3133011754"/>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a:extLst>
            <a:ext uri="{FF2B5EF4-FFF2-40B4-BE49-F238E27FC236}">
              <a16:creationId xmlns:a16="http://schemas.microsoft.com/office/drawing/2014/main" id="{A01C73FF-3210-47E5-C669-367E0FE56C5E}"/>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30924FEA-FDD7-0C09-B346-A626D3CC9DF6}"/>
              </a:ext>
            </a:extLst>
          </p:cNvPr>
          <p:cNvGraphicFramePr>
            <a:graphicFrameLocks noChangeAspect="1"/>
          </p:cNvGraphicFramePr>
          <p:nvPr>
            <p:custDataLst>
              <p:tags r:id="rId1"/>
            </p:custDataLst>
            <p:extLst>
              <p:ext uri="{D42A27DB-BD31-4B8C-83A1-F6EECF244321}">
                <p14:modId xmlns:p14="http://schemas.microsoft.com/office/powerpoint/2010/main" val="38850867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30924FEA-FDD7-0C09-B346-A626D3CC9DF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Title 2">
            <a:extLst>
              <a:ext uri="{FF2B5EF4-FFF2-40B4-BE49-F238E27FC236}">
                <a16:creationId xmlns:a16="http://schemas.microsoft.com/office/drawing/2014/main" id="{B35F1683-C01B-6B0B-4037-292C0A0B077D}"/>
              </a:ext>
            </a:extLst>
          </p:cNvPr>
          <p:cNvSpPr>
            <a:spLocks noGrp="1"/>
          </p:cNvSpPr>
          <p:nvPr>
            <p:ph type="title"/>
          </p:nvPr>
        </p:nvSpPr>
        <p:spPr>
          <a:xfrm>
            <a:off x="396779" y="3412986"/>
            <a:ext cx="12309107" cy="368439"/>
          </a:xfrm>
        </p:spPr>
        <p:txBody>
          <a:bodyPr vert="horz"/>
          <a:lstStyle/>
          <a:p>
            <a:r>
              <a:rPr lang="en-US" sz="4000" b="1" dirty="0">
                <a:solidFill>
                  <a:schemeClr val="bg1"/>
                </a:solidFill>
              </a:rPr>
              <a:t>Module A: Financial Independence and Sustainability</a:t>
            </a:r>
          </a:p>
        </p:txBody>
      </p:sp>
    </p:spTree>
    <p:extLst>
      <p:ext uri="{BB962C8B-B14F-4D97-AF65-F5344CB8AC3E}">
        <p14:creationId xmlns:p14="http://schemas.microsoft.com/office/powerpoint/2010/main" val="1349760004"/>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BA647-4DC5-6B07-A1EC-BDBFC7408C4C}"/>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6D80607B-CA1F-3ED6-E704-3E25CD742EB7}"/>
              </a:ext>
            </a:extLst>
          </p:cNvPr>
          <p:cNvGraphicFramePr>
            <a:graphicFrameLocks noChangeAspect="1"/>
          </p:cNvGraphicFramePr>
          <p:nvPr>
            <p:custDataLst>
              <p:tags r:id="rId1"/>
            </p:custDataLst>
            <p:extLst>
              <p:ext uri="{D42A27DB-BD31-4B8C-83A1-F6EECF244321}">
                <p14:modId xmlns:p14="http://schemas.microsoft.com/office/powerpoint/2010/main" val="37152151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6D80607B-CA1F-3ED6-E704-3E25CD742EB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0A4F69AA-B783-183F-F601-1ABB860908D5}"/>
              </a:ext>
            </a:extLst>
          </p:cNvPr>
          <p:cNvSpPr>
            <a:spLocks noGrp="1"/>
          </p:cNvSpPr>
          <p:nvPr>
            <p:ph type="title"/>
          </p:nvPr>
        </p:nvSpPr>
        <p:spPr/>
        <p:txBody>
          <a:bodyPr vert="horz"/>
          <a:lstStyle/>
          <a:p>
            <a:r>
              <a:rPr lang="en-US" dirty="0"/>
              <a:t>Module A: Financial Independence and Sustainability</a:t>
            </a:r>
            <a:br>
              <a:rPr lang="en-US" dirty="0"/>
            </a:br>
            <a:endParaRPr lang="en-US" dirty="0"/>
          </a:p>
        </p:txBody>
      </p:sp>
      <p:sp>
        <p:nvSpPr>
          <p:cNvPr id="24" name="Oval 23">
            <a:extLst>
              <a:ext uri="{FF2B5EF4-FFF2-40B4-BE49-F238E27FC236}">
                <a16:creationId xmlns:a16="http://schemas.microsoft.com/office/drawing/2014/main" id="{907B8DC9-2D6B-26E4-9EB1-6B747A4E59AC}"/>
              </a:ext>
            </a:extLst>
          </p:cNvPr>
          <p:cNvSpPr/>
          <p:nvPr/>
        </p:nvSpPr>
        <p:spPr bwMode="gray">
          <a:xfrm>
            <a:off x="11523645" y="1191033"/>
            <a:ext cx="1326615" cy="560911"/>
          </a:xfrm>
          <a:prstGeom prst="ellipse">
            <a:avLst/>
          </a:prstGeom>
          <a:solidFill>
            <a:schemeClr val="accent3">
              <a:lumMod val="20000"/>
              <a:lumOff val="80000"/>
            </a:schemeClr>
          </a:solidFill>
          <a:ln w="19050" algn="ctr">
            <a:solidFill>
              <a:schemeClr val="tx1"/>
            </a:solidFill>
            <a:prstDash val="lgDash"/>
            <a:miter lim="800000"/>
            <a:headEnd/>
            <a:tailEnd/>
          </a:ln>
        </p:spPr>
        <p:txBody>
          <a:bodyPr wrap="square" lIns="88900" tIns="88900" rIns="88900" bIns="88900" rtlCol="0" anchor="ctr"/>
          <a:lstStyle/>
          <a:p>
            <a:pPr algn="ctr">
              <a:lnSpc>
                <a:spcPct val="106000"/>
              </a:lnSpc>
              <a:buFont typeface="Wingdings 2" pitchFamily="18" charset="2"/>
              <a:buNone/>
            </a:pPr>
            <a:r>
              <a:rPr lang="en-US" sz="1300" b="1" i="1" dirty="0"/>
              <a:t>3 Months</a:t>
            </a:r>
          </a:p>
        </p:txBody>
      </p:sp>
      <p:sp>
        <p:nvSpPr>
          <p:cNvPr id="43" name="TextBox 42">
            <a:extLst>
              <a:ext uri="{FF2B5EF4-FFF2-40B4-BE49-F238E27FC236}">
                <a16:creationId xmlns:a16="http://schemas.microsoft.com/office/drawing/2014/main" id="{054F4BC7-6CE7-2EF2-7F5D-8849BFB57BA6}"/>
              </a:ext>
            </a:extLst>
          </p:cNvPr>
          <p:cNvSpPr txBox="1"/>
          <p:nvPr/>
        </p:nvSpPr>
        <p:spPr>
          <a:xfrm>
            <a:off x="3371161" y="1219172"/>
            <a:ext cx="7943162" cy="892552"/>
          </a:xfrm>
          <a:prstGeom prst="rect">
            <a:avLst/>
          </a:prstGeom>
          <a:solidFill>
            <a:srgbClr val="FFFFFF"/>
          </a:solidFill>
        </p:spPr>
        <p:txBody>
          <a:bodyPr wrap="square" lIns="0" tIns="0" rIns="0" bIns="0" rtlCol="0">
            <a:spAutoFit/>
          </a:bodyPr>
          <a:lstStyle/>
          <a:p>
            <a:pPr algn="just">
              <a:spcBef>
                <a:spcPts val="600"/>
              </a:spcBef>
              <a:buSzPct val="100000"/>
            </a:pPr>
            <a:r>
              <a:rPr lang="en-US" sz="1600" b="1" dirty="0">
                <a:solidFill>
                  <a:schemeClr val="accent2"/>
                </a:solidFill>
              </a:rPr>
              <a:t>Support ERC in developing a Policy/Rules for utilization of Funds</a:t>
            </a:r>
            <a:endParaRPr lang="en-US" sz="1500" b="1" dirty="0">
              <a:solidFill>
                <a:schemeClr val="accent2"/>
              </a:solidFill>
            </a:endParaRPr>
          </a:p>
          <a:p>
            <a:pPr marL="171450" indent="-171450" algn="just">
              <a:buSzPct val="100000"/>
              <a:buFont typeface="Arial" panose="020B0604020202020204" pitchFamily="34" charset="0"/>
              <a:buChar char="•"/>
            </a:pPr>
            <a:r>
              <a:rPr lang="en-US" sz="1400" i="1" dirty="0">
                <a:solidFill>
                  <a:srgbClr val="313131"/>
                </a:solidFill>
              </a:rPr>
              <a:t>Suggestions on inclusions in the draft rules and discussion with Commission</a:t>
            </a:r>
          </a:p>
          <a:p>
            <a:pPr marL="171450" indent="-171450" algn="just">
              <a:buSzPct val="100000"/>
              <a:buFont typeface="Arial" panose="020B0604020202020204" pitchFamily="34" charset="0"/>
              <a:buChar char="•"/>
            </a:pPr>
            <a:r>
              <a:rPr lang="en-US" sz="1400" i="1" dirty="0">
                <a:solidFill>
                  <a:srgbClr val="313131"/>
                </a:solidFill>
              </a:rPr>
              <a:t>Review and provide comments on draft rules.</a:t>
            </a:r>
          </a:p>
          <a:p>
            <a:pPr marL="171450" indent="-171450" algn="just">
              <a:buSzPct val="100000"/>
              <a:buFont typeface="Arial" panose="020B0604020202020204" pitchFamily="34" charset="0"/>
              <a:buChar char="•"/>
            </a:pPr>
            <a:r>
              <a:rPr lang="en-US" sz="1400" i="1" dirty="0">
                <a:solidFill>
                  <a:srgbClr val="313131"/>
                </a:solidFill>
              </a:rPr>
              <a:t>Providing support in finalization of the Rules.</a:t>
            </a:r>
          </a:p>
        </p:txBody>
      </p:sp>
      <p:sp>
        <p:nvSpPr>
          <p:cNvPr id="53" name="TextBox 52">
            <a:extLst>
              <a:ext uri="{FF2B5EF4-FFF2-40B4-BE49-F238E27FC236}">
                <a16:creationId xmlns:a16="http://schemas.microsoft.com/office/drawing/2014/main" id="{92F8FC0F-97A1-CDED-D0F3-E03AD3D5E1D6}"/>
              </a:ext>
            </a:extLst>
          </p:cNvPr>
          <p:cNvSpPr txBox="1"/>
          <p:nvPr/>
        </p:nvSpPr>
        <p:spPr>
          <a:xfrm>
            <a:off x="3371161" y="2523855"/>
            <a:ext cx="7943162" cy="1138773"/>
          </a:xfrm>
          <a:prstGeom prst="rect">
            <a:avLst/>
          </a:prstGeom>
          <a:noFill/>
        </p:spPr>
        <p:txBody>
          <a:bodyPr wrap="square" lIns="0" tIns="0" rIns="0" bIns="0" rtlCol="0">
            <a:spAutoFit/>
          </a:bodyPr>
          <a:lstStyle/>
          <a:p>
            <a:pPr algn="just">
              <a:spcBef>
                <a:spcPts val="600"/>
              </a:spcBef>
              <a:buSzPct val="100000"/>
            </a:pPr>
            <a:r>
              <a:rPr lang="en-US" sz="1600" b="1" dirty="0">
                <a:solidFill>
                  <a:srgbClr val="43B02A"/>
                </a:solidFill>
              </a:rPr>
              <a:t>Development of annual budget and financial plan to ensure financial independence of ERC</a:t>
            </a:r>
            <a:endParaRPr lang="en-US" sz="1500" b="1" dirty="0">
              <a:solidFill>
                <a:srgbClr val="43B02A"/>
              </a:solidFill>
            </a:endParaRPr>
          </a:p>
          <a:p>
            <a:pPr marL="171450" indent="-171450" algn="just">
              <a:buSzPct val="100000"/>
              <a:buFont typeface="Arial" panose="020B0604020202020204" pitchFamily="34" charset="0"/>
              <a:buChar char="•"/>
            </a:pPr>
            <a:r>
              <a:rPr lang="en-US" sz="1400" i="1" dirty="0">
                <a:solidFill>
                  <a:srgbClr val="313131"/>
                </a:solidFill>
              </a:rPr>
              <a:t>Support ERC and accounts team in estimation of revenue and expenditure</a:t>
            </a:r>
          </a:p>
          <a:p>
            <a:pPr marL="171450" indent="-171450" algn="just">
              <a:buSzPct val="100000"/>
              <a:buFont typeface="Arial" panose="020B0604020202020204" pitchFamily="34" charset="0"/>
              <a:buChar char="•"/>
            </a:pPr>
            <a:r>
              <a:rPr lang="en-US" sz="1400" i="1" dirty="0">
                <a:solidFill>
                  <a:srgbClr val="313131"/>
                </a:solidFill>
              </a:rPr>
              <a:t>Assess required changes in Fees / Service Charges and help prepare a case for amendment in Act /Rules (if required)</a:t>
            </a:r>
          </a:p>
        </p:txBody>
      </p:sp>
      <p:sp>
        <p:nvSpPr>
          <p:cNvPr id="54" name="Oval 53">
            <a:extLst>
              <a:ext uri="{FF2B5EF4-FFF2-40B4-BE49-F238E27FC236}">
                <a16:creationId xmlns:a16="http://schemas.microsoft.com/office/drawing/2014/main" id="{13EEB6F6-DAA7-19D4-F3A1-2FED357A1EB6}"/>
              </a:ext>
            </a:extLst>
          </p:cNvPr>
          <p:cNvSpPr/>
          <p:nvPr/>
        </p:nvSpPr>
        <p:spPr bwMode="gray">
          <a:xfrm>
            <a:off x="11545679" y="2411144"/>
            <a:ext cx="1326616" cy="560911"/>
          </a:xfrm>
          <a:prstGeom prst="ellipse">
            <a:avLst/>
          </a:prstGeom>
          <a:solidFill>
            <a:schemeClr val="accent3">
              <a:lumMod val="20000"/>
              <a:lumOff val="80000"/>
            </a:schemeClr>
          </a:solidFill>
          <a:ln w="19050" algn="ctr">
            <a:solidFill>
              <a:schemeClr val="tx1"/>
            </a:solidFill>
            <a:prstDash val="lgDash"/>
            <a:miter lim="800000"/>
            <a:headEnd/>
            <a:tailEnd/>
          </a:ln>
        </p:spPr>
        <p:txBody>
          <a:bodyPr wrap="square" lIns="88900" tIns="88900" rIns="88900" bIns="88900" rtlCol="0" anchor="ctr"/>
          <a:lstStyle/>
          <a:p>
            <a:pPr algn="ctr">
              <a:lnSpc>
                <a:spcPct val="106000"/>
              </a:lnSpc>
              <a:buFont typeface="Wingdings 2" pitchFamily="18" charset="2"/>
              <a:buNone/>
            </a:pPr>
            <a:r>
              <a:rPr lang="en-US" sz="1300" b="1" i="1" dirty="0"/>
              <a:t>3 Months</a:t>
            </a:r>
          </a:p>
        </p:txBody>
      </p:sp>
      <p:sp>
        <p:nvSpPr>
          <p:cNvPr id="12" name="Freeform 11">
            <a:extLst>
              <a:ext uri="{FF2B5EF4-FFF2-40B4-BE49-F238E27FC236}">
                <a16:creationId xmlns:a16="http://schemas.microsoft.com/office/drawing/2014/main" id="{0D1214C3-FEFB-3583-309D-A618BF700973}"/>
              </a:ext>
            </a:extLst>
          </p:cNvPr>
          <p:cNvSpPr>
            <a:spLocks/>
          </p:cNvSpPr>
          <p:nvPr/>
        </p:nvSpPr>
        <p:spPr bwMode="auto">
          <a:xfrm>
            <a:off x="636709" y="1234066"/>
            <a:ext cx="2635298" cy="831526"/>
          </a:xfrm>
          <a:custGeom>
            <a:avLst/>
            <a:gdLst>
              <a:gd name="T0" fmla="*/ 191 w 758"/>
              <a:gd name="T1" fmla="*/ 652 h 652"/>
              <a:gd name="T2" fmla="*/ 0 w 758"/>
              <a:gd name="T3" fmla="*/ 326 h 652"/>
              <a:gd name="T4" fmla="*/ 191 w 758"/>
              <a:gd name="T5" fmla="*/ 0 h 652"/>
              <a:gd name="T6" fmla="*/ 567 w 758"/>
              <a:gd name="T7" fmla="*/ 0 h 652"/>
              <a:gd name="T8" fmla="*/ 758 w 758"/>
              <a:gd name="T9" fmla="*/ 326 h 652"/>
              <a:gd name="T10" fmla="*/ 567 w 758"/>
              <a:gd name="T11" fmla="*/ 652 h 652"/>
              <a:gd name="T12" fmla="*/ 191 w 758"/>
              <a:gd name="T13" fmla="*/ 652 h 652"/>
            </a:gdLst>
            <a:ahLst/>
            <a:cxnLst>
              <a:cxn ang="0">
                <a:pos x="T0" y="T1"/>
              </a:cxn>
              <a:cxn ang="0">
                <a:pos x="T2" y="T3"/>
              </a:cxn>
              <a:cxn ang="0">
                <a:pos x="T4" y="T5"/>
              </a:cxn>
              <a:cxn ang="0">
                <a:pos x="T6" y="T7"/>
              </a:cxn>
              <a:cxn ang="0">
                <a:pos x="T8" y="T9"/>
              </a:cxn>
              <a:cxn ang="0">
                <a:pos x="T10" y="T11"/>
              </a:cxn>
              <a:cxn ang="0">
                <a:pos x="T12" y="T13"/>
              </a:cxn>
            </a:cxnLst>
            <a:rect l="0" t="0" r="r" b="b"/>
            <a:pathLst>
              <a:path w="758" h="652">
                <a:moveTo>
                  <a:pt x="191" y="652"/>
                </a:moveTo>
                <a:lnTo>
                  <a:pt x="0" y="326"/>
                </a:lnTo>
                <a:lnTo>
                  <a:pt x="191" y="0"/>
                </a:lnTo>
                <a:lnTo>
                  <a:pt x="567" y="0"/>
                </a:lnTo>
                <a:lnTo>
                  <a:pt x="758" y="326"/>
                </a:lnTo>
                <a:lnTo>
                  <a:pt x="567" y="652"/>
                </a:lnTo>
                <a:lnTo>
                  <a:pt x="191" y="652"/>
                </a:lnTo>
                <a:close/>
              </a:path>
            </a:pathLst>
          </a:custGeom>
          <a:solidFill>
            <a:srgbClr val="046A38"/>
          </a:solidFill>
          <a:ln w="12700" cap="flat">
            <a:solidFill>
              <a:schemeClr val="bg1"/>
            </a:solidFill>
            <a:prstDash val="solid"/>
            <a:miter lim="800000"/>
            <a:headEnd/>
            <a:tailEnd/>
          </a:ln>
        </p:spPr>
        <p:txBody>
          <a:bodyPr vert="horz" wrap="square" lIns="91370" tIns="45685" rIns="91370" bIns="45685" numCol="1" anchor="ctr" anchorCtr="0" compatLnSpc="1">
            <a:prstTxWarp prst="textNoShape">
              <a:avLst/>
            </a:prstTxWarp>
          </a:bodyPr>
          <a:lstStyle/>
          <a:p>
            <a:pPr algn="ctr">
              <a:spcBef>
                <a:spcPts val="600"/>
              </a:spcBef>
              <a:buSzPct val="100000"/>
            </a:pPr>
            <a:r>
              <a:rPr lang="en-US" sz="1500" b="1" dirty="0">
                <a:solidFill>
                  <a:schemeClr val="bg1"/>
                </a:solidFill>
              </a:rPr>
              <a:t>Task 1 </a:t>
            </a:r>
          </a:p>
          <a:p>
            <a:pPr algn="ctr">
              <a:spcBef>
                <a:spcPts val="600"/>
              </a:spcBef>
              <a:buSzPct val="100000"/>
            </a:pPr>
            <a:r>
              <a:rPr lang="en-US" sz="1500" b="1" dirty="0">
                <a:solidFill>
                  <a:schemeClr val="bg1"/>
                </a:solidFill>
              </a:rPr>
              <a:t>(</a:t>
            </a:r>
            <a:r>
              <a:rPr lang="en-US" sz="1500" b="1" dirty="0" err="1">
                <a:solidFill>
                  <a:schemeClr val="bg1"/>
                </a:solidFill>
              </a:rPr>
              <a:t>RfP</a:t>
            </a:r>
            <a:r>
              <a:rPr lang="en-US" sz="1500" b="1" dirty="0">
                <a:solidFill>
                  <a:schemeClr val="bg1"/>
                </a:solidFill>
              </a:rPr>
              <a:t> Ref No. 2&amp;3)</a:t>
            </a:r>
          </a:p>
        </p:txBody>
      </p:sp>
      <p:sp>
        <p:nvSpPr>
          <p:cNvPr id="16" name="Freeform 11">
            <a:extLst>
              <a:ext uri="{FF2B5EF4-FFF2-40B4-BE49-F238E27FC236}">
                <a16:creationId xmlns:a16="http://schemas.microsoft.com/office/drawing/2014/main" id="{612045DD-0238-4D91-5C83-DC86617F3073}"/>
              </a:ext>
            </a:extLst>
          </p:cNvPr>
          <p:cNvSpPr>
            <a:spLocks/>
          </p:cNvSpPr>
          <p:nvPr/>
        </p:nvSpPr>
        <p:spPr bwMode="auto">
          <a:xfrm>
            <a:off x="636709" y="2609999"/>
            <a:ext cx="2635298" cy="831526"/>
          </a:xfrm>
          <a:custGeom>
            <a:avLst/>
            <a:gdLst>
              <a:gd name="T0" fmla="*/ 191 w 758"/>
              <a:gd name="T1" fmla="*/ 652 h 652"/>
              <a:gd name="T2" fmla="*/ 0 w 758"/>
              <a:gd name="T3" fmla="*/ 326 h 652"/>
              <a:gd name="T4" fmla="*/ 191 w 758"/>
              <a:gd name="T5" fmla="*/ 0 h 652"/>
              <a:gd name="T6" fmla="*/ 567 w 758"/>
              <a:gd name="T7" fmla="*/ 0 h 652"/>
              <a:gd name="T8" fmla="*/ 758 w 758"/>
              <a:gd name="T9" fmla="*/ 326 h 652"/>
              <a:gd name="T10" fmla="*/ 567 w 758"/>
              <a:gd name="T11" fmla="*/ 652 h 652"/>
              <a:gd name="T12" fmla="*/ 191 w 758"/>
              <a:gd name="T13" fmla="*/ 652 h 652"/>
            </a:gdLst>
            <a:ahLst/>
            <a:cxnLst>
              <a:cxn ang="0">
                <a:pos x="T0" y="T1"/>
              </a:cxn>
              <a:cxn ang="0">
                <a:pos x="T2" y="T3"/>
              </a:cxn>
              <a:cxn ang="0">
                <a:pos x="T4" y="T5"/>
              </a:cxn>
              <a:cxn ang="0">
                <a:pos x="T6" y="T7"/>
              </a:cxn>
              <a:cxn ang="0">
                <a:pos x="T8" y="T9"/>
              </a:cxn>
              <a:cxn ang="0">
                <a:pos x="T10" y="T11"/>
              </a:cxn>
              <a:cxn ang="0">
                <a:pos x="T12" y="T13"/>
              </a:cxn>
            </a:cxnLst>
            <a:rect l="0" t="0" r="r" b="b"/>
            <a:pathLst>
              <a:path w="758" h="652">
                <a:moveTo>
                  <a:pt x="191" y="652"/>
                </a:moveTo>
                <a:lnTo>
                  <a:pt x="0" y="326"/>
                </a:lnTo>
                <a:lnTo>
                  <a:pt x="191" y="0"/>
                </a:lnTo>
                <a:lnTo>
                  <a:pt x="567" y="0"/>
                </a:lnTo>
                <a:lnTo>
                  <a:pt x="758" y="326"/>
                </a:lnTo>
                <a:lnTo>
                  <a:pt x="567" y="652"/>
                </a:lnTo>
                <a:lnTo>
                  <a:pt x="191" y="652"/>
                </a:lnTo>
                <a:close/>
              </a:path>
            </a:pathLst>
          </a:custGeom>
          <a:solidFill>
            <a:srgbClr val="43B02A"/>
          </a:solidFill>
          <a:ln w="12700" cap="flat">
            <a:solidFill>
              <a:schemeClr val="bg1"/>
            </a:solidFill>
            <a:prstDash val="solid"/>
            <a:miter lim="800000"/>
            <a:headEnd/>
            <a:tailEnd/>
          </a:ln>
        </p:spPr>
        <p:txBody>
          <a:bodyPr vert="horz" wrap="square" lIns="91370" tIns="45685" rIns="91370" bIns="45685" numCol="1" anchor="ctr" anchorCtr="0" compatLnSpc="1">
            <a:prstTxWarp prst="textNoShape">
              <a:avLst/>
            </a:prstTxWarp>
          </a:bodyPr>
          <a:lstStyle/>
          <a:p>
            <a:pPr algn="ctr">
              <a:defRPr/>
            </a:pPr>
            <a:r>
              <a:rPr lang="en-US" sz="1500" b="1" dirty="0">
                <a:solidFill>
                  <a:schemeClr val="bg1"/>
                </a:solidFill>
                <a:ea typeface="ＭＳ Ｐゴシック" pitchFamily="50" charset="-128"/>
              </a:rPr>
              <a:t>Task 2 </a:t>
            </a:r>
          </a:p>
          <a:p>
            <a:pPr algn="ctr">
              <a:defRPr/>
            </a:pPr>
            <a:r>
              <a:rPr lang="en-US" sz="1500" b="1" dirty="0">
                <a:solidFill>
                  <a:schemeClr val="bg1"/>
                </a:solidFill>
                <a:ea typeface="ＭＳ Ｐゴシック" pitchFamily="50" charset="-128"/>
              </a:rPr>
              <a:t>(</a:t>
            </a:r>
            <a:r>
              <a:rPr lang="en-US" sz="1500" b="1" dirty="0" err="1">
                <a:solidFill>
                  <a:schemeClr val="bg1"/>
                </a:solidFill>
                <a:ea typeface="ＭＳ Ｐゴシック" pitchFamily="50" charset="-128"/>
              </a:rPr>
              <a:t>RfP</a:t>
            </a:r>
            <a:r>
              <a:rPr lang="en-US" sz="1500" b="1" dirty="0">
                <a:solidFill>
                  <a:schemeClr val="bg1"/>
                </a:solidFill>
                <a:ea typeface="ＭＳ Ｐゴシック" pitchFamily="50" charset="-128"/>
              </a:rPr>
              <a:t> Ref No. 1)</a:t>
            </a:r>
          </a:p>
        </p:txBody>
      </p:sp>
      <p:graphicFrame>
        <p:nvGraphicFramePr>
          <p:cNvPr id="5" name="Table 4">
            <a:extLst>
              <a:ext uri="{FF2B5EF4-FFF2-40B4-BE49-F238E27FC236}">
                <a16:creationId xmlns:a16="http://schemas.microsoft.com/office/drawing/2014/main" id="{ABBF814F-BF07-483E-486F-A71707D917B0}"/>
              </a:ext>
            </a:extLst>
          </p:cNvPr>
          <p:cNvGraphicFramePr>
            <a:graphicFrameLocks noGrp="1"/>
          </p:cNvGraphicFramePr>
          <p:nvPr>
            <p:extLst>
              <p:ext uri="{D42A27DB-BD31-4B8C-83A1-F6EECF244321}">
                <p14:modId xmlns:p14="http://schemas.microsoft.com/office/powerpoint/2010/main" val="756300560"/>
              </p:ext>
            </p:extLst>
          </p:nvPr>
        </p:nvGraphicFramePr>
        <p:xfrm>
          <a:off x="707096" y="4319633"/>
          <a:ext cx="12143171" cy="2317304"/>
        </p:xfrm>
        <a:graphic>
          <a:graphicData uri="http://schemas.openxmlformats.org/drawingml/2006/table">
            <a:tbl>
              <a:tblPr/>
              <a:tblGrid>
                <a:gridCol w="499896">
                  <a:extLst>
                    <a:ext uri="{9D8B030D-6E8A-4147-A177-3AD203B41FA5}">
                      <a16:colId xmlns:a16="http://schemas.microsoft.com/office/drawing/2014/main" val="514759597"/>
                    </a:ext>
                  </a:extLst>
                </a:gridCol>
                <a:gridCol w="932698">
                  <a:extLst>
                    <a:ext uri="{9D8B030D-6E8A-4147-A177-3AD203B41FA5}">
                      <a16:colId xmlns:a16="http://schemas.microsoft.com/office/drawing/2014/main" val="3362443299"/>
                    </a:ext>
                  </a:extLst>
                </a:gridCol>
                <a:gridCol w="599029">
                  <a:extLst>
                    <a:ext uri="{9D8B030D-6E8A-4147-A177-3AD203B41FA5}">
                      <a16:colId xmlns:a16="http://schemas.microsoft.com/office/drawing/2014/main" val="2481590387"/>
                    </a:ext>
                  </a:extLst>
                </a:gridCol>
                <a:gridCol w="2067756">
                  <a:extLst>
                    <a:ext uri="{9D8B030D-6E8A-4147-A177-3AD203B41FA5}">
                      <a16:colId xmlns:a16="http://schemas.microsoft.com/office/drawing/2014/main" val="357677509"/>
                    </a:ext>
                  </a:extLst>
                </a:gridCol>
                <a:gridCol w="335158">
                  <a:extLst>
                    <a:ext uri="{9D8B030D-6E8A-4147-A177-3AD203B41FA5}">
                      <a16:colId xmlns:a16="http://schemas.microsoft.com/office/drawing/2014/main" val="3724796276"/>
                    </a:ext>
                  </a:extLst>
                </a:gridCol>
                <a:gridCol w="335158">
                  <a:extLst>
                    <a:ext uri="{9D8B030D-6E8A-4147-A177-3AD203B41FA5}">
                      <a16:colId xmlns:a16="http://schemas.microsoft.com/office/drawing/2014/main" val="1948565685"/>
                    </a:ext>
                  </a:extLst>
                </a:gridCol>
                <a:gridCol w="335158">
                  <a:extLst>
                    <a:ext uri="{9D8B030D-6E8A-4147-A177-3AD203B41FA5}">
                      <a16:colId xmlns:a16="http://schemas.microsoft.com/office/drawing/2014/main" val="1880930089"/>
                    </a:ext>
                  </a:extLst>
                </a:gridCol>
                <a:gridCol w="335158">
                  <a:extLst>
                    <a:ext uri="{9D8B030D-6E8A-4147-A177-3AD203B41FA5}">
                      <a16:colId xmlns:a16="http://schemas.microsoft.com/office/drawing/2014/main" val="2902094062"/>
                    </a:ext>
                  </a:extLst>
                </a:gridCol>
                <a:gridCol w="335158">
                  <a:extLst>
                    <a:ext uri="{9D8B030D-6E8A-4147-A177-3AD203B41FA5}">
                      <a16:colId xmlns:a16="http://schemas.microsoft.com/office/drawing/2014/main" val="803872442"/>
                    </a:ext>
                  </a:extLst>
                </a:gridCol>
                <a:gridCol w="335158">
                  <a:extLst>
                    <a:ext uri="{9D8B030D-6E8A-4147-A177-3AD203B41FA5}">
                      <a16:colId xmlns:a16="http://schemas.microsoft.com/office/drawing/2014/main" val="1119423163"/>
                    </a:ext>
                  </a:extLst>
                </a:gridCol>
                <a:gridCol w="335158">
                  <a:extLst>
                    <a:ext uri="{9D8B030D-6E8A-4147-A177-3AD203B41FA5}">
                      <a16:colId xmlns:a16="http://schemas.microsoft.com/office/drawing/2014/main" val="2519600678"/>
                    </a:ext>
                  </a:extLst>
                </a:gridCol>
                <a:gridCol w="335158">
                  <a:extLst>
                    <a:ext uri="{9D8B030D-6E8A-4147-A177-3AD203B41FA5}">
                      <a16:colId xmlns:a16="http://schemas.microsoft.com/office/drawing/2014/main" val="4079173206"/>
                    </a:ext>
                  </a:extLst>
                </a:gridCol>
                <a:gridCol w="335158">
                  <a:extLst>
                    <a:ext uri="{9D8B030D-6E8A-4147-A177-3AD203B41FA5}">
                      <a16:colId xmlns:a16="http://schemas.microsoft.com/office/drawing/2014/main" val="1208372782"/>
                    </a:ext>
                  </a:extLst>
                </a:gridCol>
                <a:gridCol w="335158">
                  <a:extLst>
                    <a:ext uri="{9D8B030D-6E8A-4147-A177-3AD203B41FA5}">
                      <a16:colId xmlns:a16="http://schemas.microsoft.com/office/drawing/2014/main" val="2406983931"/>
                    </a:ext>
                  </a:extLst>
                </a:gridCol>
                <a:gridCol w="335158">
                  <a:extLst>
                    <a:ext uri="{9D8B030D-6E8A-4147-A177-3AD203B41FA5}">
                      <a16:colId xmlns:a16="http://schemas.microsoft.com/office/drawing/2014/main" val="3373950215"/>
                    </a:ext>
                  </a:extLst>
                </a:gridCol>
                <a:gridCol w="335158">
                  <a:extLst>
                    <a:ext uri="{9D8B030D-6E8A-4147-A177-3AD203B41FA5}">
                      <a16:colId xmlns:a16="http://schemas.microsoft.com/office/drawing/2014/main" val="2353748871"/>
                    </a:ext>
                  </a:extLst>
                </a:gridCol>
                <a:gridCol w="335158">
                  <a:extLst>
                    <a:ext uri="{9D8B030D-6E8A-4147-A177-3AD203B41FA5}">
                      <a16:colId xmlns:a16="http://schemas.microsoft.com/office/drawing/2014/main" val="1891961074"/>
                    </a:ext>
                  </a:extLst>
                </a:gridCol>
                <a:gridCol w="335158">
                  <a:extLst>
                    <a:ext uri="{9D8B030D-6E8A-4147-A177-3AD203B41FA5}">
                      <a16:colId xmlns:a16="http://schemas.microsoft.com/office/drawing/2014/main" val="2975555835"/>
                    </a:ext>
                  </a:extLst>
                </a:gridCol>
                <a:gridCol w="335158">
                  <a:extLst>
                    <a:ext uri="{9D8B030D-6E8A-4147-A177-3AD203B41FA5}">
                      <a16:colId xmlns:a16="http://schemas.microsoft.com/office/drawing/2014/main" val="3442727000"/>
                    </a:ext>
                  </a:extLst>
                </a:gridCol>
                <a:gridCol w="335158">
                  <a:extLst>
                    <a:ext uri="{9D8B030D-6E8A-4147-A177-3AD203B41FA5}">
                      <a16:colId xmlns:a16="http://schemas.microsoft.com/office/drawing/2014/main" val="2927608924"/>
                    </a:ext>
                  </a:extLst>
                </a:gridCol>
                <a:gridCol w="335158">
                  <a:extLst>
                    <a:ext uri="{9D8B030D-6E8A-4147-A177-3AD203B41FA5}">
                      <a16:colId xmlns:a16="http://schemas.microsoft.com/office/drawing/2014/main" val="1556393839"/>
                    </a:ext>
                  </a:extLst>
                </a:gridCol>
                <a:gridCol w="335158">
                  <a:extLst>
                    <a:ext uri="{9D8B030D-6E8A-4147-A177-3AD203B41FA5}">
                      <a16:colId xmlns:a16="http://schemas.microsoft.com/office/drawing/2014/main" val="1170318928"/>
                    </a:ext>
                  </a:extLst>
                </a:gridCol>
                <a:gridCol w="335158">
                  <a:extLst>
                    <a:ext uri="{9D8B030D-6E8A-4147-A177-3AD203B41FA5}">
                      <a16:colId xmlns:a16="http://schemas.microsoft.com/office/drawing/2014/main" val="2804837105"/>
                    </a:ext>
                  </a:extLst>
                </a:gridCol>
                <a:gridCol w="335158">
                  <a:extLst>
                    <a:ext uri="{9D8B030D-6E8A-4147-A177-3AD203B41FA5}">
                      <a16:colId xmlns:a16="http://schemas.microsoft.com/office/drawing/2014/main" val="3406357645"/>
                    </a:ext>
                  </a:extLst>
                </a:gridCol>
                <a:gridCol w="335158">
                  <a:extLst>
                    <a:ext uri="{9D8B030D-6E8A-4147-A177-3AD203B41FA5}">
                      <a16:colId xmlns:a16="http://schemas.microsoft.com/office/drawing/2014/main" val="494592523"/>
                    </a:ext>
                  </a:extLst>
                </a:gridCol>
                <a:gridCol w="335158">
                  <a:extLst>
                    <a:ext uri="{9D8B030D-6E8A-4147-A177-3AD203B41FA5}">
                      <a16:colId xmlns:a16="http://schemas.microsoft.com/office/drawing/2014/main" val="2148429055"/>
                    </a:ext>
                  </a:extLst>
                </a:gridCol>
                <a:gridCol w="335158">
                  <a:extLst>
                    <a:ext uri="{9D8B030D-6E8A-4147-A177-3AD203B41FA5}">
                      <a16:colId xmlns:a16="http://schemas.microsoft.com/office/drawing/2014/main" val="639610731"/>
                    </a:ext>
                  </a:extLst>
                </a:gridCol>
                <a:gridCol w="335158">
                  <a:extLst>
                    <a:ext uri="{9D8B030D-6E8A-4147-A177-3AD203B41FA5}">
                      <a16:colId xmlns:a16="http://schemas.microsoft.com/office/drawing/2014/main" val="608605730"/>
                    </a:ext>
                  </a:extLst>
                </a:gridCol>
              </a:tblGrid>
              <a:tr h="219648">
                <a:tc rowSpan="3">
                  <a:txBody>
                    <a:bodyPr/>
                    <a:lstStyle/>
                    <a:p>
                      <a:pPr algn="ctr" fontAlgn="ctr"/>
                      <a:r>
                        <a:rPr lang="en-US" sz="1200" b="1" i="0" u="none" strike="noStrike" dirty="0" err="1">
                          <a:solidFill>
                            <a:srgbClr val="FFFFFF"/>
                          </a:solidFill>
                          <a:effectLst/>
                          <a:latin typeface="Verdana" panose="020B0604030504040204" pitchFamily="34" charset="0"/>
                        </a:rPr>
                        <a:t>Sl</a:t>
                      </a:r>
                      <a:r>
                        <a:rPr lang="en-US" sz="1200" b="1" i="0" u="none" strike="noStrike" dirty="0">
                          <a:solidFill>
                            <a:srgbClr val="FFFFFF"/>
                          </a:solidFill>
                          <a:effectLst/>
                          <a:latin typeface="Verdana" panose="020B0604030504040204" pitchFamily="34" charset="0"/>
                        </a:rPr>
                        <a:t> No</a:t>
                      </a:r>
                    </a:p>
                  </a:txBody>
                  <a:tcPr marL="3935" marR="3935" marT="3935"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solidFill>
                  </a:tcPr>
                </a:tc>
                <a:tc rowSpan="3">
                  <a:txBody>
                    <a:bodyPr/>
                    <a:lstStyle/>
                    <a:p>
                      <a:pPr algn="ctr" fontAlgn="ctr"/>
                      <a:r>
                        <a:rPr lang="en-US" sz="1200" b="1" i="0" u="none" strike="noStrike" dirty="0">
                          <a:solidFill>
                            <a:srgbClr val="FFFFFF"/>
                          </a:solidFill>
                          <a:effectLst/>
                          <a:latin typeface="Verdana" panose="020B0604030504040204" pitchFamily="34" charset="0"/>
                        </a:rPr>
                        <a:t>Module &amp; Task Reference</a:t>
                      </a: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solidFill>
                  </a:tcPr>
                </a:tc>
                <a:tc rowSpan="3">
                  <a:txBody>
                    <a:bodyPr/>
                    <a:lstStyle/>
                    <a:p>
                      <a:pPr algn="ctr" fontAlgn="ctr"/>
                      <a:r>
                        <a:rPr lang="en-US" sz="1200" b="1" i="0" u="none" strike="noStrike" dirty="0">
                          <a:solidFill>
                            <a:srgbClr val="FFFFFF"/>
                          </a:solidFill>
                          <a:effectLst/>
                          <a:latin typeface="Verdana" panose="020B0604030504040204" pitchFamily="34" charset="0"/>
                        </a:rPr>
                        <a:t>RFP Ref.</a:t>
                      </a: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solidFill>
                  </a:tcPr>
                </a:tc>
                <a:tc rowSpan="3">
                  <a:txBody>
                    <a:bodyPr/>
                    <a:lstStyle/>
                    <a:p>
                      <a:pPr algn="ctr" fontAlgn="ctr"/>
                      <a:r>
                        <a:rPr lang="en-US" sz="1200" b="1" i="0" u="none" strike="noStrike" dirty="0">
                          <a:solidFill>
                            <a:srgbClr val="FFFFFF"/>
                          </a:solidFill>
                          <a:effectLst/>
                          <a:latin typeface="Verdana" panose="020B0604030504040204" pitchFamily="34" charset="0"/>
                        </a:rPr>
                        <a:t>Task</a:t>
                      </a:r>
                    </a:p>
                  </a:txBody>
                  <a:tcPr marL="3935" marR="3935" marT="3935"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solidFill>
                  </a:tcPr>
                </a:tc>
                <a:tc gridSpan="12">
                  <a:txBody>
                    <a:bodyPr/>
                    <a:lstStyle/>
                    <a:p>
                      <a:pPr algn="ctr" fontAlgn="ctr"/>
                      <a:r>
                        <a:rPr lang="en-US" sz="1200" b="1" i="0" u="none" strike="noStrike" dirty="0">
                          <a:solidFill>
                            <a:srgbClr val="000000"/>
                          </a:solidFill>
                          <a:effectLst/>
                          <a:latin typeface="Verdana" panose="020B0604030504040204" pitchFamily="34" charset="0"/>
                        </a:rPr>
                        <a:t>Year 1</a:t>
                      </a:r>
                    </a:p>
                  </a:txBody>
                  <a:tcPr marL="3935" marR="3935" marT="3935"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a:noFill/>
                    </a:lnB>
                    <a:solidFill>
                      <a:srgbClr val="92D05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12">
                  <a:txBody>
                    <a:bodyPr/>
                    <a:lstStyle/>
                    <a:p>
                      <a:pPr algn="ctr" fontAlgn="ctr"/>
                      <a:r>
                        <a:rPr lang="en-US" sz="1200" b="1" i="0" u="none" strike="noStrike" dirty="0">
                          <a:solidFill>
                            <a:srgbClr val="000000"/>
                          </a:solidFill>
                          <a:effectLst/>
                          <a:latin typeface="Verdana" panose="020B0604030504040204" pitchFamily="34" charset="0"/>
                        </a:rPr>
                        <a:t>Year 2</a:t>
                      </a:r>
                    </a:p>
                  </a:txBody>
                  <a:tcPr marL="3935" marR="3935" marT="3935"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rgbClr val="00B0F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740747712"/>
                  </a:ext>
                </a:extLst>
              </a:tr>
              <a:tr h="180628">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r>
                        <a:rPr lang="en-US" sz="900" b="1" i="0" u="none" strike="noStrike" dirty="0">
                          <a:solidFill>
                            <a:srgbClr val="000000"/>
                          </a:solidFill>
                          <a:effectLst/>
                          <a:latin typeface="Verdana" panose="020B0604030504040204" pitchFamily="34" charset="0"/>
                        </a:rPr>
                        <a:t>M1</a:t>
                      </a:r>
                    </a:p>
                  </a:txBody>
                  <a:tcPr marL="3935" marR="3935" marT="3935" marB="0" anchor="ctr">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000000"/>
                          </a:solidFill>
                          <a:effectLst/>
                          <a:latin typeface="Verdana" panose="020B0604030504040204" pitchFamily="34" charset="0"/>
                        </a:rPr>
                        <a:t>M2</a:t>
                      </a:r>
                    </a:p>
                  </a:txBody>
                  <a:tcPr marL="3935" marR="3935" marT="3935"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000000"/>
                          </a:solidFill>
                          <a:effectLst/>
                          <a:latin typeface="Verdana" panose="020B0604030504040204" pitchFamily="34" charset="0"/>
                        </a:rPr>
                        <a:t>M3</a:t>
                      </a:r>
                    </a:p>
                  </a:txBody>
                  <a:tcPr marL="3935" marR="3935" marT="3935"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000000"/>
                          </a:solidFill>
                          <a:effectLst/>
                          <a:latin typeface="Verdana" panose="020B0604030504040204" pitchFamily="34" charset="0"/>
                        </a:rPr>
                        <a:t>M4</a:t>
                      </a:r>
                    </a:p>
                  </a:txBody>
                  <a:tcPr marL="3935" marR="3935" marT="3935"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000000"/>
                          </a:solidFill>
                          <a:effectLst/>
                          <a:latin typeface="Verdana" panose="020B0604030504040204" pitchFamily="34" charset="0"/>
                        </a:rPr>
                        <a:t>M5</a:t>
                      </a:r>
                    </a:p>
                  </a:txBody>
                  <a:tcPr marL="3935" marR="3935" marT="3935"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000000"/>
                          </a:solidFill>
                          <a:effectLst/>
                          <a:latin typeface="Verdana" panose="020B0604030504040204" pitchFamily="34" charset="0"/>
                        </a:rPr>
                        <a:t>M6</a:t>
                      </a:r>
                    </a:p>
                  </a:txBody>
                  <a:tcPr marL="3935" marR="3935" marT="3935"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000000"/>
                          </a:solidFill>
                          <a:effectLst/>
                          <a:latin typeface="Verdana" panose="020B0604030504040204" pitchFamily="34" charset="0"/>
                        </a:rPr>
                        <a:t>M7</a:t>
                      </a:r>
                    </a:p>
                  </a:txBody>
                  <a:tcPr marL="3935" marR="3935" marT="3935"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000000"/>
                          </a:solidFill>
                          <a:effectLst/>
                          <a:latin typeface="Verdana" panose="020B0604030504040204" pitchFamily="34" charset="0"/>
                        </a:rPr>
                        <a:t>M8</a:t>
                      </a:r>
                    </a:p>
                  </a:txBody>
                  <a:tcPr marL="3935" marR="3935" marT="3935"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000000"/>
                          </a:solidFill>
                          <a:effectLst/>
                          <a:latin typeface="Verdana" panose="020B0604030504040204" pitchFamily="34" charset="0"/>
                        </a:rPr>
                        <a:t>M9</a:t>
                      </a:r>
                    </a:p>
                  </a:txBody>
                  <a:tcPr marL="3935" marR="3935" marT="3935"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000000"/>
                          </a:solidFill>
                          <a:effectLst/>
                          <a:latin typeface="Verdana" panose="020B0604030504040204" pitchFamily="34" charset="0"/>
                        </a:rPr>
                        <a:t>M10</a:t>
                      </a:r>
                    </a:p>
                  </a:txBody>
                  <a:tcPr marL="3935" marR="3935" marT="3935"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000000"/>
                          </a:solidFill>
                          <a:effectLst/>
                          <a:latin typeface="Verdana" panose="020B0604030504040204" pitchFamily="34" charset="0"/>
                        </a:rPr>
                        <a:t>M11</a:t>
                      </a:r>
                    </a:p>
                  </a:txBody>
                  <a:tcPr marL="3935" marR="3935" marT="3935"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000000"/>
                          </a:solidFill>
                          <a:effectLst/>
                          <a:latin typeface="Verdana" panose="020B0604030504040204" pitchFamily="34" charset="0"/>
                        </a:rPr>
                        <a:t>M12</a:t>
                      </a:r>
                    </a:p>
                  </a:txBody>
                  <a:tcPr marL="3935" marR="3935" marT="3935"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dirty="0">
                          <a:solidFill>
                            <a:srgbClr val="000000"/>
                          </a:solidFill>
                          <a:effectLst/>
                          <a:latin typeface="Verdana" panose="020B0604030504040204" pitchFamily="34" charset="0"/>
                        </a:rPr>
                        <a:t>M1</a:t>
                      </a:r>
                    </a:p>
                  </a:txBody>
                  <a:tcPr marL="3935" marR="3935" marT="3935"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000000"/>
                          </a:solidFill>
                          <a:effectLst/>
                          <a:latin typeface="Verdana" panose="020B0604030504040204" pitchFamily="34" charset="0"/>
                        </a:rPr>
                        <a:t>M2</a:t>
                      </a:r>
                    </a:p>
                  </a:txBody>
                  <a:tcPr marL="3935" marR="3935" marT="3935"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000000"/>
                          </a:solidFill>
                          <a:effectLst/>
                          <a:latin typeface="Verdana" panose="020B0604030504040204" pitchFamily="34" charset="0"/>
                        </a:rPr>
                        <a:t>M3</a:t>
                      </a:r>
                    </a:p>
                  </a:txBody>
                  <a:tcPr marL="3935" marR="3935" marT="3935"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000000"/>
                          </a:solidFill>
                          <a:effectLst/>
                          <a:latin typeface="Verdana" panose="020B0604030504040204" pitchFamily="34" charset="0"/>
                        </a:rPr>
                        <a:t>M4</a:t>
                      </a:r>
                    </a:p>
                  </a:txBody>
                  <a:tcPr marL="3935" marR="3935" marT="3935"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000000"/>
                          </a:solidFill>
                          <a:effectLst/>
                          <a:latin typeface="Verdana" panose="020B0604030504040204" pitchFamily="34" charset="0"/>
                        </a:rPr>
                        <a:t>M5</a:t>
                      </a:r>
                    </a:p>
                  </a:txBody>
                  <a:tcPr marL="3935" marR="3935" marT="3935"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000000"/>
                          </a:solidFill>
                          <a:effectLst/>
                          <a:latin typeface="Verdana" panose="020B0604030504040204" pitchFamily="34" charset="0"/>
                        </a:rPr>
                        <a:t>M6</a:t>
                      </a:r>
                    </a:p>
                  </a:txBody>
                  <a:tcPr marL="3935" marR="3935" marT="3935"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000000"/>
                          </a:solidFill>
                          <a:effectLst/>
                          <a:latin typeface="Verdana" panose="020B0604030504040204" pitchFamily="34" charset="0"/>
                        </a:rPr>
                        <a:t>M7</a:t>
                      </a:r>
                    </a:p>
                  </a:txBody>
                  <a:tcPr marL="3935" marR="3935" marT="3935"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000000"/>
                          </a:solidFill>
                          <a:effectLst/>
                          <a:latin typeface="Verdana" panose="020B0604030504040204" pitchFamily="34" charset="0"/>
                        </a:rPr>
                        <a:t>M8</a:t>
                      </a:r>
                    </a:p>
                  </a:txBody>
                  <a:tcPr marL="3935" marR="3935" marT="3935"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000000"/>
                          </a:solidFill>
                          <a:effectLst/>
                          <a:latin typeface="Verdana" panose="020B0604030504040204" pitchFamily="34" charset="0"/>
                        </a:rPr>
                        <a:t>M9</a:t>
                      </a:r>
                    </a:p>
                  </a:txBody>
                  <a:tcPr marL="3935" marR="3935" marT="3935"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000000"/>
                          </a:solidFill>
                          <a:effectLst/>
                          <a:latin typeface="Verdana" panose="020B0604030504040204" pitchFamily="34" charset="0"/>
                        </a:rPr>
                        <a:t>M10</a:t>
                      </a:r>
                    </a:p>
                  </a:txBody>
                  <a:tcPr marL="3935" marR="3935" marT="3935"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000000"/>
                          </a:solidFill>
                          <a:effectLst/>
                          <a:latin typeface="Verdana" panose="020B0604030504040204" pitchFamily="34" charset="0"/>
                        </a:rPr>
                        <a:t>M11</a:t>
                      </a:r>
                    </a:p>
                  </a:txBody>
                  <a:tcPr marL="3935" marR="3935" marT="3935"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dirty="0">
                          <a:solidFill>
                            <a:srgbClr val="000000"/>
                          </a:solidFill>
                          <a:effectLst/>
                          <a:latin typeface="Verdana" panose="020B0604030504040204" pitchFamily="34" charset="0"/>
                        </a:rPr>
                        <a:t>M12</a:t>
                      </a:r>
                    </a:p>
                  </a:txBody>
                  <a:tcPr marL="3935" marR="3935" marT="3935" marB="0"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25948068"/>
                  </a:ext>
                </a:extLst>
              </a:tr>
              <a:tr h="190064">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r>
                        <a:rPr lang="en-US" sz="900" b="1" i="0" u="none" strike="noStrike" dirty="0">
                          <a:solidFill>
                            <a:srgbClr val="A6A6A6"/>
                          </a:solidFill>
                          <a:effectLst/>
                          <a:latin typeface="Verdana" panose="020B0604030504040204" pitchFamily="34" charset="0"/>
                        </a:rPr>
                        <a:t>Aug</a:t>
                      </a: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dirty="0">
                          <a:solidFill>
                            <a:srgbClr val="A6A6A6"/>
                          </a:solidFill>
                          <a:effectLst/>
                          <a:latin typeface="Verdana" panose="020B0604030504040204" pitchFamily="34" charset="0"/>
                        </a:rPr>
                        <a:t>Sep</a:t>
                      </a: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dirty="0">
                          <a:solidFill>
                            <a:srgbClr val="A6A6A6"/>
                          </a:solidFill>
                          <a:effectLst/>
                          <a:latin typeface="Verdana" panose="020B0604030504040204" pitchFamily="34" charset="0"/>
                        </a:rPr>
                        <a:t>Oct</a:t>
                      </a: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dirty="0">
                          <a:solidFill>
                            <a:srgbClr val="A6A6A6"/>
                          </a:solidFill>
                          <a:effectLst/>
                          <a:latin typeface="Verdana" panose="020B0604030504040204" pitchFamily="34" charset="0"/>
                        </a:rPr>
                        <a:t>Nov</a:t>
                      </a: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dirty="0">
                          <a:solidFill>
                            <a:srgbClr val="A6A6A6"/>
                          </a:solidFill>
                          <a:effectLst/>
                          <a:latin typeface="Verdana" panose="020B0604030504040204" pitchFamily="34" charset="0"/>
                        </a:rPr>
                        <a:t>Dec</a:t>
                      </a: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dirty="0">
                          <a:solidFill>
                            <a:srgbClr val="A6A6A6"/>
                          </a:solidFill>
                          <a:effectLst/>
                          <a:latin typeface="Verdana" panose="020B0604030504040204" pitchFamily="34" charset="0"/>
                        </a:rPr>
                        <a:t>Jan</a:t>
                      </a: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dirty="0">
                          <a:solidFill>
                            <a:srgbClr val="A6A6A6"/>
                          </a:solidFill>
                          <a:effectLst/>
                          <a:latin typeface="Verdana" panose="020B0604030504040204" pitchFamily="34" charset="0"/>
                        </a:rPr>
                        <a:t>Feb</a:t>
                      </a: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dirty="0">
                          <a:solidFill>
                            <a:srgbClr val="A6A6A6"/>
                          </a:solidFill>
                          <a:effectLst/>
                          <a:latin typeface="Verdana" panose="020B0604030504040204" pitchFamily="34" charset="0"/>
                        </a:rPr>
                        <a:t>Mar</a:t>
                      </a: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dirty="0">
                          <a:solidFill>
                            <a:srgbClr val="A6A6A6"/>
                          </a:solidFill>
                          <a:effectLst/>
                          <a:latin typeface="Verdana" panose="020B0604030504040204" pitchFamily="34" charset="0"/>
                        </a:rPr>
                        <a:t>Apr</a:t>
                      </a: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dirty="0">
                          <a:solidFill>
                            <a:srgbClr val="A6A6A6"/>
                          </a:solidFill>
                          <a:effectLst/>
                          <a:latin typeface="Verdana" panose="020B0604030504040204" pitchFamily="34" charset="0"/>
                        </a:rPr>
                        <a:t>May</a:t>
                      </a: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dirty="0">
                          <a:solidFill>
                            <a:srgbClr val="A6A6A6"/>
                          </a:solidFill>
                          <a:effectLst/>
                          <a:latin typeface="Verdana" panose="020B0604030504040204" pitchFamily="34" charset="0"/>
                        </a:rPr>
                        <a:t>Jun</a:t>
                      </a: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dirty="0">
                          <a:solidFill>
                            <a:srgbClr val="A6A6A6"/>
                          </a:solidFill>
                          <a:effectLst/>
                          <a:latin typeface="Verdana" panose="020B0604030504040204" pitchFamily="34" charset="0"/>
                        </a:rPr>
                        <a:t>Jul</a:t>
                      </a: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dirty="0">
                          <a:solidFill>
                            <a:srgbClr val="A6A6A6"/>
                          </a:solidFill>
                          <a:effectLst/>
                          <a:latin typeface="Verdana" panose="020B0604030504040204" pitchFamily="34" charset="0"/>
                        </a:rPr>
                        <a:t>Aug</a:t>
                      </a: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dirty="0">
                          <a:solidFill>
                            <a:srgbClr val="A6A6A6"/>
                          </a:solidFill>
                          <a:effectLst/>
                          <a:latin typeface="Verdana" panose="020B0604030504040204" pitchFamily="34" charset="0"/>
                        </a:rPr>
                        <a:t>Sep</a:t>
                      </a: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dirty="0">
                          <a:solidFill>
                            <a:srgbClr val="A6A6A6"/>
                          </a:solidFill>
                          <a:effectLst/>
                          <a:latin typeface="Verdana" panose="020B0604030504040204" pitchFamily="34" charset="0"/>
                        </a:rPr>
                        <a:t>Oct</a:t>
                      </a: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dirty="0">
                          <a:solidFill>
                            <a:srgbClr val="A6A6A6"/>
                          </a:solidFill>
                          <a:effectLst/>
                          <a:latin typeface="Verdana" panose="020B0604030504040204" pitchFamily="34" charset="0"/>
                        </a:rPr>
                        <a:t>Nov</a:t>
                      </a: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dirty="0">
                          <a:solidFill>
                            <a:srgbClr val="A6A6A6"/>
                          </a:solidFill>
                          <a:effectLst/>
                          <a:latin typeface="Verdana" panose="020B0604030504040204" pitchFamily="34" charset="0"/>
                        </a:rPr>
                        <a:t>Dec</a:t>
                      </a: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dirty="0">
                          <a:solidFill>
                            <a:srgbClr val="A6A6A6"/>
                          </a:solidFill>
                          <a:effectLst/>
                          <a:latin typeface="Verdana" panose="020B0604030504040204" pitchFamily="34" charset="0"/>
                        </a:rPr>
                        <a:t>Jan</a:t>
                      </a: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dirty="0">
                          <a:solidFill>
                            <a:srgbClr val="A6A6A6"/>
                          </a:solidFill>
                          <a:effectLst/>
                          <a:latin typeface="Verdana" panose="020B0604030504040204" pitchFamily="34" charset="0"/>
                        </a:rPr>
                        <a:t>Feb</a:t>
                      </a: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dirty="0">
                          <a:solidFill>
                            <a:srgbClr val="A6A6A6"/>
                          </a:solidFill>
                          <a:effectLst/>
                          <a:latin typeface="Verdana" panose="020B0604030504040204" pitchFamily="34" charset="0"/>
                        </a:rPr>
                        <a:t>Mar</a:t>
                      </a: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dirty="0">
                          <a:solidFill>
                            <a:srgbClr val="A6A6A6"/>
                          </a:solidFill>
                          <a:effectLst/>
                          <a:latin typeface="Verdana" panose="020B0604030504040204" pitchFamily="34" charset="0"/>
                        </a:rPr>
                        <a:t>Apr</a:t>
                      </a: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dirty="0">
                          <a:solidFill>
                            <a:srgbClr val="A6A6A6"/>
                          </a:solidFill>
                          <a:effectLst/>
                          <a:latin typeface="Verdana" panose="020B0604030504040204" pitchFamily="34" charset="0"/>
                        </a:rPr>
                        <a:t>May</a:t>
                      </a: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dirty="0">
                          <a:solidFill>
                            <a:srgbClr val="A6A6A6"/>
                          </a:solidFill>
                          <a:effectLst/>
                          <a:latin typeface="Verdana" panose="020B0604030504040204" pitchFamily="34" charset="0"/>
                        </a:rPr>
                        <a:t>Jun</a:t>
                      </a: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dirty="0">
                          <a:solidFill>
                            <a:srgbClr val="A6A6A6"/>
                          </a:solidFill>
                          <a:effectLst/>
                          <a:latin typeface="Verdana" panose="020B0604030504040204" pitchFamily="34" charset="0"/>
                        </a:rPr>
                        <a:t>Jul</a:t>
                      </a:r>
                    </a:p>
                  </a:txBody>
                  <a:tcPr marL="3935" marR="3935" marT="3935"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56820645"/>
                  </a:ext>
                </a:extLst>
              </a:tr>
              <a:tr h="863482">
                <a:tc>
                  <a:txBody>
                    <a:bodyPr/>
                    <a:lstStyle/>
                    <a:p>
                      <a:pPr algn="ctr" fontAlgn="ctr"/>
                      <a:r>
                        <a:rPr lang="en-US" sz="1200" b="0" i="0" u="none" strike="noStrike" dirty="0">
                          <a:solidFill>
                            <a:srgbClr val="000000"/>
                          </a:solidFill>
                          <a:effectLst/>
                          <a:latin typeface="Verdana" panose="020B0604030504040204" pitchFamily="34" charset="0"/>
                        </a:rPr>
                        <a:t>1</a:t>
                      </a:r>
                    </a:p>
                  </a:txBody>
                  <a:tcPr marL="3935" marR="3935" marT="3935"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Verdana" panose="020B0604030504040204" pitchFamily="34" charset="0"/>
                        </a:rPr>
                        <a:t>Mod. A, Task 1</a:t>
                      </a: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Verdana" panose="020B0604030504040204" pitchFamily="34" charset="0"/>
                        </a:rPr>
                        <a:t>2&amp;3</a:t>
                      </a: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b="0" i="0" u="none" strike="noStrike" dirty="0">
                          <a:solidFill>
                            <a:srgbClr val="000000"/>
                          </a:solidFill>
                          <a:effectLst/>
                          <a:latin typeface="Verdana" panose="020B0604030504040204" pitchFamily="34" charset="0"/>
                        </a:rPr>
                        <a:t>Support in Policy/ Rules for utilization of Funds</a:t>
                      </a: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100" b="0" i="0" u="none" strike="noStrike" dirty="0">
                        <a:solidFill>
                          <a:srgbClr val="000000"/>
                        </a:solidFill>
                        <a:effectLst/>
                        <a:latin typeface="Verdana" panose="020B0604030504040204" pitchFamily="34" charset="0"/>
                      </a:endParaRP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100" b="0" i="0" u="none" strike="noStrike" dirty="0">
                        <a:solidFill>
                          <a:srgbClr val="000000"/>
                        </a:solidFill>
                        <a:effectLst/>
                        <a:latin typeface="Verdana" panose="020B0604030504040204" pitchFamily="34" charset="0"/>
                      </a:endParaRP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100" b="0" i="0" u="none" strike="noStrike" dirty="0">
                        <a:solidFill>
                          <a:srgbClr val="000000"/>
                        </a:solidFill>
                        <a:effectLst/>
                        <a:latin typeface="Verdana" panose="020B0604030504040204" pitchFamily="34" charset="0"/>
                      </a:endParaRP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100" b="0" i="0" u="none" strike="noStrike" dirty="0">
                        <a:solidFill>
                          <a:srgbClr val="000000"/>
                        </a:solidFill>
                        <a:effectLst/>
                        <a:latin typeface="Verdana" panose="020B0604030504040204" pitchFamily="34" charset="0"/>
                      </a:endParaRP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100" b="0" i="0" u="none" strike="noStrike" dirty="0">
                        <a:solidFill>
                          <a:srgbClr val="000000"/>
                        </a:solidFill>
                        <a:effectLst/>
                        <a:latin typeface="Verdana" panose="020B0604030504040204" pitchFamily="34" charset="0"/>
                      </a:endParaRP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b="1" i="0" u="none" strike="noStrike" dirty="0">
                          <a:solidFill>
                            <a:srgbClr val="A6A6A6"/>
                          </a:solidFill>
                          <a:effectLst/>
                          <a:latin typeface="Verdana" panose="020B0604030504040204" pitchFamily="34" charset="0"/>
                        </a:rPr>
                        <a:t> </a:t>
                      </a: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1100" b="1" i="0" u="none" strike="noStrike" dirty="0">
                          <a:solidFill>
                            <a:srgbClr val="A6A6A6"/>
                          </a:solidFill>
                          <a:effectLst/>
                          <a:latin typeface="Verdana" panose="020B0604030504040204" pitchFamily="34" charset="0"/>
                        </a:rPr>
                        <a:t> </a:t>
                      </a: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1100" b="1" i="0" u="none" strike="noStrike" dirty="0">
                          <a:solidFill>
                            <a:srgbClr val="A6A6A6"/>
                          </a:solidFill>
                          <a:effectLst/>
                          <a:latin typeface="Verdana" panose="020B0604030504040204" pitchFamily="34" charset="0"/>
                        </a:rPr>
                        <a:t> </a:t>
                      </a: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l" fontAlgn="ctr"/>
                      <a:endParaRPr lang="en-US" sz="1100" b="0" i="0" u="none" strike="noStrike" dirty="0">
                        <a:solidFill>
                          <a:srgbClr val="000000"/>
                        </a:solidFill>
                        <a:effectLst/>
                        <a:latin typeface="Verdana" panose="020B0604030504040204" pitchFamily="34" charset="0"/>
                      </a:endParaRP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100" b="0" i="0" u="none" strike="noStrike" dirty="0">
                        <a:solidFill>
                          <a:srgbClr val="000000"/>
                        </a:solidFill>
                        <a:effectLst/>
                        <a:latin typeface="Verdana" panose="020B0604030504040204" pitchFamily="34" charset="0"/>
                      </a:endParaRP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100" b="0" i="0" u="none" strike="noStrike" dirty="0">
                        <a:solidFill>
                          <a:srgbClr val="000000"/>
                        </a:solidFill>
                        <a:effectLst/>
                        <a:latin typeface="Verdana" panose="020B0604030504040204" pitchFamily="34" charset="0"/>
                      </a:endParaRP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100" b="0" i="0" u="none" strike="noStrike" dirty="0">
                        <a:solidFill>
                          <a:srgbClr val="000000"/>
                        </a:solidFill>
                        <a:effectLst/>
                        <a:latin typeface="Verdana" panose="020B0604030504040204" pitchFamily="34" charset="0"/>
                      </a:endParaRP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100" b="0" i="0" u="none" strike="noStrike" dirty="0">
                        <a:solidFill>
                          <a:srgbClr val="000000"/>
                        </a:solidFill>
                        <a:effectLst/>
                        <a:latin typeface="Verdana" panose="020B0604030504040204" pitchFamily="34" charset="0"/>
                      </a:endParaRP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100" b="0" i="0" u="none" strike="noStrike" dirty="0">
                        <a:solidFill>
                          <a:srgbClr val="000000"/>
                        </a:solidFill>
                        <a:effectLst/>
                        <a:latin typeface="Verdana" panose="020B0604030504040204" pitchFamily="34" charset="0"/>
                      </a:endParaRP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100" b="0" i="0" u="none" strike="noStrike" dirty="0">
                        <a:solidFill>
                          <a:srgbClr val="000000"/>
                        </a:solidFill>
                        <a:effectLst/>
                        <a:latin typeface="Verdana" panose="020B0604030504040204" pitchFamily="34" charset="0"/>
                      </a:endParaRP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100" b="0" i="0" u="none" strike="noStrike" dirty="0">
                        <a:solidFill>
                          <a:srgbClr val="000000"/>
                        </a:solidFill>
                        <a:effectLst/>
                        <a:latin typeface="Verdana" panose="020B0604030504040204" pitchFamily="34" charset="0"/>
                      </a:endParaRP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100" b="0" i="0" u="none" strike="noStrike" dirty="0">
                        <a:solidFill>
                          <a:srgbClr val="000000"/>
                        </a:solidFill>
                        <a:effectLst/>
                        <a:latin typeface="Verdana" panose="020B0604030504040204" pitchFamily="34" charset="0"/>
                      </a:endParaRP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100" b="0" i="0" u="none" strike="noStrike" dirty="0">
                        <a:solidFill>
                          <a:srgbClr val="000000"/>
                        </a:solidFill>
                        <a:effectLst/>
                        <a:latin typeface="Verdana" panose="020B0604030504040204" pitchFamily="34" charset="0"/>
                      </a:endParaRP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100" b="0" i="0" u="none" strike="noStrike" dirty="0">
                        <a:solidFill>
                          <a:srgbClr val="000000"/>
                        </a:solidFill>
                        <a:effectLst/>
                        <a:latin typeface="Verdana" panose="020B0604030504040204" pitchFamily="34" charset="0"/>
                      </a:endParaRP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100" b="0" i="0" u="none" strike="noStrike" dirty="0">
                        <a:solidFill>
                          <a:srgbClr val="000000"/>
                        </a:solidFill>
                        <a:effectLst/>
                        <a:latin typeface="Verdana" panose="020B0604030504040204" pitchFamily="34" charset="0"/>
                      </a:endParaRP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100" b="0" i="0" u="none" strike="noStrike" dirty="0">
                        <a:solidFill>
                          <a:srgbClr val="000000"/>
                        </a:solidFill>
                        <a:effectLst/>
                        <a:latin typeface="Verdana" panose="020B0604030504040204" pitchFamily="34" charset="0"/>
                      </a:endParaRP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100" b="0" i="0" u="none" strike="noStrike" dirty="0">
                        <a:solidFill>
                          <a:srgbClr val="000000"/>
                        </a:solidFill>
                        <a:effectLst/>
                        <a:latin typeface="Verdana" panose="020B0604030504040204" pitchFamily="34" charset="0"/>
                      </a:endParaRP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100" b="0" i="0" u="none" strike="noStrike" dirty="0">
                        <a:solidFill>
                          <a:srgbClr val="000000"/>
                        </a:solidFill>
                        <a:effectLst/>
                        <a:latin typeface="Verdana" panose="020B0604030504040204" pitchFamily="34" charset="0"/>
                      </a:endParaRP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100" b="0" i="0" u="none" strike="noStrike" dirty="0">
                        <a:solidFill>
                          <a:srgbClr val="000000"/>
                        </a:solidFill>
                        <a:effectLst/>
                        <a:latin typeface="Verdana" panose="020B0604030504040204" pitchFamily="34" charset="0"/>
                      </a:endParaRPr>
                    </a:p>
                  </a:txBody>
                  <a:tcPr marL="3935" marR="3935" marT="3935"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02378952"/>
                  </a:ext>
                </a:extLst>
              </a:tr>
              <a:tr h="863482">
                <a:tc>
                  <a:txBody>
                    <a:bodyPr/>
                    <a:lstStyle/>
                    <a:p>
                      <a:pPr algn="ctr" fontAlgn="ctr"/>
                      <a:r>
                        <a:rPr lang="en-US" sz="1200" b="0" i="0" u="none" strike="noStrike" dirty="0">
                          <a:solidFill>
                            <a:srgbClr val="000000"/>
                          </a:solidFill>
                          <a:effectLst/>
                          <a:latin typeface="Verdana" panose="020B0604030504040204" pitchFamily="34" charset="0"/>
                        </a:rPr>
                        <a:t>2</a:t>
                      </a:r>
                    </a:p>
                  </a:txBody>
                  <a:tcPr marL="3935" marR="3935" marT="3935"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Verdana" panose="020B0604030504040204" pitchFamily="34" charset="0"/>
                        </a:rPr>
                        <a:t>Mod. A, Task 2</a:t>
                      </a: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Verdana" panose="020B0604030504040204" pitchFamily="34" charset="0"/>
                        </a:rPr>
                        <a:t>1</a:t>
                      </a: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b="0" i="0" u="none" strike="noStrike" dirty="0">
                          <a:solidFill>
                            <a:srgbClr val="000000"/>
                          </a:solidFill>
                          <a:effectLst/>
                          <a:latin typeface="Verdana" panose="020B0604030504040204" pitchFamily="34" charset="0"/>
                        </a:rPr>
                        <a:t>Development of annual budget and financial plan</a:t>
                      </a: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100" b="0" i="0" u="none" strike="noStrike" dirty="0">
                        <a:solidFill>
                          <a:srgbClr val="000000"/>
                        </a:solidFill>
                        <a:effectLst/>
                        <a:latin typeface="Verdana" panose="020B0604030504040204" pitchFamily="34" charset="0"/>
                      </a:endParaRP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100" b="0" i="0" u="none" strike="noStrike" dirty="0">
                        <a:solidFill>
                          <a:srgbClr val="000000"/>
                        </a:solidFill>
                        <a:effectLst/>
                        <a:latin typeface="Verdana" panose="020B0604030504040204" pitchFamily="34" charset="0"/>
                      </a:endParaRP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100" b="0" i="0" u="none" strike="noStrike" dirty="0">
                        <a:solidFill>
                          <a:srgbClr val="000000"/>
                        </a:solidFill>
                        <a:effectLst/>
                        <a:latin typeface="Verdana" panose="020B0604030504040204" pitchFamily="34" charset="0"/>
                      </a:endParaRP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100" b="0" i="0" u="none" strike="noStrike" dirty="0">
                        <a:solidFill>
                          <a:srgbClr val="000000"/>
                        </a:solidFill>
                        <a:effectLst/>
                        <a:latin typeface="Verdana" panose="020B0604030504040204" pitchFamily="34" charset="0"/>
                      </a:endParaRP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100" b="0" i="0" u="none" strike="noStrike" dirty="0">
                        <a:solidFill>
                          <a:srgbClr val="000000"/>
                        </a:solidFill>
                        <a:effectLst/>
                        <a:latin typeface="Verdana" panose="020B0604030504040204" pitchFamily="34" charset="0"/>
                      </a:endParaRP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100" b="0" i="0" u="none" strike="noStrike" dirty="0">
                        <a:solidFill>
                          <a:srgbClr val="000000"/>
                        </a:solidFill>
                        <a:effectLst/>
                        <a:latin typeface="Verdana" panose="020B0604030504040204" pitchFamily="34" charset="0"/>
                      </a:endParaRP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100" b="0" i="0" u="none" strike="noStrike" dirty="0">
                        <a:solidFill>
                          <a:srgbClr val="000000"/>
                        </a:solidFill>
                        <a:effectLst/>
                        <a:latin typeface="Verdana" panose="020B0604030504040204" pitchFamily="34" charset="0"/>
                      </a:endParaRP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100" b="0" i="0" u="none" strike="noStrike" dirty="0">
                        <a:solidFill>
                          <a:srgbClr val="000000"/>
                        </a:solidFill>
                        <a:effectLst/>
                        <a:latin typeface="Verdana" panose="020B0604030504040204" pitchFamily="34" charset="0"/>
                      </a:endParaRP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100" b="0" i="0" u="none" strike="noStrike" dirty="0">
                        <a:solidFill>
                          <a:srgbClr val="000000"/>
                        </a:solidFill>
                        <a:effectLst/>
                        <a:latin typeface="Verdana" panose="020B0604030504040204" pitchFamily="34" charset="0"/>
                      </a:endParaRP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b="1" i="0" u="none" strike="noStrike" dirty="0">
                          <a:solidFill>
                            <a:srgbClr val="A6A6A6"/>
                          </a:solidFill>
                          <a:effectLst/>
                          <a:latin typeface="Verdana" panose="020B0604030504040204" pitchFamily="34" charset="0"/>
                        </a:rPr>
                        <a:t> </a:t>
                      </a: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1100" b="1" i="0" u="none" strike="noStrike" dirty="0">
                          <a:solidFill>
                            <a:srgbClr val="A6A6A6"/>
                          </a:solidFill>
                          <a:effectLst/>
                          <a:latin typeface="Verdana" panose="020B0604030504040204" pitchFamily="34" charset="0"/>
                        </a:rPr>
                        <a:t> </a:t>
                      </a: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1100" b="1" i="0" u="none" strike="noStrike" dirty="0">
                          <a:solidFill>
                            <a:srgbClr val="A6A6A6"/>
                          </a:solidFill>
                          <a:effectLst/>
                          <a:latin typeface="Verdana" panose="020B0604030504040204" pitchFamily="34" charset="0"/>
                        </a:rPr>
                        <a:t> </a:t>
                      </a: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l" fontAlgn="ctr"/>
                      <a:endParaRPr lang="en-US" sz="1100" b="0" i="0" u="none" strike="noStrike" dirty="0">
                        <a:solidFill>
                          <a:srgbClr val="000000"/>
                        </a:solidFill>
                        <a:effectLst/>
                        <a:latin typeface="Verdana" panose="020B0604030504040204" pitchFamily="34" charset="0"/>
                      </a:endParaRP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100" b="0" i="0" u="none" strike="noStrike" dirty="0">
                        <a:solidFill>
                          <a:srgbClr val="000000"/>
                        </a:solidFill>
                        <a:effectLst/>
                        <a:latin typeface="Verdana" panose="020B0604030504040204" pitchFamily="34" charset="0"/>
                      </a:endParaRP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100" b="0" i="0" u="none" strike="noStrike" dirty="0">
                        <a:solidFill>
                          <a:srgbClr val="000000"/>
                        </a:solidFill>
                        <a:effectLst/>
                        <a:latin typeface="Verdana" panose="020B0604030504040204" pitchFamily="34" charset="0"/>
                      </a:endParaRP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100" b="0" i="0" u="none" strike="noStrike" dirty="0">
                        <a:solidFill>
                          <a:srgbClr val="000000"/>
                        </a:solidFill>
                        <a:effectLst/>
                        <a:latin typeface="Verdana" panose="020B0604030504040204" pitchFamily="34" charset="0"/>
                      </a:endParaRP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100" b="0" i="0" u="none" strike="noStrike" dirty="0">
                        <a:solidFill>
                          <a:srgbClr val="000000"/>
                        </a:solidFill>
                        <a:effectLst/>
                        <a:latin typeface="Verdana" panose="020B0604030504040204" pitchFamily="34" charset="0"/>
                      </a:endParaRP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100" b="0" i="0" u="none" strike="noStrike" dirty="0">
                        <a:solidFill>
                          <a:srgbClr val="000000"/>
                        </a:solidFill>
                        <a:effectLst/>
                        <a:latin typeface="Verdana" panose="020B0604030504040204" pitchFamily="34" charset="0"/>
                      </a:endParaRP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100" b="0" i="0" u="none" strike="noStrike" dirty="0">
                        <a:solidFill>
                          <a:srgbClr val="000000"/>
                        </a:solidFill>
                        <a:effectLst/>
                        <a:latin typeface="Verdana" panose="020B0604030504040204" pitchFamily="34" charset="0"/>
                      </a:endParaRP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100" b="0" i="0" u="none" strike="noStrike" dirty="0">
                        <a:solidFill>
                          <a:srgbClr val="000000"/>
                        </a:solidFill>
                        <a:effectLst/>
                        <a:latin typeface="Verdana" panose="020B0604030504040204" pitchFamily="34" charset="0"/>
                      </a:endParaRP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100" b="0" i="0" u="none" strike="noStrike" dirty="0">
                        <a:solidFill>
                          <a:srgbClr val="000000"/>
                        </a:solidFill>
                        <a:effectLst/>
                        <a:latin typeface="Verdana" panose="020B0604030504040204" pitchFamily="34" charset="0"/>
                      </a:endParaRP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100" b="0" i="0" u="none" strike="noStrike" dirty="0">
                        <a:solidFill>
                          <a:srgbClr val="000000"/>
                        </a:solidFill>
                        <a:effectLst/>
                        <a:latin typeface="Verdana" panose="020B0604030504040204" pitchFamily="34" charset="0"/>
                      </a:endParaRP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100" b="0" i="0" u="none" strike="noStrike" dirty="0">
                        <a:solidFill>
                          <a:srgbClr val="000000"/>
                        </a:solidFill>
                        <a:effectLst/>
                        <a:latin typeface="Verdana" panose="020B0604030504040204" pitchFamily="34" charset="0"/>
                      </a:endParaRPr>
                    </a:p>
                  </a:txBody>
                  <a:tcPr marL="3935" marR="3935" marT="3935"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100" b="0" i="0" u="none" strike="noStrike" dirty="0">
                        <a:solidFill>
                          <a:srgbClr val="000000"/>
                        </a:solidFill>
                        <a:effectLst/>
                        <a:latin typeface="Verdana" panose="020B0604030504040204" pitchFamily="34" charset="0"/>
                      </a:endParaRPr>
                    </a:p>
                  </a:txBody>
                  <a:tcPr marL="3935" marR="3935" marT="3935"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76570227"/>
                  </a:ext>
                </a:extLst>
              </a:tr>
            </a:tbl>
          </a:graphicData>
        </a:graphic>
      </p:graphicFrame>
      <p:cxnSp>
        <p:nvCxnSpPr>
          <p:cNvPr id="7" name="Straight Connector 6">
            <a:extLst>
              <a:ext uri="{FF2B5EF4-FFF2-40B4-BE49-F238E27FC236}">
                <a16:creationId xmlns:a16="http://schemas.microsoft.com/office/drawing/2014/main" id="{FA930230-798F-5F3F-EA99-B172D55E1F95}"/>
              </a:ext>
            </a:extLst>
          </p:cNvPr>
          <p:cNvCxnSpPr>
            <a:cxnSpLocks/>
          </p:cNvCxnSpPr>
          <p:nvPr/>
        </p:nvCxnSpPr>
        <p:spPr>
          <a:xfrm flipV="1">
            <a:off x="3188066" y="3961349"/>
            <a:ext cx="7142181" cy="15789"/>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5A5791CF-49C9-B1F8-3E06-0D1D9C18F772}"/>
              </a:ext>
            </a:extLst>
          </p:cNvPr>
          <p:cNvSpPr txBox="1"/>
          <p:nvPr/>
        </p:nvSpPr>
        <p:spPr>
          <a:xfrm>
            <a:off x="4562423" y="3904567"/>
            <a:ext cx="3964026" cy="184666"/>
          </a:xfrm>
          <a:prstGeom prst="rect">
            <a:avLst/>
          </a:prstGeom>
          <a:solidFill>
            <a:srgbClr val="F8FCFA"/>
          </a:solidFill>
        </p:spPr>
        <p:txBody>
          <a:bodyPr wrap="square" lIns="0" tIns="0" rIns="0" bIns="0" rtlCol="0">
            <a:spAutoFit/>
          </a:bodyPr>
          <a:lstStyle/>
          <a:p>
            <a:pPr algn="ctr">
              <a:spcBef>
                <a:spcPts val="600"/>
              </a:spcBef>
              <a:buSzPct val="100000"/>
            </a:pPr>
            <a:r>
              <a:rPr lang="en-US" sz="1200" b="1" dirty="0">
                <a:solidFill>
                  <a:srgbClr val="313131"/>
                </a:solidFill>
              </a:rPr>
              <a:t>Tentative Timeline for Module A</a:t>
            </a:r>
          </a:p>
        </p:txBody>
      </p:sp>
    </p:spTree>
    <p:extLst>
      <p:ext uri="{BB962C8B-B14F-4D97-AF65-F5344CB8AC3E}">
        <p14:creationId xmlns:p14="http://schemas.microsoft.com/office/powerpoint/2010/main" val="3595029715"/>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a:extLst>
            <a:ext uri="{FF2B5EF4-FFF2-40B4-BE49-F238E27FC236}">
              <a16:creationId xmlns:a16="http://schemas.microsoft.com/office/drawing/2014/main" id="{F8FCE8B9-C0B3-BFCF-3035-B686BA390776}"/>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248338E8-ED44-2DE4-7388-D39E07CA0EE4}"/>
              </a:ext>
            </a:extLst>
          </p:cNvPr>
          <p:cNvGraphicFramePr>
            <a:graphicFrameLocks noChangeAspect="1"/>
          </p:cNvGraphicFramePr>
          <p:nvPr>
            <p:custDataLst>
              <p:tags r:id="rId1"/>
            </p:custDataLst>
            <p:extLst>
              <p:ext uri="{D42A27DB-BD31-4B8C-83A1-F6EECF244321}">
                <p14:modId xmlns:p14="http://schemas.microsoft.com/office/powerpoint/2010/main" val="383273901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248338E8-ED44-2DE4-7388-D39E07CA0EE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Title 2">
            <a:extLst>
              <a:ext uri="{FF2B5EF4-FFF2-40B4-BE49-F238E27FC236}">
                <a16:creationId xmlns:a16="http://schemas.microsoft.com/office/drawing/2014/main" id="{F34C3B15-D00A-E46D-C872-F4FCAF906FC0}"/>
              </a:ext>
            </a:extLst>
          </p:cNvPr>
          <p:cNvSpPr>
            <a:spLocks noGrp="1"/>
          </p:cNvSpPr>
          <p:nvPr>
            <p:ph type="title"/>
          </p:nvPr>
        </p:nvSpPr>
        <p:spPr>
          <a:xfrm>
            <a:off x="396779" y="3412986"/>
            <a:ext cx="12309107" cy="368439"/>
          </a:xfrm>
        </p:spPr>
        <p:txBody>
          <a:bodyPr vert="horz"/>
          <a:lstStyle/>
          <a:p>
            <a:r>
              <a:rPr lang="en-US" sz="4000" b="1" dirty="0">
                <a:solidFill>
                  <a:schemeClr val="bg1"/>
                </a:solidFill>
              </a:rPr>
              <a:t>Module B: Implementation of RIMS and DMS</a:t>
            </a:r>
          </a:p>
        </p:txBody>
      </p:sp>
    </p:spTree>
    <p:extLst>
      <p:ext uri="{BB962C8B-B14F-4D97-AF65-F5344CB8AC3E}">
        <p14:creationId xmlns:p14="http://schemas.microsoft.com/office/powerpoint/2010/main" val="793711866"/>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0C71C-0529-D52B-7E89-AE3CC54A8286}"/>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28C0260E-4DA8-9178-429C-EB4A46E3306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28C0260E-4DA8-9178-429C-EB4A46E3306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C28B8610-54D6-F4B6-8AE7-F407F75B5298}"/>
              </a:ext>
            </a:extLst>
          </p:cNvPr>
          <p:cNvSpPr>
            <a:spLocks noGrp="1"/>
          </p:cNvSpPr>
          <p:nvPr>
            <p:ph type="title"/>
          </p:nvPr>
        </p:nvSpPr>
        <p:spPr/>
        <p:txBody>
          <a:bodyPr vert="horz"/>
          <a:lstStyle/>
          <a:p>
            <a:r>
              <a:rPr lang="en-US" dirty="0"/>
              <a:t>Module B: Implementation of RIMS and DMS</a:t>
            </a:r>
            <a:br>
              <a:rPr lang="en-US" dirty="0"/>
            </a:br>
            <a:endParaRPr lang="en-US" dirty="0"/>
          </a:p>
        </p:txBody>
      </p:sp>
      <p:sp>
        <p:nvSpPr>
          <p:cNvPr id="24" name="Oval 23">
            <a:extLst>
              <a:ext uri="{FF2B5EF4-FFF2-40B4-BE49-F238E27FC236}">
                <a16:creationId xmlns:a16="http://schemas.microsoft.com/office/drawing/2014/main" id="{9C7C578E-8282-150A-91C1-9E43F2167AD2}"/>
              </a:ext>
            </a:extLst>
          </p:cNvPr>
          <p:cNvSpPr/>
          <p:nvPr/>
        </p:nvSpPr>
        <p:spPr bwMode="gray">
          <a:xfrm>
            <a:off x="11374917" y="1191033"/>
            <a:ext cx="1249497" cy="560911"/>
          </a:xfrm>
          <a:prstGeom prst="ellipse">
            <a:avLst/>
          </a:prstGeom>
          <a:solidFill>
            <a:schemeClr val="accent3">
              <a:lumMod val="20000"/>
              <a:lumOff val="80000"/>
            </a:schemeClr>
          </a:solidFill>
          <a:ln w="19050" algn="ctr">
            <a:solidFill>
              <a:schemeClr val="tx1"/>
            </a:solidFill>
            <a:prstDash val="lgDash"/>
            <a:miter lim="800000"/>
            <a:headEnd/>
            <a:tailEnd/>
          </a:ln>
        </p:spPr>
        <p:txBody>
          <a:bodyPr wrap="square" lIns="88900" tIns="88900" rIns="88900" bIns="88900" rtlCol="0" anchor="ctr"/>
          <a:lstStyle/>
          <a:p>
            <a:pPr algn="ctr">
              <a:lnSpc>
                <a:spcPct val="106000"/>
              </a:lnSpc>
              <a:buFont typeface="Wingdings 2" pitchFamily="18" charset="2"/>
              <a:buNone/>
            </a:pPr>
            <a:r>
              <a:rPr lang="en-US" sz="1300" b="1" i="1" dirty="0"/>
              <a:t>9 Months</a:t>
            </a:r>
          </a:p>
        </p:txBody>
      </p:sp>
      <p:sp>
        <p:nvSpPr>
          <p:cNvPr id="43" name="TextBox 42">
            <a:extLst>
              <a:ext uri="{FF2B5EF4-FFF2-40B4-BE49-F238E27FC236}">
                <a16:creationId xmlns:a16="http://schemas.microsoft.com/office/drawing/2014/main" id="{A899216A-EE5A-AD3B-3FE3-AE4508B8AF45}"/>
              </a:ext>
            </a:extLst>
          </p:cNvPr>
          <p:cNvSpPr txBox="1"/>
          <p:nvPr/>
        </p:nvSpPr>
        <p:spPr>
          <a:xfrm>
            <a:off x="3635565" y="1157387"/>
            <a:ext cx="7513507" cy="1107996"/>
          </a:xfrm>
          <a:prstGeom prst="rect">
            <a:avLst/>
          </a:prstGeom>
          <a:solidFill>
            <a:srgbClr val="FFFFFF"/>
          </a:solidFill>
        </p:spPr>
        <p:txBody>
          <a:bodyPr wrap="square" lIns="0" tIns="0" rIns="0" bIns="0" rtlCol="0">
            <a:spAutoFit/>
          </a:bodyPr>
          <a:lstStyle/>
          <a:p>
            <a:pPr algn="just">
              <a:spcBef>
                <a:spcPts val="600"/>
              </a:spcBef>
              <a:buSzPct val="100000"/>
            </a:pPr>
            <a:r>
              <a:rPr lang="en-US" sz="1600" b="1" dirty="0">
                <a:solidFill>
                  <a:schemeClr val="accent2"/>
                </a:solidFill>
              </a:rPr>
              <a:t>Need Assessment and onboarding of Implementation partner</a:t>
            </a:r>
            <a:endParaRPr lang="en-US" sz="1500" b="1" dirty="0">
              <a:solidFill>
                <a:schemeClr val="accent2"/>
              </a:solidFill>
            </a:endParaRPr>
          </a:p>
          <a:p>
            <a:pPr marL="171450" indent="-171450" algn="just">
              <a:buSzPct val="100000"/>
              <a:buFont typeface="Arial" panose="020B0604020202020204" pitchFamily="34" charset="0"/>
              <a:buChar char="•"/>
            </a:pPr>
            <a:r>
              <a:rPr lang="en-US" sz="1400" i="1" dirty="0">
                <a:solidFill>
                  <a:srgbClr val="313131"/>
                </a:solidFill>
              </a:rPr>
              <a:t>Visit to CERC and other SERCs for RIMS/DMS review</a:t>
            </a:r>
          </a:p>
          <a:p>
            <a:pPr marL="171450" indent="-171450" algn="just">
              <a:buSzPct val="100000"/>
              <a:buFont typeface="Arial" panose="020B0604020202020204" pitchFamily="34" charset="0"/>
              <a:buChar char="•"/>
            </a:pPr>
            <a:r>
              <a:rPr lang="en-US" sz="1400" i="1" dirty="0">
                <a:solidFill>
                  <a:srgbClr val="313131"/>
                </a:solidFill>
              </a:rPr>
              <a:t>Provide support in Deployment of an IT Expert; identify requirements</a:t>
            </a:r>
          </a:p>
          <a:p>
            <a:pPr marL="171450" indent="-171450" algn="just">
              <a:buSzPct val="100000"/>
              <a:buFont typeface="Arial" panose="020B0604020202020204" pitchFamily="34" charset="0"/>
              <a:buChar char="•"/>
            </a:pPr>
            <a:r>
              <a:rPr lang="en-US" sz="1400" i="1" dirty="0">
                <a:solidFill>
                  <a:srgbClr val="313131"/>
                </a:solidFill>
              </a:rPr>
              <a:t>Support IT expert in gap analysis</a:t>
            </a:r>
          </a:p>
          <a:p>
            <a:pPr marL="171450" indent="-171450" algn="just">
              <a:buSzPct val="100000"/>
              <a:buFont typeface="Arial" panose="020B0604020202020204" pitchFamily="34" charset="0"/>
              <a:buChar char="•"/>
            </a:pPr>
            <a:r>
              <a:rPr lang="en-US" sz="1400" i="1" dirty="0">
                <a:solidFill>
                  <a:srgbClr val="313131"/>
                </a:solidFill>
              </a:rPr>
              <a:t>Bid process management</a:t>
            </a:r>
          </a:p>
        </p:txBody>
      </p:sp>
      <p:sp>
        <p:nvSpPr>
          <p:cNvPr id="53" name="TextBox 52">
            <a:extLst>
              <a:ext uri="{FF2B5EF4-FFF2-40B4-BE49-F238E27FC236}">
                <a16:creationId xmlns:a16="http://schemas.microsoft.com/office/drawing/2014/main" id="{4D6B4CAA-BC19-120E-F0D0-2133EA3D6FDF}"/>
              </a:ext>
            </a:extLst>
          </p:cNvPr>
          <p:cNvSpPr txBox="1"/>
          <p:nvPr/>
        </p:nvSpPr>
        <p:spPr>
          <a:xfrm>
            <a:off x="3668492" y="2358369"/>
            <a:ext cx="7403336" cy="1400383"/>
          </a:xfrm>
          <a:prstGeom prst="rect">
            <a:avLst/>
          </a:prstGeom>
          <a:noFill/>
        </p:spPr>
        <p:txBody>
          <a:bodyPr wrap="square" lIns="0" tIns="0" rIns="0" bIns="0" rtlCol="0">
            <a:spAutoFit/>
          </a:bodyPr>
          <a:lstStyle/>
          <a:p>
            <a:pPr algn="just">
              <a:spcBef>
                <a:spcPts val="600"/>
              </a:spcBef>
              <a:buSzPct val="100000"/>
            </a:pPr>
            <a:r>
              <a:rPr lang="en-US" sz="1600" b="1" dirty="0">
                <a:solidFill>
                  <a:srgbClr val="43B02A"/>
                </a:solidFill>
              </a:rPr>
              <a:t>Implementation of RIMS and DMS &amp; subsequent support</a:t>
            </a:r>
            <a:endParaRPr lang="en-US" sz="1500" b="1" dirty="0">
              <a:solidFill>
                <a:srgbClr val="43B02A"/>
              </a:solidFill>
            </a:endParaRPr>
          </a:p>
          <a:p>
            <a:pPr algn="just">
              <a:spcBef>
                <a:spcPts val="600"/>
              </a:spcBef>
              <a:buSzPct val="100000"/>
            </a:pPr>
            <a:r>
              <a:rPr lang="en-US" sz="1400" b="1" dirty="0">
                <a:solidFill>
                  <a:srgbClr val="43B02A"/>
                </a:solidFill>
              </a:rPr>
              <a:t>2(a) Implementation of RIMS and DMS</a:t>
            </a:r>
          </a:p>
          <a:p>
            <a:pPr marL="171450" indent="-171450" algn="just">
              <a:buSzPct val="100000"/>
              <a:buFont typeface="Arial" panose="020B0604020202020204" pitchFamily="34" charset="0"/>
              <a:buChar char="•"/>
            </a:pPr>
            <a:r>
              <a:rPr lang="en-US" sz="1400" i="1" dirty="0">
                <a:solidFill>
                  <a:srgbClr val="313131"/>
                </a:solidFill>
              </a:rPr>
              <a:t>Oversee Development and Installation</a:t>
            </a:r>
          </a:p>
          <a:p>
            <a:pPr marL="171450" indent="-171450" algn="just">
              <a:buSzPct val="100000"/>
              <a:buFont typeface="Arial" panose="020B0604020202020204" pitchFamily="34" charset="0"/>
              <a:buChar char="•"/>
            </a:pPr>
            <a:r>
              <a:rPr lang="en-US" sz="1400" i="1" dirty="0">
                <a:solidFill>
                  <a:srgbClr val="313131"/>
                </a:solidFill>
              </a:rPr>
              <a:t>Support in Rollout Strategy and Operational Integration</a:t>
            </a:r>
          </a:p>
          <a:p>
            <a:pPr marL="171450" indent="-171450" algn="just">
              <a:buSzPct val="100000"/>
              <a:buFont typeface="Arial" panose="020B0604020202020204" pitchFamily="34" charset="0"/>
              <a:buChar char="•"/>
            </a:pPr>
            <a:r>
              <a:rPr lang="en-US" sz="1400" i="1" dirty="0">
                <a:solidFill>
                  <a:srgbClr val="313131"/>
                </a:solidFill>
              </a:rPr>
              <a:t>Provide support in hiring of a dedicated IT support staff</a:t>
            </a:r>
          </a:p>
          <a:p>
            <a:pPr marL="171450" indent="-171450" algn="just">
              <a:buSzPct val="100000"/>
              <a:buFont typeface="Arial" panose="020B0604020202020204" pitchFamily="34" charset="0"/>
              <a:buChar char="•"/>
            </a:pPr>
            <a:r>
              <a:rPr lang="en-US" sz="1400" i="1" dirty="0">
                <a:solidFill>
                  <a:srgbClr val="313131"/>
                </a:solidFill>
              </a:rPr>
              <a:t>Support during Training and Capacity Building Plan</a:t>
            </a:r>
          </a:p>
        </p:txBody>
      </p:sp>
      <p:sp>
        <p:nvSpPr>
          <p:cNvPr id="54" name="Oval 53">
            <a:extLst>
              <a:ext uri="{FF2B5EF4-FFF2-40B4-BE49-F238E27FC236}">
                <a16:creationId xmlns:a16="http://schemas.microsoft.com/office/drawing/2014/main" id="{273A7913-1929-8A0D-5971-EAD5AA424DFA}"/>
              </a:ext>
            </a:extLst>
          </p:cNvPr>
          <p:cNvSpPr/>
          <p:nvPr/>
        </p:nvSpPr>
        <p:spPr bwMode="gray">
          <a:xfrm>
            <a:off x="11315957" y="2667236"/>
            <a:ext cx="1249498" cy="560911"/>
          </a:xfrm>
          <a:prstGeom prst="ellipse">
            <a:avLst/>
          </a:prstGeom>
          <a:solidFill>
            <a:schemeClr val="accent3">
              <a:lumMod val="20000"/>
              <a:lumOff val="80000"/>
            </a:schemeClr>
          </a:solidFill>
          <a:ln w="19050" algn="ctr">
            <a:solidFill>
              <a:schemeClr val="tx1"/>
            </a:solidFill>
            <a:prstDash val="lgDash"/>
            <a:miter lim="800000"/>
            <a:headEnd/>
            <a:tailEnd/>
          </a:ln>
        </p:spPr>
        <p:txBody>
          <a:bodyPr wrap="square" lIns="88900" tIns="88900" rIns="88900" bIns="88900" rtlCol="0" anchor="ctr"/>
          <a:lstStyle/>
          <a:p>
            <a:pPr algn="ctr">
              <a:lnSpc>
                <a:spcPct val="106000"/>
              </a:lnSpc>
              <a:buFont typeface="Wingdings 2" pitchFamily="18" charset="2"/>
              <a:buNone/>
            </a:pPr>
            <a:r>
              <a:rPr lang="en-US" sz="1300" b="1" i="1" dirty="0"/>
              <a:t>12 Months</a:t>
            </a:r>
          </a:p>
        </p:txBody>
      </p:sp>
      <p:sp>
        <p:nvSpPr>
          <p:cNvPr id="55" name="TextBox 54">
            <a:extLst>
              <a:ext uri="{FF2B5EF4-FFF2-40B4-BE49-F238E27FC236}">
                <a16:creationId xmlns:a16="http://schemas.microsoft.com/office/drawing/2014/main" id="{192A0C9A-3759-B7B9-231F-29575538D3EA}"/>
              </a:ext>
            </a:extLst>
          </p:cNvPr>
          <p:cNvSpPr txBox="1"/>
          <p:nvPr/>
        </p:nvSpPr>
        <p:spPr>
          <a:xfrm>
            <a:off x="3688812" y="3846367"/>
            <a:ext cx="7403336" cy="430887"/>
          </a:xfrm>
          <a:prstGeom prst="rect">
            <a:avLst/>
          </a:prstGeom>
          <a:noFill/>
        </p:spPr>
        <p:txBody>
          <a:bodyPr wrap="square" lIns="0" tIns="0" rIns="0" bIns="0" rtlCol="0">
            <a:spAutoFit/>
          </a:bodyPr>
          <a:lstStyle/>
          <a:p>
            <a:pPr algn="just">
              <a:spcBef>
                <a:spcPts val="600"/>
              </a:spcBef>
              <a:buSzPct val="100000"/>
            </a:pPr>
            <a:r>
              <a:rPr lang="en-US" sz="1400" b="1" dirty="0">
                <a:solidFill>
                  <a:srgbClr val="004F59"/>
                </a:solidFill>
              </a:rPr>
              <a:t>2(b) Post implementation support and guidance</a:t>
            </a:r>
          </a:p>
          <a:p>
            <a:pPr marL="171450" indent="-171450" algn="just">
              <a:buSzPct val="100000"/>
              <a:buFont typeface="Arial" panose="020B0604020202020204" pitchFamily="34" charset="0"/>
              <a:buChar char="•"/>
            </a:pPr>
            <a:r>
              <a:rPr lang="en-US" sz="1400" i="1" dirty="0">
                <a:solidFill>
                  <a:srgbClr val="313131"/>
                </a:solidFill>
              </a:rPr>
              <a:t>Overview of post implementation support and guidance</a:t>
            </a:r>
          </a:p>
        </p:txBody>
      </p:sp>
      <p:sp>
        <p:nvSpPr>
          <p:cNvPr id="56" name="Oval 55">
            <a:extLst>
              <a:ext uri="{FF2B5EF4-FFF2-40B4-BE49-F238E27FC236}">
                <a16:creationId xmlns:a16="http://schemas.microsoft.com/office/drawing/2014/main" id="{47D11387-85E6-5950-D11E-69E778CB17D4}"/>
              </a:ext>
            </a:extLst>
          </p:cNvPr>
          <p:cNvSpPr/>
          <p:nvPr/>
        </p:nvSpPr>
        <p:spPr bwMode="gray">
          <a:xfrm>
            <a:off x="11403472" y="3696321"/>
            <a:ext cx="1249499" cy="560911"/>
          </a:xfrm>
          <a:prstGeom prst="ellipse">
            <a:avLst/>
          </a:prstGeom>
          <a:solidFill>
            <a:schemeClr val="accent3">
              <a:lumMod val="20000"/>
              <a:lumOff val="80000"/>
            </a:schemeClr>
          </a:solidFill>
          <a:ln w="19050" algn="ctr">
            <a:solidFill>
              <a:schemeClr val="tx1"/>
            </a:solidFill>
            <a:prstDash val="lgDash"/>
            <a:miter lim="800000"/>
            <a:headEnd/>
            <a:tailEnd/>
          </a:ln>
        </p:spPr>
        <p:txBody>
          <a:bodyPr wrap="square" lIns="88900" tIns="88900" rIns="88900" bIns="88900" rtlCol="0" anchor="ctr"/>
          <a:lstStyle/>
          <a:p>
            <a:pPr algn="ctr">
              <a:lnSpc>
                <a:spcPct val="106000"/>
              </a:lnSpc>
              <a:buFont typeface="Wingdings 2" pitchFamily="18" charset="2"/>
              <a:buNone/>
            </a:pPr>
            <a:r>
              <a:rPr lang="en-US" sz="1300" b="1" i="1" dirty="0"/>
              <a:t>12 Months</a:t>
            </a:r>
          </a:p>
        </p:txBody>
      </p:sp>
      <p:sp>
        <p:nvSpPr>
          <p:cNvPr id="63" name="Oval 62">
            <a:extLst>
              <a:ext uri="{FF2B5EF4-FFF2-40B4-BE49-F238E27FC236}">
                <a16:creationId xmlns:a16="http://schemas.microsoft.com/office/drawing/2014/main" id="{3AFAE42A-7516-1A8C-8A7D-5A5D8E63DB34}"/>
              </a:ext>
            </a:extLst>
          </p:cNvPr>
          <p:cNvSpPr/>
          <p:nvPr/>
        </p:nvSpPr>
        <p:spPr bwMode="gray">
          <a:xfrm>
            <a:off x="9572182" y="7070144"/>
            <a:ext cx="411480" cy="407719"/>
          </a:xfrm>
          <a:prstGeom prst="ellipse">
            <a:avLst/>
          </a:prstGeom>
          <a:solidFill>
            <a:srgbClr val="18F689"/>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64" name="TextBox 63">
            <a:extLst>
              <a:ext uri="{FF2B5EF4-FFF2-40B4-BE49-F238E27FC236}">
                <a16:creationId xmlns:a16="http://schemas.microsoft.com/office/drawing/2014/main" id="{61DBCE60-BEE2-143B-2B23-F2F5366D9A93}"/>
              </a:ext>
            </a:extLst>
          </p:cNvPr>
          <p:cNvSpPr txBox="1"/>
          <p:nvPr/>
        </p:nvSpPr>
        <p:spPr>
          <a:xfrm>
            <a:off x="10058398" y="7196607"/>
            <a:ext cx="2594576" cy="153888"/>
          </a:xfrm>
          <a:prstGeom prst="rect">
            <a:avLst/>
          </a:prstGeom>
          <a:noFill/>
        </p:spPr>
        <p:txBody>
          <a:bodyPr wrap="square" lIns="0" tIns="0" rIns="0" bIns="0" rtlCol="0">
            <a:spAutoFit/>
          </a:bodyPr>
          <a:lstStyle/>
          <a:p>
            <a:pPr>
              <a:spcBef>
                <a:spcPts val="600"/>
              </a:spcBef>
              <a:buSzPct val="100000"/>
            </a:pPr>
            <a:r>
              <a:rPr lang="en-US" sz="1000" i="1" dirty="0">
                <a:solidFill>
                  <a:srgbClr val="313131"/>
                </a:solidFill>
              </a:rPr>
              <a:t>Requirement of External Support</a:t>
            </a:r>
          </a:p>
        </p:txBody>
      </p:sp>
      <p:sp>
        <p:nvSpPr>
          <p:cNvPr id="12" name="Freeform 11">
            <a:extLst>
              <a:ext uri="{FF2B5EF4-FFF2-40B4-BE49-F238E27FC236}">
                <a16:creationId xmlns:a16="http://schemas.microsoft.com/office/drawing/2014/main" id="{2C2BC9C4-6196-17FA-C381-6680E3C7206E}"/>
              </a:ext>
            </a:extLst>
          </p:cNvPr>
          <p:cNvSpPr>
            <a:spLocks/>
          </p:cNvSpPr>
          <p:nvPr/>
        </p:nvSpPr>
        <p:spPr bwMode="auto">
          <a:xfrm>
            <a:off x="879083" y="1234066"/>
            <a:ext cx="2635298" cy="831526"/>
          </a:xfrm>
          <a:custGeom>
            <a:avLst/>
            <a:gdLst>
              <a:gd name="T0" fmla="*/ 191 w 758"/>
              <a:gd name="T1" fmla="*/ 652 h 652"/>
              <a:gd name="T2" fmla="*/ 0 w 758"/>
              <a:gd name="T3" fmla="*/ 326 h 652"/>
              <a:gd name="T4" fmla="*/ 191 w 758"/>
              <a:gd name="T5" fmla="*/ 0 h 652"/>
              <a:gd name="T6" fmla="*/ 567 w 758"/>
              <a:gd name="T7" fmla="*/ 0 h 652"/>
              <a:gd name="T8" fmla="*/ 758 w 758"/>
              <a:gd name="T9" fmla="*/ 326 h 652"/>
              <a:gd name="T10" fmla="*/ 567 w 758"/>
              <a:gd name="T11" fmla="*/ 652 h 652"/>
              <a:gd name="T12" fmla="*/ 191 w 758"/>
              <a:gd name="T13" fmla="*/ 652 h 652"/>
            </a:gdLst>
            <a:ahLst/>
            <a:cxnLst>
              <a:cxn ang="0">
                <a:pos x="T0" y="T1"/>
              </a:cxn>
              <a:cxn ang="0">
                <a:pos x="T2" y="T3"/>
              </a:cxn>
              <a:cxn ang="0">
                <a:pos x="T4" y="T5"/>
              </a:cxn>
              <a:cxn ang="0">
                <a:pos x="T6" y="T7"/>
              </a:cxn>
              <a:cxn ang="0">
                <a:pos x="T8" y="T9"/>
              </a:cxn>
              <a:cxn ang="0">
                <a:pos x="T10" y="T11"/>
              </a:cxn>
              <a:cxn ang="0">
                <a:pos x="T12" y="T13"/>
              </a:cxn>
            </a:cxnLst>
            <a:rect l="0" t="0" r="r" b="b"/>
            <a:pathLst>
              <a:path w="758" h="652">
                <a:moveTo>
                  <a:pt x="191" y="652"/>
                </a:moveTo>
                <a:lnTo>
                  <a:pt x="0" y="326"/>
                </a:lnTo>
                <a:lnTo>
                  <a:pt x="191" y="0"/>
                </a:lnTo>
                <a:lnTo>
                  <a:pt x="567" y="0"/>
                </a:lnTo>
                <a:lnTo>
                  <a:pt x="758" y="326"/>
                </a:lnTo>
                <a:lnTo>
                  <a:pt x="567" y="652"/>
                </a:lnTo>
                <a:lnTo>
                  <a:pt x="191" y="652"/>
                </a:lnTo>
                <a:close/>
              </a:path>
            </a:pathLst>
          </a:custGeom>
          <a:solidFill>
            <a:srgbClr val="046A38"/>
          </a:solidFill>
          <a:ln w="12700" cap="flat">
            <a:solidFill>
              <a:schemeClr val="bg1"/>
            </a:solidFill>
            <a:prstDash val="solid"/>
            <a:miter lim="800000"/>
            <a:headEnd/>
            <a:tailEnd/>
          </a:ln>
        </p:spPr>
        <p:txBody>
          <a:bodyPr vert="horz" wrap="square" lIns="91370" tIns="45685" rIns="91370" bIns="45685" numCol="1" anchor="ctr" anchorCtr="0" compatLnSpc="1">
            <a:prstTxWarp prst="textNoShape">
              <a:avLst/>
            </a:prstTxWarp>
          </a:bodyPr>
          <a:lstStyle/>
          <a:p>
            <a:pPr algn="ctr">
              <a:spcBef>
                <a:spcPts val="600"/>
              </a:spcBef>
              <a:buSzPct val="100000"/>
            </a:pPr>
            <a:r>
              <a:rPr lang="en-US" sz="1500" b="1" dirty="0">
                <a:solidFill>
                  <a:schemeClr val="bg1"/>
                </a:solidFill>
              </a:rPr>
              <a:t>Task 1 </a:t>
            </a:r>
          </a:p>
          <a:p>
            <a:pPr algn="ctr">
              <a:spcBef>
                <a:spcPts val="600"/>
              </a:spcBef>
              <a:buSzPct val="100000"/>
            </a:pPr>
            <a:r>
              <a:rPr lang="en-US" sz="1500" b="1" dirty="0">
                <a:solidFill>
                  <a:schemeClr val="bg1"/>
                </a:solidFill>
              </a:rPr>
              <a:t>(</a:t>
            </a:r>
            <a:r>
              <a:rPr lang="en-US" sz="1500" b="1" dirty="0" err="1">
                <a:solidFill>
                  <a:schemeClr val="bg1"/>
                </a:solidFill>
              </a:rPr>
              <a:t>RfP</a:t>
            </a:r>
            <a:r>
              <a:rPr lang="en-US" sz="1500" b="1" dirty="0">
                <a:solidFill>
                  <a:schemeClr val="bg1"/>
                </a:solidFill>
              </a:rPr>
              <a:t> Ref No. 4)</a:t>
            </a:r>
          </a:p>
        </p:txBody>
      </p:sp>
      <p:sp>
        <p:nvSpPr>
          <p:cNvPr id="16" name="Freeform 11">
            <a:extLst>
              <a:ext uri="{FF2B5EF4-FFF2-40B4-BE49-F238E27FC236}">
                <a16:creationId xmlns:a16="http://schemas.microsoft.com/office/drawing/2014/main" id="{71A2BB93-9A0D-C7D5-439D-A8F2EC52E297}"/>
              </a:ext>
            </a:extLst>
          </p:cNvPr>
          <p:cNvSpPr>
            <a:spLocks/>
          </p:cNvSpPr>
          <p:nvPr/>
        </p:nvSpPr>
        <p:spPr bwMode="auto">
          <a:xfrm>
            <a:off x="879083" y="2276912"/>
            <a:ext cx="2635298" cy="954107"/>
          </a:xfrm>
          <a:custGeom>
            <a:avLst/>
            <a:gdLst>
              <a:gd name="T0" fmla="*/ 191 w 758"/>
              <a:gd name="T1" fmla="*/ 652 h 652"/>
              <a:gd name="T2" fmla="*/ 0 w 758"/>
              <a:gd name="T3" fmla="*/ 326 h 652"/>
              <a:gd name="T4" fmla="*/ 191 w 758"/>
              <a:gd name="T5" fmla="*/ 0 h 652"/>
              <a:gd name="T6" fmla="*/ 567 w 758"/>
              <a:gd name="T7" fmla="*/ 0 h 652"/>
              <a:gd name="T8" fmla="*/ 758 w 758"/>
              <a:gd name="T9" fmla="*/ 326 h 652"/>
              <a:gd name="T10" fmla="*/ 567 w 758"/>
              <a:gd name="T11" fmla="*/ 652 h 652"/>
              <a:gd name="T12" fmla="*/ 191 w 758"/>
              <a:gd name="T13" fmla="*/ 652 h 652"/>
            </a:gdLst>
            <a:ahLst/>
            <a:cxnLst>
              <a:cxn ang="0">
                <a:pos x="T0" y="T1"/>
              </a:cxn>
              <a:cxn ang="0">
                <a:pos x="T2" y="T3"/>
              </a:cxn>
              <a:cxn ang="0">
                <a:pos x="T4" y="T5"/>
              </a:cxn>
              <a:cxn ang="0">
                <a:pos x="T6" y="T7"/>
              </a:cxn>
              <a:cxn ang="0">
                <a:pos x="T8" y="T9"/>
              </a:cxn>
              <a:cxn ang="0">
                <a:pos x="T10" y="T11"/>
              </a:cxn>
              <a:cxn ang="0">
                <a:pos x="T12" y="T13"/>
              </a:cxn>
            </a:cxnLst>
            <a:rect l="0" t="0" r="r" b="b"/>
            <a:pathLst>
              <a:path w="758" h="652">
                <a:moveTo>
                  <a:pt x="191" y="652"/>
                </a:moveTo>
                <a:lnTo>
                  <a:pt x="0" y="326"/>
                </a:lnTo>
                <a:lnTo>
                  <a:pt x="191" y="0"/>
                </a:lnTo>
                <a:lnTo>
                  <a:pt x="567" y="0"/>
                </a:lnTo>
                <a:lnTo>
                  <a:pt x="758" y="326"/>
                </a:lnTo>
                <a:lnTo>
                  <a:pt x="567" y="652"/>
                </a:lnTo>
                <a:lnTo>
                  <a:pt x="191" y="652"/>
                </a:lnTo>
                <a:close/>
              </a:path>
            </a:pathLst>
          </a:custGeom>
          <a:solidFill>
            <a:srgbClr val="43B02A"/>
          </a:solidFill>
          <a:ln w="12700" cap="flat">
            <a:solidFill>
              <a:schemeClr val="bg1"/>
            </a:solidFill>
            <a:prstDash val="solid"/>
            <a:miter lim="800000"/>
            <a:headEnd/>
            <a:tailEnd/>
          </a:ln>
        </p:spPr>
        <p:txBody>
          <a:bodyPr vert="horz" wrap="square" lIns="91370" tIns="45685" rIns="91370" bIns="45685" numCol="1" anchor="ctr" anchorCtr="0" compatLnSpc="1">
            <a:prstTxWarp prst="textNoShape">
              <a:avLst/>
            </a:prstTxWarp>
          </a:bodyPr>
          <a:lstStyle/>
          <a:p>
            <a:pPr algn="ctr">
              <a:defRPr/>
            </a:pPr>
            <a:r>
              <a:rPr lang="en-US" sz="1500" b="1" dirty="0">
                <a:solidFill>
                  <a:schemeClr val="bg1"/>
                </a:solidFill>
                <a:ea typeface="ＭＳ Ｐゴシック" pitchFamily="50" charset="-128"/>
              </a:rPr>
              <a:t>Task 2 </a:t>
            </a:r>
          </a:p>
          <a:p>
            <a:pPr algn="ctr">
              <a:defRPr/>
            </a:pPr>
            <a:r>
              <a:rPr lang="en-US" sz="1500" b="1" dirty="0">
                <a:solidFill>
                  <a:schemeClr val="bg1"/>
                </a:solidFill>
                <a:ea typeface="ＭＳ Ｐゴシック" pitchFamily="50" charset="-128"/>
              </a:rPr>
              <a:t>(</a:t>
            </a:r>
            <a:r>
              <a:rPr lang="en-US" sz="1500" b="1" dirty="0" err="1">
                <a:solidFill>
                  <a:schemeClr val="bg1"/>
                </a:solidFill>
                <a:ea typeface="ＭＳ Ｐゴシック" pitchFamily="50" charset="-128"/>
              </a:rPr>
              <a:t>RfP</a:t>
            </a:r>
            <a:r>
              <a:rPr lang="en-US" sz="1500" b="1" dirty="0">
                <a:solidFill>
                  <a:schemeClr val="bg1"/>
                </a:solidFill>
                <a:ea typeface="ＭＳ Ｐゴシック" pitchFamily="50" charset="-128"/>
              </a:rPr>
              <a:t> Ref No. 4)</a:t>
            </a:r>
          </a:p>
        </p:txBody>
      </p:sp>
      <p:sp>
        <p:nvSpPr>
          <p:cNvPr id="19" name="Oval 18">
            <a:extLst>
              <a:ext uri="{FF2B5EF4-FFF2-40B4-BE49-F238E27FC236}">
                <a16:creationId xmlns:a16="http://schemas.microsoft.com/office/drawing/2014/main" id="{8A500B52-552A-2CB7-7C4C-F84B97F0BFC3}"/>
              </a:ext>
            </a:extLst>
          </p:cNvPr>
          <p:cNvSpPr/>
          <p:nvPr/>
        </p:nvSpPr>
        <p:spPr bwMode="gray">
          <a:xfrm>
            <a:off x="347449" y="1453473"/>
            <a:ext cx="411480" cy="407719"/>
          </a:xfrm>
          <a:prstGeom prst="ellipse">
            <a:avLst/>
          </a:prstGeom>
          <a:solidFill>
            <a:schemeClr val="accent2">
              <a:lumMod val="60000"/>
              <a:lumOff val="40000"/>
            </a:schemeClr>
          </a:solidFill>
          <a:ln w="19050" algn="ctr">
            <a:noFill/>
            <a:miter lim="800000"/>
            <a:headEnd/>
            <a:tailEnd/>
          </a:ln>
        </p:spPr>
        <p:txBody>
          <a:bodyPr wrap="square" lIns="88900" tIns="88900" rIns="88900" bIns="88900" rtlCol="0" anchor="ctr"/>
          <a:lstStyle/>
          <a:p>
            <a:pPr algn="ctr">
              <a:lnSpc>
                <a:spcPct val="106000"/>
              </a:lnSpc>
            </a:pPr>
            <a:endParaRPr lang="en-US" sz="1500" b="1" dirty="0">
              <a:solidFill>
                <a:schemeClr val="bg1"/>
              </a:solidFill>
            </a:endParaRPr>
          </a:p>
        </p:txBody>
      </p:sp>
      <p:sp>
        <p:nvSpPr>
          <p:cNvPr id="8" name="Oval 7">
            <a:extLst>
              <a:ext uri="{FF2B5EF4-FFF2-40B4-BE49-F238E27FC236}">
                <a16:creationId xmlns:a16="http://schemas.microsoft.com/office/drawing/2014/main" id="{64F080C3-C8C3-12F3-903C-9E0427892EF2}"/>
              </a:ext>
            </a:extLst>
          </p:cNvPr>
          <p:cNvSpPr/>
          <p:nvPr/>
        </p:nvSpPr>
        <p:spPr bwMode="gray">
          <a:xfrm>
            <a:off x="347449" y="2611396"/>
            <a:ext cx="411480" cy="407719"/>
          </a:xfrm>
          <a:prstGeom prst="ellipse">
            <a:avLst/>
          </a:prstGeom>
          <a:solidFill>
            <a:schemeClr val="accent2">
              <a:lumMod val="60000"/>
              <a:lumOff val="40000"/>
            </a:schemeClr>
          </a:solidFill>
          <a:ln w="19050" algn="ctr">
            <a:noFill/>
            <a:miter lim="800000"/>
            <a:headEnd/>
            <a:tailEnd/>
          </a:ln>
        </p:spPr>
        <p:txBody>
          <a:bodyPr wrap="square" lIns="88900" tIns="88900" rIns="88900" bIns="88900" rtlCol="0" anchor="ctr"/>
          <a:lstStyle/>
          <a:p>
            <a:pPr algn="ctr">
              <a:lnSpc>
                <a:spcPct val="106000"/>
              </a:lnSpc>
            </a:pPr>
            <a:endParaRPr lang="en-US" sz="1500" b="1" dirty="0">
              <a:solidFill>
                <a:schemeClr val="bg1"/>
              </a:solidFill>
            </a:endParaRPr>
          </a:p>
        </p:txBody>
      </p:sp>
      <p:cxnSp>
        <p:nvCxnSpPr>
          <p:cNvPr id="9" name="Straight Connector 8">
            <a:extLst>
              <a:ext uri="{FF2B5EF4-FFF2-40B4-BE49-F238E27FC236}">
                <a16:creationId xmlns:a16="http://schemas.microsoft.com/office/drawing/2014/main" id="{EC20FE8F-266C-7189-CF89-923A48413542}"/>
              </a:ext>
            </a:extLst>
          </p:cNvPr>
          <p:cNvCxnSpPr>
            <a:cxnSpLocks/>
          </p:cNvCxnSpPr>
          <p:nvPr/>
        </p:nvCxnSpPr>
        <p:spPr>
          <a:xfrm flipV="1">
            <a:off x="2759802" y="4412764"/>
            <a:ext cx="7142181" cy="15789"/>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C69940BD-B878-F371-D77B-87026567AC80}"/>
              </a:ext>
            </a:extLst>
          </p:cNvPr>
          <p:cNvSpPr txBox="1"/>
          <p:nvPr/>
        </p:nvSpPr>
        <p:spPr>
          <a:xfrm>
            <a:off x="4134159" y="4355982"/>
            <a:ext cx="3964026" cy="184666"/>
          </a:xfrm>
          <a:prstGeom prst="rect">
            <a:avLst/>
          </a:prstGeom>
          <a:solidFill>
            <a:srgbClr val="F8FCFA"/>
          </a:solidFill>
        </p:spPr>
        <p:txBody>
          <a:bodyPr wrap="square" lIns="0" tIns="0" rIns="0" bIns="0" rtlCol="0">
            <a:spAutoFit/>
          </a:bodyPr>
          <a:lstStyle/>
          <a:p>
            <a:pPr algn="ctr">
              <a:spcBef>
                <a:spcPts val="600"/>
              </a:spcBef>
              <a:buSzPct val="100000"/>
            </a:pPr>
            <a:r>
              <a:rPr lang="en-US" sz="1200" b="1" dirty="0">
                <a:solidFill>
                  <a:srgbClr val="313131"/>
                </a:solidFill>
              </a:rPr>
              <a:t>Tentative Timeline for Module B</a:t>
            </a:r>
          </a:p>
        </p:txBody>
      </p:sp>
      <p:graphicFrame>
        <p:nvGraphicFramePr>
          <p:cNvPr id="11" name="Table 10">
            <a:extLst>
              <a:ext uri="{FF2B5EF4-FFF2-40B4-BE49-F238E27FC236}">
                <a16:creationId xmlns:a16="http://schemas.microsoft.com/office/drawing/2014/main" id="{D834AFCA-1A7A-D1C6-DDD5-E1C98259EA9C}"/>
              </a:ext>
            </a:extLst>
          </p:cNvPr>
          <p:cNvGraphicFramePr>
            <a:graphicFrameLocks noGrp="1"/>
          </p:cNvGraphicFramePr>
          <p:nvPr>
            <p:extLst>
              <p:ext uri="{D42A27DB-BD31-4B8C-83A1-F6EECF244321}">
                <p14:modId xmlns:p14="http://schemas.microsoft.com/office/powerpoint/2010/main" val="2213193493"/>
              </p:ext>
            </p:extLst>
          </p:nvPr>
        </p:nvGraphicFramePr>
        <p:xfrm>
          <a:off x="606796" y="4680819"/>
          <a:ext cx="12046175" cy="1847819"/>
        </p:xfrm>
        <a:graphic>
          <a:graphicData uri="http://schemas.openxmlformats.org/drawingml/2006/table">
            <a:tbl>
              <a:tblPr/>
              <a:tblGrid>
                <a:gridCol w="557855">
                  <a:extLst>
                    <a:ext uri="{9D8B030D-6E8A-4147-A177-3AD203B41FA5}">
                      <a16:colId xmlns:a16="http://schemas.microsoft.com/office/drawing/2014/main" val="3997787473"/>
                    </a:ext>
                  </a:extLst>
                </a:gridCol>
                <a:gridCol w="1586400">
                  <a:extLst>
                    <a:ext uri="{9D8B030D-6E8A-4147-A177-3AD203B41FA5}">
                      <a16:colId xmlns:a16="http://schemas.microsoft.com/office/drawing/2014/main" val="1241785972"/>
                    </a:ext>
                  </a:extLst>
                </a:gridCol>
                <a:gridCol w="854215">
                  <a:extLst>
                    <a:ext uri="{9D8B030D-6E8A-4147-A177-3AD203B41FA5}">
                      <a16:colId xmlns:a16="http://schemas.microsoft.com/office/drawing/2014/main" val="236789621"/>
                    </a:ext>
                  </a:extLst>
                </a:gridCol>
                <a:gridCol w="2109389">
                  <a:extLst>
                    <a:ext uri="{9D8B030D-6E8A-4147-A177-3AD203B41FA5}">
                      <a16:colId xmlns:a16="http://schemas.microsoft.com/office/drawing/2014/main" val="1337971542"/>
                    </a:ext>
                  </a:extLst>
                </a:gridCol>
                <a:gridCol w="296360">
                  <a:extLst>
                    <a:ext uri="{9D8B030D-6E8A-4147-A177-3AD203B41FA5}">
                      <a16:colId xmlns:a16="http://schemas.microsoft.com/office/drawing/2014/main" val="949842678"/>
                    </a:ext>
                  </a:extLst>
                </a:gridCol>
                <a:gridCol w="287644">
                  <a:extLst>
                    <a:ext uri="{9D8B030D-6E8A-4147-A177-3AD203B41FA5}">
                      <a16:colId xmlns:a16="http://schemas.microsoft.com/office/drawing/2014/main" val="1457325801"/>
                    </a:ext>
                  </a:extLst>
                </a:gridCol>
                <a:gridCol w="261494">
                  <a:extLst>
                    <a:ext uri="{9D8B030D-6E8A-4147-A177-3AD203B41FA5}">
                      <a16:colId xmlns:a16="http://schemas.microsoft.com/office/drawing/2014/main" val="3799157564"/>
                    </a:ext>
                  </a:extLst>
                </a:gridCol>
                <a:gridCol w="287644">
                  <a:extLst>
                    <a:ext uri="{9D8B030D-6E8A-4147-A177-3AD203B41FA5}">
                      <a16:colId xmlns:a16="http://schemas.microsoft.com/office/drawing/2014/main" val="1365631297"/>
                    </a:ext>
                  </a:extLst>
                </a:gridCol>
                <a:gridCol w="287644">
                  <a:extLst>
                    <a:ext uri="{9D8B030D-6E8A-4147-A177-3AD203B41FA5}">
                      <a16:colId xmlns:a16="http://schemas.microsoft.com/office/drawing/2014/main" val="1692727604"/>
                    </a:ext>
                  </a:extLst>
                </a:gridCol>
                <a:gridCol w="270211">
                  <a:extLst>
                    <a:ext uri="{9D8B030D-6E8A-4147-A177-3AD203B41FA5}">
                      <a16:colId xmlns:a16="http://schemas.microsoft.com/office/drawing/2014/main" val="1027172190"/>
                    </a:ext>
                  </a:extLst>
                </a:gridCol>
                <a:gridCol w="278927">
                  <a:extLst>
                    <a:ext uri="{9D8B030D-6E8A-4147-A177-3AD203B41FA5}">
                      <a16:colId xmlns:a16="http://schemas.microsoft.com/office/drawing/2014/main" val="931573873"/>
                    </a:ext>
                  </a:extLst>
                </a:gridCol>
                <a:gridCol w="287644">
                  <a:extLst>
                    <a:ext uri="{9D8B030D-6E8A-4147-A177-3AD203B41FA5}">
                      <a16:colId xmlns:a16="http://schemas.microsoft.com/office/drawing/2014/main" val="1526082268"/>
                    </a:ext>
                  </a:extLst>
                </a:gridCol>
                <a:gridCol w="270211">
                  <a:extLst>
                    <a:ext uri="{9D8B030D-6E8A-4147-A177-3AD203B41FA5}">
                      <a16:colId xmlns:a16="http://schemas.microsoft.com/office/drawing/2014/main" val="3523045698"/>
                    </a:ext>
                  </a:extLst>
                </a:gridCol>
                <a:gridCol w="313793">
                  <a:extLst>
                    <a:ext uri="{9D8B030D-6E8A-4147-A177-3AD203B41FA5}">
                      <a16:colId xmlns:a16="http://schemas.microsoft.com/office/drawing/2014/main" val="3636627705"/>
                    </a:ext>
                  </a:extLst>
                </a:gridCol>
                <a:gridCol w="313793">
                  <a:extLst>
                    <a:ext uri="{9D8B030D-6E8A-4147-A177-3AD203B41FA5}">
                      <a16:colId xmlns:a16="http://schemas.microsoft.com/office/drawing/2014/main" val="1664395290"/>
                    </a:ext>
                  </a:extLst>
                </a:gridCol>
                <a:gridCol w="313793">
                  <a:extLst>
                    <a:ext uri="{9D8B030D-6E8A-4147-A177-3AD203B41FA5}">
                      <a16:colId xmlns:a16="http://schemas.microsoft.com/office/drawing/2014/main" val="1899007186"/>
                    </a:ext>
                  </a:extLst>
                </a:gridCol>
                <a:gridCol w="296360">
                  <a:extLst>
                    <a:ext uri="{9D8B030D-6E8A-4147-A177-3AD203B41FA5}">
                      <a16:colId xmlns:a16="http://schemas.microsoft.com/office/drawing/2014/main" val="839694160"/>
                    </a:ext>
                  </a:extLst>
                </a:gridCol>
                <a:gridCol w="287644">
                  <a:extLst>
                    <a:ext uri="{9D8B030D-6E8A-4147-A177-3AD203B41FA5}">
                      <a16:colId xmlns:a16="http://schemas.microsoft.com/office/drawing/2014/main" val="2065585567"/>
                    </a:ext>
                  </a:extLst>
                </a:gridCol>
                <a:gridCol w="261494">
                  <a:extLst>
                    <a:ext uri="{9D8B030D-6E8A-4147-A177-3AD203B41FA5}">
                      <a16:colId xmlns:a16="http://schemas.microsoft.com/office/drawing/2014/main" val="2184666657"/>
                    </a:ext>
                  </a:extLst>
                </a:gridCol>
                <a:gridCol w="287644">
                  <a:extLst>
                    <a:ext uri="{9D8B030D-6E8A-4147-A177-3AD203B41FA5}">
                      <a16:colId xmlns:a16="http://schemas.microsoft.com/office/drawing/2014/main" val="4192215472"/>
                    </a:ext>
                  </a:extLst>
                </a:gridCol>
                <a:gridCol w="287644">
                  <a:extLst>
                    <a:ext uri="{9D8B030D-6E8A-4147-A177-3AD203B41FA5}">
                      <a16:colId xmlns:a16="http://schemas.microsoft.com/office/drawing/2014/main" val="4139181519"/>
                    </a:ext>
                  </a:extLst>
                </a:gridCol>
                <a:gridCol w="270211">
                  <a:extLst>
                    <a:ext uri="{9D8B030D-6E8A-4147-A177-3AD203B41FA5}">
                      <a16:colId xmlns:a16="http://schemas.microsoft.com/office/drawing/2014/main" val="1972980389"/>
                    </a:ext>
                  </a:extLst>
                </a:gridCol>
                <a:gridCol w="278927">
                  <a:extLst>
                    <a:ext uri="{9D8B030D-6E8A-4147-A177-3AD203B41FA5}">
                      <a16:colId xmlns:a16="http://schemas.microsoft.com/office/drawing/2014/main" val="3801553395"/>
                    </a:ext>
                  </a:extLst>
                </a:gridCol>
                <a:gridCol w="287644">
                  <a:extLst>
                    <a:ext uri="{9D8B030D-6E8A-4147-A177-3AD203B41FA5}">
                      <a16:colId xmlns:a16="http://schemas.microsoft.com/office/drawing/2014/main" val="3762445144"/>
                    </a:ext>
                  </a:extLst>
                </a:gridCol>
                <a:gridCol w="270211">
                  <a:extLst>
                    <a:ext uri="{9D8B030D-6E8A-4147-A177-3AD203B41FA5}">
                      <a16:colId xmlns:a16="http://schemas.microsoft.com/office/drawing/2014/main" val="647100475"/>
                    </a:ext>
                  </a:extLst>
                </a:gridCol>
                <a:gridCol w="313793">
                  <a:extLst>
                    <a:ext uri="{9D8B030D-6E8A-4147-A177-3AD203B41FA5}">
                      <a16:colId xmlns:a16="http://schemas.microsoft.com/office/drawing/2014/main" val="1921558985"/>
                    </a:ext>
                  </a:extLst>
                </a:gridCol>
                <a:gridCol w="313793">
                  <a:extLst>
                    <a:ext uri="{9D8B030D-6E8A-4147-A177-3AD203B41FA5}">
                      <a16:colId xmlns:a16="http://schemas.microsoft.com/office/drawing/2014/main" val="1527670010"/>
                    </a:ext>
                  </a:extLst>
                </a:gridCol>
                <a:gridCol w="313793">
                  <a:extLst>
                    <a:ext uri="{9D8B030D-6E8A-4147-A177-3AD203B41FA5}">
                      <a16:colId xmlns:a16="http://schemas.microsoft.com/office/drawing/2014/main" val="3859563646"/>
                    </a:ext>
                  </a:extLst>
                </a:gridCol>
              </a:tblGrid>
              <a:tr h="90684">
                <a:tc rowSpan="3">
                  <a:txBody>
                    <a:bodyPr/>
                    <a:lstStyle/>
                    <a:p>
                      <a:pPr algn="ctr" fontAlgn="ctr"/>
                      <a:r>
                        <a:rPr lang="en-US" sz="1200" b="1" i="0" u="none" strike="noStrike" dirty="0" err="1">
                          <a:solidFill>
                            <a:srgbClr val="FFFFFF"/>
                          </a:solidFill>
                          <a:effectLst/>
                          <a:latin typeface="Verdana" panose="020B0604030504040204" pitchFamily="34" charset="0"/>
                        </a:rPr>
                        <a:t>Sl</a:t>
                      </a:r>
                      <a:r>
                        <a:rPr lang="en-US" sz="1200" b="1" i="0" u="none" strike="noStrike" dirty="0">
                          <a:solidFill>
                            <a:srgbClr val="FFFFFF"/>
                          </a:solidFill>
                          <a:effectLst/>
                          <a:latin typeface="Verdana" panose="020B0604030504040204" pitchFamily="34" charset="0"/>
                        </a:rPr>
                        <a:t> No</a:t>
                      </a:r>
                    </a:p>
                  </a:txBody>
                  <a:tcPr marL="6350" marR="6350" marT="6350"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solidFill>
                  </a:tcPr>
                </a:tc>
                <a:tc rowSpan="3">
                  <a:txBody>
                    <a:bodyPr/>
                    <a:lstStyle/>
                    <a:p>
                      <a:pPr algn="ctr" fontAlgn="ctr"/>
                      <a:r>
                        <a:rPr lang="en-US" sz="1200" b="1" i="0" u="none" strike="noStrike" dirty="0">
                          <a:solidFill>
                            <a:srgbClr val="FFFFFF"/>
                          </a:solidFill>
                          <a:effectLst/>
                          <a:latin typeface="Verdana" panose="020B0604030504040204" pitchFamily="34" charset="0"/>
                        </a:rPr>
                        <a:t>Module &amp; Task Reference</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solidFill>
                  </a:tcPr>
                </a:tc>
                <a:tc rowSpan="3">
                  <a:txBody>
                    <a:bodyPr/>
                    <a:lstStyle/>
                    <a:p>
                      <a:pPr algn="ctr" fontAlgn="ctr"/>
                      <a:r>
                        <a:rPr lang="en-US" sz="1200" b="1" i="0" u="none" strike="noStrike" dirty="0">
                          <a:solidFill>
                            <a:srgbClr val="FFFFFF"/>
                          </a:solidFill>
                          <a:effectLst/>
                          <a:latin typeface="Verdana" panose="020B0604030504040204" pitchFamily="34" charset="0"/>
                        </a:rPr>
                        <a:t>RFP Ref.</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solidFill>
                  </a:tcPr>
                </a:tc>
                <a:tc rowSpan="3">
                  <a:txBody>
                    <a:bodyPr/>
                    <a:lstStyle/>
                    <a:p>
                      <a:pPr algn="ctr" fontAlgn="ctr"/>
                      <a:r>
                        <a:rPr lang="en-US" sz="1200" b="1" i="0" u="none" strike="noStrike" dirty="0">
                          <a:solidFill>
                            <a:srgbClr val="FFFFFF"/>
                          </a:solidFill>
                          <a:effectLst/>
                          <a:latin typeface="Verdana" panose="020B0604030504040204" pitchFamily="34" charset="0"/>
                        </a:rPr>
                        <a:t>Task</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solidFill>
                  </a:tcPr>
                </a:tc>
                <a:tc gridSpan="12">
                  <a:txBody>
                    <a:bodyPr/>
                    <a:lstStyle/>
                    <a:p>
                      <a:pPr algn="ctr" fontAlgn="ctr"/>
                      <a:r>
                        <a:rPr lang="en-US" sz="1200" b="1" i="0" u="none" strike="noStrike" dirty="0">
                          <a:solidFill>
                            <a:srgbClr val="000000"/>
                          </a:solidFill>
                          <a:effectLst/>
                          <a:latin typeface="Verdana" panose="020B0604030504040204" pitchFamily="34" charset="0"/>
                        </a:rPr>
                        <a:t>Year 1</a:t>
                      </a:r>
                    </a:p>
                  </a:txBody>
                  <a:tcPr marL="6350" marR="6350" marT="6350" marB="0" anchor="ctr">
                    <a:lnL>
                      <a:noFill/>
                    </a:lnL>
                    <a:lnR>
                      <a:noFill/>
                    </a:lnR>
                    <a:lnT w="12700" cap="flat" cmpd="sng" algn="ctr">
                      <a:solidFill>
                        <a:schemeClr val="tx1"/>
                      </a:solidFill>
                      <a:prstDash val="solid"/>
                      <a:round/>
                      <a:headEnd type="none" w="med" len="med"/>
                      <a:tailEnd type="none" w="med" len="med"/>
                    </a:lnT>
                    <a:lnB>
                      <a:noFill/>
                    </a:lnB>
                    <a:solidFill>
                      <a:srgbClr val="92D05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12">
                  <a:txBody>
                    <a:bodyPr/>
                    <a:lstStyle/>
                    <a:p>
                      <a:pPr algn="ctr" fontAlgn="ctr"/>
                      <a:r>
                        <a:rPr lang="en-US" sz="1200" b="1" i="0" u="none" strike="noStrike" dirty="0">
                          <a:solidFill>
                            <a:srgbClr val="000000"/>
                          </a:solidFill>
                          <a:effectLst/>
                          <a:latin typeface="Verdana" panose="020B0604030504040204" pitchFamily="34" charset="0"/>
                        </a:rPr>
                        <a:t>Year 2</a:t>
                      </a:r>
                    </a:p>
                  </a:txBody>
                  <a:tcPr marL="6350" marR="6350" marT="635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rgbClr val="00B0F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252309562"/>
                  </a:ext>
                </a:extLst>
              </a:tr>
              <a:tr h="90684">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r>
                        <a:rPr lang="en-US" sz="900" b="1" i="0" u="none" strike="noStrike" dirty="0">
                          <a:solidFill>
                            <a:srgbClr val="000000"/>
                          </a:solidFill>
                          <a:effectLst/>
                          <a:latin typeface="Verdana" panose="020B0604030504040204" pitchFamily="34" charset="0"/>
                        </a:rPr>
                        <a:t>M1</a:t>
                      </a:r>
                    </a:p>
                  </a:txBody>
                  <a:tcPr marL="6350" marR="6350" marT="6350"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M2</a:t>
                      </a:r>
                    </a:p>
                  </a:txBody>
                  <a:tcPr marL="6350" marR="6350" marT="6350"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M3</a:t>
                      </a:r>
                    </a:p>
                  </a:txBody>
                  <a:tcPr marL="6350" marR="6350" marT="6350"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M4</a:t>
                      </a:r>
                    </a:p>
                  </a:txBody>
                  <a:tcPr marL="6350" marR="6350" marT="6350"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M5</a:t>
                      </a:r>
                    </a:p>
                  </a:txBody>
                  <a:tcPr marL="6350" marR="6350" marT="6350"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M6</a:t>
                      </a:r>
                    </a:p>
                  </a:txBody>
                  <a:tcPr marL="6350" marR="6350" marT="6350"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M7</a:t>
                      </a:r>
                    </a:p>
                  </a:txBody>
                  <a:tcPr marL="6350" marR="6350" marT="6350"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M8</a:t>
                      </a:r>
                    </a:p>
                  </a:txBody>
                  <a:tcPr marL="6350" marR="6350" marT="6350"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M9</a:t>
                      </a:r>
                    </a:p>
                  </a:txBody>
                  <a:tcPr marL="6350" marR="6350" marT="6350"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M10</a:t>
                      </a:r>
                    </a:p>
                  </a:txBody>
                  <a:tcPr marL="6350" marR="6350" marT="6350"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M11</a:t>
                      </a:r>
                    </a:p>
                  </a:txBody>
                  <a:tcPr marL="6350" marR="6350" marT="6350"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M12</a:t>
                      </a:r>
                    </a:p>
                  </a:txBody>
                  <a:tcPr marL="6350" marR="6350" marT="6350" marB="0" anchor="ctr">
                    <a:lnL>
                      <a:noFill/>
                    </a:lnL>
                    <a:lnR>
                      <a:noFill/>
                    </a:lnR>
                    <a:lnT>
                      <a:noFill/>
                    </a:lnT>
                    <a:lnB>
                      <a:noFill/>
                    </a:lnB>
                    <a:noFill/>
                  </a:tcPr>
                </a:tc>
                <a:tc>
                  <a:txBody>
                    <a:bodyPr/>
                    <a:lstStyle/>
                    <a:p>
                      <a:pPr algn="ctr" fontAlgn="ctr"/>
                      <a:r>
                        <a:rPr lang="en-US" sz="900" b="1" i="0" u="none" strike="noStrike" dirty="0">
                          <a:solidFill>
                            <a:srgbClr val="000000"/>
                          </a:solidFill>
                          <a:effectLst/>
                          <a:latin typeface="Verdana" panose="020B0604030504040204" pitchFamily="34" charset="0"/>
                        </a:rPr>
                        <a:t>M1</a:t>
                      </a:r>
                    </a:p>
                  </a:txBody>
                  <a:tcPr marL="6350" marR="6350" marT="6350"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M2</a:t>
                      </a:r>
                    </a:p>
                  </a:txBody>
                  <a:tcPr marL="6350" marR="6350" marT="6350"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M3</a:t>
                      </a:r>
                    </a:p>
                  </a:txBody>
                  <a:tcPr marL="6350" marR="6350" marT="6350"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M4</a:t>
                      </a:r>
                    </a:p>
                  </a:txBody>
                  <a:tcPr marL="6350" marR="6350" marT="6350"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M5</a:t>
                      </a:r>
                    </a:p>
                  </a:txBody>
                  <a:tcPr marL="6350" marR="6350" marT="6350"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M6</a:t>
                      </a:r>
                    </a:p>
                  </a:txBody>
                  <a:tcPr marL="6350" marR="6350" marT="6350"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M7</a:t>
                      </a:r>
                    </a:p>
                  </a:txBody>
                  <a:tcPr marL="6350" marR="6350" marT="6350"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M8</a:t>
                      </a:r>
                    </a:p>
                  </a:txBody>
                  <a:tcPr marL="6350" marR="6350" marT="6350"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M9</a:t>
                      </a:r>
                    </a:p>
                  </a:txBody>
                  <a:tcPr marL="6350" marR="6350" marT="6350"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M10</a:t>
                      </a:r>
                    </a:p>
                  </a:txBody>
                  <a:tcPr marL="6350" marR="6350" marT="6350"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M11</a:t>
                      </a:r>
                    </a:p>
                  </a:txBody>
                  <a:tcPr marL="6350" marR="6350" marT="6350"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M12</a:t>
                      </a:r>
                    </a:p>
                  </a:txBody>
                  <a:tcPr marL="6350" marR="6350" marT="6350" marB="0" anchor="ctr">
                    <a:lnL>
                      <a:noFill/>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3742022080"/>
                  </a:ext>
                </a:extLst>
              </a:tr>
              <a:tr h="90684">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r>
                        <a:rPr lang="en-US" sz="900" b="1" i="0" u="none" strike="noStrike">
                          <a:solidFill>
                            <a:srgbClr val="A6A6A6"/>
                          </a:solidFill>
                          <a:effectLst/>
                          <a:latin typeface="Verdana" panose="020B0604030504040204" pitchFamily="34" charset="0"/>
                        </a:rPr>
                        <a:t>Aug</a:t>
                      </a:r>
                    </a:p>
                  </a:txBody>
                  <a:tcPr marL="6350" marR="6350" marT="635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Sep</a:t>
                      </a:r>
                    </a:p>
                  </a:txBody>
                  <a:tcPr marL="6350" marR="6350" marT="635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Oct</a:t>
                      </a:r>
                    </a:p>
                  </a:txBody>
                  <a:tcPr marL="6350" marR="6350" marT="635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Nov</a:t>
                      </a:r>
                    </a:p>
                  </a:txBody>
                  <a:tcPr marL="6350" marR="6350" marT="635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Dec</a:t>
                      </a:r>
                    </a:p>
                  </a:txBody>
                  <a:tcPr marL="6350" marR="6350" marT="635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Jan</a:t>
                      </a:r>
                    </a:p>
                  </a:txBody>
                  <a:tcPr marL="6350" marR="6350" marT="635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Feb</a:t>
                      </a:r>
                    </a:p>
                  </a:txBody>
                  <a:tcPr marL="6350" marR="6350" marT="635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Mar</a:t>
                      </a:r>
                    </a:p>
                  </a:txBody>
                  <a:tcPr marL="6350" marR="6350" marT="635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Apr</a:t>
                      </a:r>
                    </a:p>
                  </a:txBody>
                  <a:tcPr marL="6350" marR="6350" marT="635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May</a:t>
                      </a:r>
                    </a:p>
                  </a:txBody>
                  <a:tcPr marL="6350" marR="6350" marT="635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Jun</a:t>
                      </a:r>
                    </a:p>
                  </a:txBody>
                  <a:tcPr marL="6350" marR="6350" marT="635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Jul</a:t>
                      </a:r>
                    </a:p>
                  </a:txBody>
                  <a:tcPr marL="6350" marR="6350" marT="635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Aug</a:t>
                      </a:r>
                    </a:p>
                  </a:txBody>
                  <a:tcPr marL="6350" marR="6350" marT="635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Sep</a:t>
                      </a:r>
                    </a:p>
                  </a:txBody>
                  <a:tcPr marL="6350" marR="6350" marT="635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Oct</a:t>
                      </a:r>
                    </a:p>
                  </a:txBody>
                  <a:tcPr marL="6350" marR="6350" marT="635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Nov</a:t>
                      </a:r>
                    </a:p>
                  </a:txBody>
                  <a:tcPr marL="6350" marR="6350" marT="635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Dec</a:t>
                      </a:r>
                    </a:p>
                  </a:txBody>
                  <a:tcPr marL="6350" marR="6350" marT="635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Jan</a:t>
                      </a:r>
                    </a:p>
                  </a:txBody>
                  <a:tcPr marL="6350" marR="6350" marT="635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Feb</a:t>
                      </a:r>
                    </a:p>
                  </a:txBody>
                  <a:tcPr marL="6350" marR="6350" marT="635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Mar</a:t>
                      </a:r>
                    </a:p>
                  </a:txBody>
                  <a:tcPr marL="6350" marR="6350" marT="635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Apr</a:t>
                      </a:r>
                    </a:p>
                  </a:txBody>
                  <a:tcPr marL="6350" marR="6350" marT="635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May</a:t>
                      </a:r>
                    </a:p>
                  </a:txBody>
                  <a:tcPr marL="6350" marR="6350" marT="635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Jun</a:t>
                      </a:r>
                    </a:p>
                  </a:txBody>
                  <a:tcPr marL="6350" marR="6350" marT="635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Jul</a:t>
                      </a:r>
                    </a:p>
                  </a:txBody>
                  <a:tcPr marL="6350" marR="6350" marT="6350" marB="0"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2189546"/>
                  </a:ext>
                </a:extLst>
              </a:tr>
              <a:tr h="267908">
                <a:tc>
                  <a:txBody>
                    <a:bodyPr/>
                    <a:lstStyle/>
                    <a:p>
                      <a:pPr algn="ctr" fontAlgn="ctr"/>
                      <a:r>
                        <a:rPr lang="en-US" sz="1200" b="0" i="0" u="none" strike="noStrike" dirty="0">
                          <a:solidFill>
                            <a:srgbClr val="000000"/>
                          </a:solidFill>
                          <a:effectLst/>
                          <a:latin typeface="Verdana" panose="020B0604030504040204" pitchFamily="34" charset="0"/>
                        </a:rPr>
                        <a:t>1</a:t>
                      </a:r>
                    </a:p>
                  </a:txBody>
                  <a:tcPr marL="6350" marR="6350" marT="6350"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Verdana" panose="020B0604030504040204" pitchFamily="34" charset="0"/>
                        </a:rPr>
                        <a:t>Mod. B, Task 1</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Verdana" panose="020B0604030504040204" pitchFamily="34" charset="0"/>
                        </a:rPr>
                        <a:t>4</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b="0" i="0" u="none" strike="noStrike" dirty="0">
                          <a:solidFill>
                            <a:srgbClr val="000000"/>
                          </a:solidFill>
                          <a:effectLst/>
                          <a:latin typeface="Verdana" panose="020B0604030504040204" pitchFamily="34" charset="0"/>
                        </a:rPr>
                        <a:t>Need Assessment and onboarding of Implementation partner</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50" b="1" i="0" u="none" strike="noStrike" dirty="0">
                          <a:solidFill>
                            <a:srgbClr val="A6A6A6"/>
                          </a:solidFill>
                          <a:effectLst/>
                          <a:latin typeface="Verdana" panose="020B0604030504040204" pitchFamily="34" charset="0"/>
                        </a:rPr>
                        <a:t> </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1050" b="1" i="0" u="none" strike="noStrike" dirty="0">
                          <a:solidFill>
                            <a:srgbClr val="A6A6A6"/>
                          </a:solidFill>
                          <a:effectLst/>
                          <a:latin typeface="Verdana" panose="020B0604030504040204" pitchFamily="34" charset="0"/>
                        </a:rPr>
                        <a:t> </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1050" b="1" i="0" u="none" strike="noStrike" dirty="0">
                          <a:solidFill>
                            <a:srgbClr val="A6A6A6"/>
                          </a:solidFill>
                          <a:effectLst/>
                          <a:latin typeface="Verdana" panose="020B0604030504040204" pitchFamily="34" charset="0"/>
                        </a:rPr>
                        <a:t> </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1050" b="1" i="0" u="none" strike="noStrike" dirty="0">
                          <a:solidFill>
                            <a:srgbClr val="A6A6A6"/>
                          </a:solidFill>
                          <a:effectLst/>
                          <a:latin typeface="Verdana" panose="020B0604030504040204" pitchFamily="34" charset="0"/>
                        </a:rPr>
                        <a:t> </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1050" b="1" i="0" u="none" strike="noStrike" dirty="0">
                          <a:solidFill>
                            <a:srgbClr val="A6A6A6"/>
                          </a:solidFill>
                          <a:effectLst/>
                          <a:latin typeface="Verdana" panose="020B0604030504040204" pitchFamily="34" charset="0"/>
                        </a:rPr>
                        <a:t> </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1050" b="1" i="0" u="none" strike="noStrike" dirty="0">
                          <a:solidFill>
                            <a:srgbClr val="A6A6A6"/>
                          </a:solidFill>
                          <a:effectLst/>
                          <a:latin typeface="Verdana" panose="020B0604030504040204" pitchFamily="34" charset="0"/>
                        </a:rPr>
                        <a:t> </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1050" b="1" i="0" u="none" strike="noStrike" dirty="0">
                          <a:solidFill>
                            <a:srgbClr val="A6A6A6"/>
                          </a:solidFill>
                          <a:effectLst/>
                          <a:latin typeface="Verdana" panose="020B0604030504040204" pitchFamily="34" charset="0"/>
                        </a:rPr>
                        <a:t> </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1050" b="1" i="0" u="none" strike="noStrike" dirty="0">
                          <a:solidFill>
                            <a:srgbClr val="A6A6A6"/>
                          </a:solidFill>
                          <a:effectLst/>
                          <a:latin typeface="Verdana" panose="020B0604030504040204" pitchFamily="34" charset="0"/>
                        </a:rPr>
                        <a:t> </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1050" b="1" i="0" u="none" strike="noStrike" dirty="0">
                          <a:solidFill>
                            <a:srgbClr val="A6A6A6"/>
                          </a:solidFill>
                          <a:effectLst/>
                          <a:latin typeface="Verdana" panose="020B0604030504040204" pitchFamily="34" charset="0"/>
                        </a:rPr>
                        <a:t> </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6350" marR="6350" marT="635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13117024"/>
                  </a:ext>
                </a:extLst>
              </a:tr>
              <a:tr h="179627">
                <a:tc>
                  <a:txBody>
                    <a:bodyPr/>
                    <a:lstStyle/>
                    <a:p>
                      <a:pPr algn="ctr" fontAlgn="ctr"/>
                      <a:r>
                        <a:rPr lang="en-US" sz="1200" b="0" i="0" u="none" strike="noStrike" dirty="0">
                          <a:solidFill>
                            <a:srgbClr val="000000"/>
                          </a:solidFill>
                          <a:effectLst/>
                          <a:latin typeface="Verdana" panose="020B0604030504040204" pitchFamily="34" charset="0"/>
                        </a:rPr>
                        <a:t>2</a:t>
                      </a:r>
                    </a:p>
                  </a:txBody>
                  <a:tcPr marL="6350" marR="6350" marT="6350"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Verdana" panose="020B0604030504040204" pitchFamily="34" charset="0"/>
                        </a:rPr>
                        <a:t>Mod. B, Task 2a</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Verdana" panose="020B0604030504040204" pitchFamily="34" charset="0"/>
                        </a:rPr>
                        <a:t>4</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b="0" i="0" u="none" strike="noStrike" dirty="0">
                          <a:solidFill>
                            <a:srgbClr val="000000"/>
                          </a:solidFill>
                          <a:effectLst/>
                          <a:latin typeface="Verdana" panose="020B0604030504040204" pitchFamily="34" charset="0"/>
                        </a:rPr>
                        <a:t>Implementation of RIMS and DMS</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50" b="1" i="0" u="none" strike="noStrike" dirty="0">
                          <a:solidFill>
                            <a:srgbClr val="A6A6A6"/>
                          </a:solidFill>
                          <a:effectLst/>
                          <a:latin typeface="Verdana" panose="020B0604030504040204" pitchFamily="34" charset="0"/>
                        </a:rPr>
                        <a:t> </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1050" b="1" i="0" u="none" strike="noStrike" dirty="0">
                          <a:solidFill>
                            <a:srgbClr val="A6A6A6"/>
                          </a:solidFill>
                          <a:effectLst/>
                          <a:latin typeface="Verdana" panose="020B0604030504040204" pitchFamily="34" charset="0"/>
                        </a:rPr>
                        <a:t> </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1050" b="1" i="0" u="none" strike="noStrike" dirty="0">
                          <a:solidFill>
                            <a:srgbClr val="A6A6A6"/>
                          </a:solidFill>
                          <a:effectLst/>
                          <a:latin typeface="Verdana" panose="020B0604030504040204" pitchFamily="34" charset="0"/>
                        </a:rPr>
                        <a:t> </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1050" b="1" i="0" u="none" strike="noStrike" dirty="0">
                          <a:solidFill>
                            <a:srgbClr val="A6A6A6"/>
                          </a:solidFill>
                          <a:effectLst/>
                          <a:latin typeface="Verdana" panose="020B0604030504040204" pitchFamily="34" charset="0"/>
                        </a:rPr>
                        <a:t> </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1050" b="1" i="0" u="none" strike="noStrike" dirty="0">
                          <a:solidFill>
                            <a:srgbClr val="A6A6A6"/>
                          </a:solidFill>
                          <a:effectLst/>
                          <a:latin typeface="Verdana" panose="020B0604030504040204" pitchFamily="34" charset="0"/>
                        </a:rPr>
                        <a:t> </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1050" b="1" i="0" u="none" strike="noStrike" dirty="0">
                          <a:solidFill>
                            <a:srgbClr val="A6A6A6"/>
                          </a:solidFill>
                          <a:effectLst/>
                          <a:latin typeface="Verdana" panose="020B0604030504040204" pitchFamily="34" charset="0"/>
                        </a:rPr>
                        <a:t> </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1050" b="1" i="0" u="none" strike="noStrike" dirty="0">
                          <a:solidFill>
                            <a:srgbClr val="A6A6A6"/>
                          </a:solidFill>
                          <a:effectLst/>
                          <a:latin typeface="Verdana" panose="020B0604030504040204" pitchFamily="34" charset="0"/>
                        </a:rPr>
                        <a:t> </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1050" b="1" i="0" u="none" strike="noStrike" dirty="0">
                          <a:solidFill>
                            <a:srgbClr val="A6A6A6"/>
                          </a:solidFill>
                          <a:effectLst/>
                          <a:latin typeface="Verdana" panose="020B0604030504040204" pitchFamily="34" charset="0"/>
                        </a:rPr>
                        <a:t> </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1050" b="1" i="0" u="none" strike="noStrike" dirty="0">
                          <a:solidFill>
                            <a:srgbClr val="A6A6A6"/>
                          </a:solidFill>
                          <a:effectLst/>
                          <a:latin typeface="Verdana" panose="020B0604030504040204" pitchFamily="34" charset="0"/>
                        </a:rPr>
                        <a:t> </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1050" b="1" i="0" u="none" strike="noStrike" dirty="0">
                          <a:solidFill>
                            <a:srgbClr val="A6A6A6"/>
                          </a:solidFill>
                          <a:effectLst/>
                          <a:latin typeface="Verdana" panose="020B0604030504040204" pitchFamily="34" charset="0"/>
                        </a:rPr>
                        <a:t> </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1050" b="1" i="0" u="none" strike="noStrike" dirty="0">
                          <a:solidFill>
                            <a:srgbClr val="A6A6A6"/>
                          </a:solidFill>
                          <a:effectLst/>
                          <a:latin typeface="Verdana" panose="020B0604030504040204" pitchFamily="34" charset="0"/>
                        </a:rPr>
                        <a:t> </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1050" b="1" i="0" u="none" strike="noStrike" dirty="0">
                          <a:solidFill>
                            <a:srgbClr val="A6A6A6"/>
                          </a:solidFill>
                          <a:effectLst/>
                          <a:latin typeface="Verdana" panose="020B0604030504040204" pitchFamily="34" charset="0"/>
                        </a:rPr>
                        <a:t> </a:t>
                      </a:r>
                    </a:p>
                  </a:txBody>
                  <a:tcPr marL="6350" marR="6350" marT="635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extLst>
                  <a:ext uri="{0D108BD9-81ED-4DB2-BD59-A6C34878D82A}">
                    <a16:rowId xmlns:a16="http://schemas.microsoft.com/office/drawing/2014/main" val="3653804503"/>
                  </a:ext>
                </a:extLst>
              </a:tr>
              <a:tr h="444469">
                <a:tc>
                  <a:txBody>
                    <a:bodyPr/>
                    <a:lstStyle/>
                    <a:p>
                      <a:pPr algn="ctr" fontAlgn="ctr"/>
                      <a:r>
                        <a:rPr lang="en-US" sz="1200" b="0" i="0" u="none" strike="noStrike" dirty="0">
                          <a:solidFill>
                            <a:srgbClr val="963634"/>
                          </a:solidFill>
                          <a:effectLst/>
                          <a:latin typeface="Verdana" panose="020B0604030504040204" pitchFamily="34" charset="0"/>
                        </a:rPr>
                        <a:t>3</a:t>
                      </a:r>
                    </a:p>
                  </a:txBody>
                  <a:tcPr marL="6350" marR="6350" marT="6350"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963634"/>
                          </a:solidFill>
                          <a:effectLst/>
                          <a:latin typeface="Verdana" panose="020B0604030504040204" pitchFamily="34" charset="0"/>
                        </a:rPr>
                        <a:t>Mod. B, Task 2b</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963634"/>
                          </a:solidFill>
                          <a:effectLst/>
                          <a:latin typeface="Verdana" panose="020B0604030504040204" pitchFamily="34" charset="0"/>
                        </a:rPr>
                        <a:t>4</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b="0" i="0" u="none" strike="noStrike" dirty="0">
                          <a:solidFill>
                            <a:srgbClr val="963634"/>
                          </a:solidFill>
                          <a:effectLst/>
                          <a:latin typeface="Verdana" panose="020B0604030504040204" pitchFamily="34" charset="0"/>
                        </a:rPr>
                        <a:t>Post implementation support</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4">
                  <a:txBody>
                    <a:bodyPr/>
                    <a:lstStyle/>
                    <a:p>
                      <a:pPr algn="l" fontAlgn="ctr"/>
                      <a:r>
                        <a:rPr lang="en-US" sz="1050" b="0" i="0" u="none" strike="noStrike" dirty="0">
                          <a:solidFill>
                            <a:srgbClr val="FFFFFF"/>
                          </a:solidFill>
                          <a:effectLst/>
                          <a:latin typeface="Verdana" panose="020B0604030504040204" pitchFamily="34" charset="0"/>
                        </a:rPr>
                        <a:t>Task to be taken up in Year 3 onwards</a:t>
                      </a:r>
                    </a:p>
                  </a:txBody>
                  <a:tcPr marL="6350" marR="6350" marT="635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0808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997964279"/>
                  </a:ext>
                </a:extLst>
              </a:tr>
            </a:tbl>
          </a:graphicData>
        </a:graphic>
      </p:graphicFrame>
      <p:sp>
        <p:nvSpPr>
          <p:cNvPr id="14" name="TextBox 13">
            <a:extLst>
              <a:ext uri="{FF2B5EF4-FFF2-40B4-BE49-F238E27FC236}">
                <a16:creationId xmlns:a16="http://schemas.microsoft.com/office/drawing/2014/main" id="{11683BF7-2DD4-B899-3C58-961C3976F710}"/>
              </a:ext>
            </a:extLst>
          </p:cNvPr>
          <p:cNvSpPr txBox="1"/>
          <p:nvPr/>
        </p:nvSpPr>
        <p:spPr>
          <a:xfrm>
            <a:off x="11177628" y="4229500"/>
            <a:ext cx="1733860" cy="461665"/>
          </a:xfrm>
          <a:prstGeom prst="rect">
            <a:avLst/>
          </a:prstGeom>
          <a:noFill/>
        </p:spPr>
        <p:txBody>
          <a:bodyPr wrap="square">
            <a:spAutoFit/>
          </a:bodyPr>
          <a:lstStyle/>
          <a:p>
            <a:pPr algn="ctr"/>
            <a:r>
              <a:rPr lang="en-US" sz="1200" b="0" i="1" u="none" strike="noStrike" dirty="0">
                <a:solidFill>
                  <a:srgbClr val="963634"/>
                </a:solidFill>
                <a:effectLst/>
                <a:latin typeface="Verdana" panose="020B0604030504040204" pitchFamily="34" charset="0"/>
              </a:rPr>
              <a:t>To be Taken Up in Year 3 onwards</a:t>
            </a:r>
            <a:endParaRPr lang="en-US" sz="1200" i="1" dirty="0"/>
          </a:p>
        </p:txBody>
      </p:sp>
    </p:spTree>
    <p:extLst>
      <p:ext uri="{BB962C8B-B14F-4D97-AF65-F5344CB8AC3E}">
        <p14:creationId xmlns:p14="http://schemas.microsoft.com/office/powerpoint/2010/main" val="453736816"/>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a:extLst>
            <a:ext uri="{FF2B5EF4-FFF2-40B4-BE49-F238E27FC236}">
              <a16:creationId xmlns:a16="http://schemas.microsoft.com/office/drawing/2014/main" id="{5BFA64A0-36B4-84FD-5332-0B5D411BB23B}"/>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D45B2480-45D9-EF41-3C70-4795C7B72AAB}"/>
              </a:ext>
            </a:extLst>
          </p:cNvPr>
          <p:cNvGraphicFramePr>
            <a:graphicFrameLocks noChangeAspect="1"/>
          </p:cNvGraphicFramePr>
          <p:nvPr>
            <p:custDataLst>
              <p:tags r:id="rId1"/>
            </p:custDataLst>
            <p:extLst>
              <p:ext uri="{D42A27DB-BD31-4B8C-83A1-F6EECF244321}">
                <p14:modId xmlns:p14="http://schemas.microsoft.com/office/powerpoint/2010/main" val="271682578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D45B2480-45D9-EF41-3C70-4795C7B72AA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Title 2">
            <a:extLst>
              <a:ext uri="{FF2B5EF4-FFF2-40B4-BE49-F238E27FC236}">
                <a16:creationId xmlns:a16="http://schemas.microsoft.com/office/drawing/2014/main" id="{97BB1C49-B46B-1EBA-1582-1336FED33A28}"/>
              </a:ext>
            </a:extLst>
          </p:cNvPr>
          <p:cNvSpPr>
            <a:spLocks noGrp="1"/>
          </p:cNvSpPr>
          <p:nvPr>
            <p:ph type="title"/>
          </p:nvPr>
        </p:nvSpPr>
        <p:spPr>
          <a:xfrm>
            <a:off x="396779" y="3412986"/>
            <a:ext cx="12309107" cy="368439"/>
          </a:xfrm>
        </p:spPr>
        <p:txBody>
          <a:bodyPr vert="horz"/>
          <a:lstStyle/>
          <a:p>
            <a:r>
              <a:rPr lang="en-US" sz="4000" b="1" dirty="0">
                <a:solidFill>
                  <a:schemeClr val="bg1"/>
                </a:solidFill>
              </a:rPr>
              <a:t>Module C: Training and Capacity Building</a:t>
            </a:r>
          </a:p>
        </p:txBody>
      </p:sp>
    </p:spTree>
    <p:extLst>
      <p:ext uri="{BB962C8B-B14F-4D97-AF65-F5344CB8AC3E}">
        <p14:creationId xmlns:p14="http://schemas.microsoft.com/office/powerpoint/2010/main" val="3767140104"/>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BAF57-939E-C943-9287-0C63772CA033}"/>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3F9100A4-E67A-93CA-8324-A604595E48FA}"/>
              </a:ext>
            </a:extLst>
          </p:cNvPr>
          <p:cNvGraphicFramePr>
            <a:graphicFrameLocks noChangeAspect="1"/>
          </p:cNvGraphicFramePr>
          <p:nvPr>
            <p:custDataLst>
              <p:tags r:id="rId1"/>
            </p:custDataLst>
            <p:extLst>
              <p:ext uri="{D42A27DB-BD31-4B8C-83A1-F6EECF244321}">
                <p14:modId xmlns:p14="http://schemas.microsoft.com/office/powerpoint/2010/main" val="38751932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3F9100A4-E67A-93CA-8324-A604595E48F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D0A86418-43A9-5290-D2DA-2CCA128A2551}"/>
              </a:ext>
            </a:extLst>
          </p:cNvPr>
          <p:cNvSpPr>
            <a:spLocks noGrp="1"/>
          </p:cNvSpPr>
          <p:nvPr>
            <p:ph type="title"/>
          </p:nvPr>
        </p:nvSpPr>
        <p:spPr/>
        <p:txBody>
          <a:bodyPr vert="horz"/>
          <a:lstStyle/>
          <a:p>
            <a:r>
              <a:rPr lang="en-US" dirty="0"/>
              <a:t>Module C: Training and Capacity Building (1/3)</a:t>
            </a:r>
            <a:br>
              <a:rPr lang="en-US" dirty="0"/>
            </a:br>
            <a:endParaRPr lang="en-US" dirty="0"/>
          </a:p>
        </p:txBody>
      </p:sp>
      <p:sp>
        <p:nvSpPr>
          <p:cNvPr id="24" name="Oval 23">
            <a:extLst>
              <a:ext uri="{FF2B5EF4-FFF2-40B4-BE49-F238E27FC236}">
                <a16:creationId xmlns:a16="http://schemas.microsoft.com/office/drawing/2014/main" id="{B7070501-A4B5-AB4E-4B1E-D4F99C9A536D}"/>
              </a:ext>
            </a:extLst>
          </p:cNvPr>
          <p:cNvSpPr/>
          <p:nvPr/>
        </p:nvSpPr>
        <p:spPr bwMode="gray">
          <a:xfrm>
            <a:off x="11523643" y="1191033"/>
            <a:ext cx="1252728" cy="560911"/>
          </a:xfrm>
          <a:prstGeom prst="ellipse">
            <a:avLst/>
          </a:prstGeom>
          <a:solidFill>
            <a:schemeClr val="accent3">
              <a:lumMod val="20000"/>
              <a:lumOff val="80000"/>
            </a:schemeClr>
          </a:solidFill>
          <a:ln w="19050" algn="ctr">
            <a:solidFill>
              <a:schemeClr val="tx1"/>
            </a:solidFill>
            <a:prstDash val="lgDash"/>
            <a:miter lim="800000"/>
            <a:headEnd/>
            <a:tailEnd/>
          </a:ln>
        </p:spPr>
        <p:txBody>
          <a:bodyPr wrap="square" lIns="88900" tIns="88900" rIns="88900" bIns="88900" rtlCol="0" anchor="ctr"/>
          <a:lstStyle/>
          <a:p>
            <a:pPr algn="ctr">
              <a:lnSpc>
                <a:spcPct val="106000"/>
              </a:lnSpc>
              <a:buFont typeface="Wingdings 2" pitchFamily="18" charset="2"/>
              <a:buNone/>
            </a:pPr>
            <a:r>
              <a:rPr lang="en-US" sz="1300" b="1" i="1" dirty="0"/>
              <a:t>10 Days</a:t>
            </a:r>
          </a:p>
        </p:txBody>
      </p:sp>
      <p:sp>
        <p:nvSpPr>
          <p:cNvPr id="43" name="TextBox 42">
            <a:extLst>
              <a:ext uri="{FF2B5EF4-FFF2-40B4-BE49-F238E27FC236}">
                <a16:creationId xmlns:a16="http://schemas.microsoft.com/office/drawing/2014/main" id="{1E9C7C03-FA47-7C2B-F3EF-06FBE18751A0}"/>
              </a:ext>
            </a:extLst>
          </p:cNvPr>
          <p:cNvSpPr txBox="1"/>
          <p:nvPr/>
        </p:nvSpPr>
        <p:spPr>
          <a:xfrm>
            <a:off x="3635565" y="1157387"/>
            <a:ext cx="6762520" cy="1354217"/>
          </a:xfrm>
          <a:prstGeom prst="rect">
            <a:avLst/>
          </a:prstGeom>
          <a:solidFill>
            <a:srgbClr val="FFFFFF"/>
          </a:solidFill>
        </p:spPr>
        <p:txBody>
          <a:bodyPr wrap="square" lIns="0" tIns="0" rIns="0" bIns="0" rtlCol="0">
            <a:spAutoFit/>
          </a:bodyPr>
          <a:lstStyle/>
          <a:p>
            <a:pPr algn="just">
              <a:spcBef>
                <a:spcPts val="600"/>
              </a:spcBef>
              <a:buSzPct val="100000"/>
            </a:pPr>
            <a:r>
              <a:rPr lang="en-US" sz="1600" b="1" dirty="0">
                <a:solidFill>
                  <a:srgbClr val="004F59"/>
                </a:solidFill>
              </a:rPr>
              <a:t>General Concepts of Power Sector Regulatory Framework (Twice in a Year)</a:t>
            </a:r>
            <a:endParaRPr lang="en-US" sz="1500" b="1" dirty="0">
              <a:solidFill>
                <a:srgbClr val="004F59"/>
              </a:solidFill>
            </a:endParaRPr>
          </a:p>
          <a:p>
            <a:pPr marL="171450" indent="-171450" algn="just">
              <a:buSzPct val="100000"/>
              <a:buFont typeface="Arial" panose="020B0604020202020204" pitchFamily="34" charset="0"/>
              <a:buChar char="•"/>
            </a:pPr>
            <a:r>
              <a:rPr lang="en-US" sz="1400" i="1" dirty="0">
                <a:solidFill>
                  <a:srgbClr val="313131"/>
                </a:solidFill>
              </a:rPr>
              <a:t>Basics in the theory and practice of economic regulation for licensees; system &amp; market operators, evolution of regulation, market power</a:t>
            </a:r>
          </a:p>
          <a:p>
            <a:pPr marL="171450" indent="-171450" algn="just">
              <a:buSzPct val="100000"/>
              <a:buFont typeface="Arial" panose="020B0604020202020204" pitchFamily="34" charset="0"/>
              <a:buChar char="•"/>
            </a:pPr>
            <a:r>
              <a:rPr lang="en-US" sz="1400" i="1" dirty="0">
                <a:solidFill>
                  <a:srgbClr val="313131"/>
                </a:solidFill>
              </a:rPr>
              <a:t>Power sector models, types of markets</a:t>
            </a:r>
          </a:p>
          <a:p>
            <a:pPr marL="171450" indent="-171450" algn="just">
              <a:buSzPct val="100000"/>
              <a:buFont typeface="Arial" panose="020B0604020202020204" pitchFamily="34" charset="0"/>
              <a:buChar char="•"/>
            </a:pPr>
            <a:r>
              <a:rPr lang="en-US" sz="1400" i="1" dirty="0">
                <a:solidFill>
                  <a:srgbClr val="313131"/>
                </a:solidFill>
              </a:rPr>
              <a:t>Basics of Tariff determination Methodology and concepts</a:t>
            </a:r>
          </a:p>
        </p:txBody>
      </p:sp>
      <p:sp>
        <p:nvSpPr>
          <p:cNvPr id="53" name="TextBox 52">
            <a:extLst>
              <a:ext uri="{FF2B5EF4-FFF2-40B4-BE49-F238E27FC236}">
                <a16:creationId xmlns:a16="http://schemas.microsoft.com/office/drawing/2014/main" id="{1EE49A4F-4064-AEA8-4C61-AA4E692EB5E4}"/>
              </a:ext>
            </a:extLst>
          </p:cNvPr>
          <p:cNvSpPr txBox="1"/>
          <p:nvPr/>
        </p:nvSpPr>
        <p:spPr>
          <a:xfrm>
            <a:off x="3635565" y="2582541"/>
            <a:ext cx="7403336" cy="892552"/>
          </a:xfrm>
          <a:prstGeom prst="rect">
            <a:avLst/>
          </a:prstGeom>
          <a:noFill/>
        </p:spPr>
        <p:txBody>
          <a:bodyPr wrap="square" lIns="0" tIns="0" rIns="0" bIns="0" rtlCol="0">
            <a:spAutoFit/>
          </a:bodyPr>
          <a:lstStyle/>
          <a:p>
            <a:pPr algn="just">
              <a:spcBef>
                <a:spcPts val="600"/>
              </a:spcBef>
              <a:buSzPct val="100000"/>
            </a:pPr>
            <a:r>
              <a:rPr lang="en-US" sz="1600" b="1" dirty="0">
                <a:solidFill>
                  <a:srgbClr val="0D0D0D"/>
                </a:solidFill>
              </a:rPr>
              <a:t>Technical Trainings</a:t>
            </a:r>
            <a:endParaRPr lang="en-US" sz="1500" b="1" dirty="0">
              <a:solidFill>
                <a:srgbClr val="0D0D0D"/>
              </a:solidFill>
            </a:endParaRPr>
          </a:p>
          <a:p>
            <a:pPr marL="171450" indent="-171450" algn="just">
              <a:buSzPct val="100000"/>
              <a:buFont typeface="Arial" panose="020B0604020202020204" pitchFamily="34" charset="0"/>
              <a:buChar char="•"/>
            </a:pPr>
            <a:r>
              <a:rPr lang="en-US" sz="1400" i="1" dirty="0">
                <a:solidFill>
                  <a:srgbClr val="313131"/>
                </a:solidFill>
              </a:rPr>
              <a:t>Technical standards</a:t>
            </a:r>
          </a:p>
          <a:p>
            <a:pPr marL="171450" indent="-171450" algn="just">
              <a:buSzPct val="100000"/>
              <a:buFont typeface="Arial" panose="020B0604020202020204" pitchFamily="34" charset="0"/>
              <a:buChar char="•"/>
            </a:pPr>
            <a:r>
              <a:rPr lang="en-US" sz="1400" i="1" dirty="0">
                <a:solidFill>
                  <a:srgbClr val="313131"/>
                </a:solidFill>
              </a:rPr>
              <a:t>Basics of T&amp;D, grid planning and operation</a:t>
            </a:r>
          </a:p>
          <a:p>
            <a:pPr marL="171450" indent="-171450" algn="just">
              <a:buSzPct val="100000"/>
              <a:buFont typeface="Arial" panose="020B0604020202020204" pitchFamily="34" charset="0"/>
              <a:buChar char="•"/>
            </a:pPr>
            <a:r>
              <a:rPr lang="en-US" sz="1400" i="1" dirty="0">
                <a:solidFill>
                  <a:srgbClr val="313131"/>
                </a:solidFill>
              </a:rPr>
              <a:t>System analysis and planning for G,T,D; Merit Order Dispatch</a:t>
            </a:r>
          </a:p>
        </p:txBody>
      </p:sp>
      <p:sp>
        <p:nvSpPr>
          <p:cNvPr id="54" name="Oval 53">
            <a:extLst>
              <a:ext uri="{FF2B5EF4-FFF2-40B4-BE49-F238E27FC236}">
                <a16:creationId xmlns:a16="http://schemas.microsoft.com/office/drawing/2014/main" id="{CB990458-04D8-7D60-20EC-79F34A5415C1}"/>
              </a:ext>
            </a:extLst>
          </p:cNvPr>
          <p:cNvSpPr/>
          <p:nvPr/>
        </p:nvSpPr>
        <p:spPr bwMode="gray">
          <a:xfrm>
            <a:off x="11523643" y="2639222"/>
            <a:ext cx="1252728" cy="560911"/>
          </a:xfrm>
          <a:prstGeom prst="ellipse">
            <a:avLst/>
          </a:prstGeom>
          <a:solidFill>
            <a:schemeClr val="accent3">
              <a:lumMod val="20000"/>
              <a:lumOff val="80000"/>
            </a:schemeClr>
          </a:solidFill>
          <a:ln w="19050" algn="ctr">
            <a:solidFill>
              <a:schemeClr val="tx1"/>
            </a:solidFill>
            <a:prstDash val="lgDash"/>
            <a:miter lim="800000"/>
            <a:headEnd/>
            <a:tailEnd/>
          </a:ln>
        </p:spPr>
        <p:txBody>
          <a:bodyPr wrap="square" lIns="88900" tIns="88900" rIns="88900" bIns="88900" rtlCol="0" anchor="ctr"/>
          <a:lstStyle/>
          <a:p>
            <a:pPr algn="ctr">
              <a:lnSpc>
                <a:spcPct val="106000"/>
              </a:lnSpc>
              <a:buFont typeface="Wingdings 2" pitchFamily="18" charset="2"/>
              <a:buNone/>
            </a:pPr>
            <a:r>
              <a:rPr lang="en-US" sz="1300" b="1" i="1" dirty="0"/>
              <a:t>TBD</a:t>
            </a:r>
          </a:p>
        </p:txBody>
      </p:sp>
      <p:sp>
        <p:nvSpPr>
          <p:cNvPr id="55" name="TextBox 54">
            <a:extLst>
              <a:ext uri="{FF2B5EF4-FFF2-40B4-BE49-F238E27FC236}">
                <a16:creationId xmlns:a16="http://schemas.microsoft.com/office/drawing/2014/main" id="{BB7F03D6-520C-DB2B-19A5-1BEDD54F02AD}"/>
              </a:ext>
            </a:extLst>
          </p:cNvPr>
          <p:cNvSpPr txBox="1"/>
          <p:nvPr/>
        </p:nvSpPr>
        <p:spPr>
          <a:xfrm>
            <a:off x="3688812" y="3864502"/>
            <a:ext cx="6709273" cy="1107996"/>
          </a:xfrm>
          <a:prstGeom prst="rect">
            <a:avLst/>
          </a:prstGeom>
          <a:noFill/>
        </p:spPr>
        <p:txBody>
          <a:bodyPr wrap="square" lIns="0" tIns="0" rIns="0" bIns="0" rtlCol="0">
            <a:spAutoFit/>
          </a:bodyPr>
          <a:lstStyle/>
          <a:p>
            <a:pPr algn="just">
              <a:spcBef>
                <a:spcPts val="600"/>
              </a:spcBef>
              <a:buSzPct val="100000"/>
            </a:pPr>
            <a:r>
              <a:rPr lang="en-US" sz="1600" b="1" dirty="0">
                <a:solidFill>
                  <a:srgbClr val="009A44"/>
                </a:solidFill>
              </a:rPr>
              <a:t>Functioning of ERC and Rule Making</a:t>
            </a:r>
            <a:endParaRPr lang="en-US" sz="1500" b="1" dirty="0">
              <a:solidFill>
                <a:srgbClr val="009A44"/>
              </a:solidFill>
            </a:endParaRPr>
          </a:p>
          <a:p>
            <a:pPr marL="171450" indent="-171450" algn="just">
              <a:buSzPct val="100000"/>
              <a:buFont typeface="Arial" panose="020B0604020202020204" pitchFamily="34" charset="0"/>
              <a:buChar char="•"/>
            </a:pPr>
            <a:r>
              <a:rPr lang="en-US" sz="1400" i="1" dirty="0">
                <a:solidFill>
                  <a:srgbClr val="313131"/>
                </a:solidFill>
              </a:rPr>
              <a:t>Communication strategy and processes</a:t>
            </a:r>
          </a:p>
          <a:p>
            <a:pPr marL="171450" indent="-171450" algn="just">
              <a:buSzPct val="100000"/>
              <a:buFont typeface="Arial" panose="020B0604020202020204" pitchFamily="34" charset="0"/>
              <a:buChar char="•"/>
            </a:pPr>
            <a:r>
              <a:rPr lang="en-US" sz="1400" i="1" dirty="0">
                <a:solidFill>
                  <a:srgbClr val="313131"/>
                </a:solidFill>
              </a:rPr>
              <a:t>Development of rules, practices, processes</a:t>
            </a:r>
          </a:p>
          <a:p>
            <a:pPr marL="171450" indent="-171450" algn="just">
              <a:buSzPct val="100000"/>
              <a:buFont typeface="Arial" panose="020B0604020202020204" pitchFamily="34" charset="0"/>
              <a:buChar char="•"/>
            </a:pPr>
            <a:r>
              <a:rPr lang="en-US" sz="1400" i="1" dirty="0">
                <a:solidFill>
                  <a:srgbClr val="313131"/>
                </a:solidFill>
              </a:rPr>
              <a:t>PPA, conflict management; Grid code</a:t>
            </a:r>
          </a:p>
          <a:p>
            <a:pPr marL="171450" indent="-171450" algn="just">
              <a:buSzPct val="100000"/>
              <a:buFont typeface="Arial" panose="020B0604020202020204" pitchFamily="34" charset="0"/>
              <a:buChar char="•"/>
            </a:pPr>
            <a:r>
              <a:rPr lang="en-US" sz="1400" i="1" dirty="0">
                <a:solidFill>
                  <a:srgbClr val="313131"/>
                </a:solidFill>
              </a:rPr>
              <a:t>Technical knowledge for Monitoring &amp; Evaluation</a:t>
            </a:r>
          </a:p>
        </p:txBody>
      </p:sp>
      <p:sp>
        <p:nvSpPr>
          <p:cNvPr id="56" name="Oval 55">
            <a:extLst>
              <a:ext uri="{FF2B5EF4-FFF2-40B4-BE49-F238E27FC236}">
                <a16:creationId xmlns:a16="http://schemas.microsoft.com/office/drawing/2014/main" id="{6848B79C-854E-C1C5-2820-68E97B042518}"/>
              </a:ext>
            </a:extLst>
          </p:cNvPr>
          <p:cNvSpPr/>
          <p:nvPr/>
        </p:nvSpPr>
        <p:spPr bwMode="gray">
          <a:xfrm>
            <a:off x="11523643" y="3876701"/>
            <a:ext cx="1252728" cy="560911"/>
          </a:xfrm>
          <a:prstGeom prst="ellipse">
            <a:avLst/>
          </a:prstGeom>
          <a:solidFill>
            <a:schemeClr val="accent3">
              <a:lumMod val="20000"/>
              <a:lumOff val="80000"/>
            </a:schemeClr>
          </a:solidFill>
          <a:ln w="19050" algn="ctr">
            <a:solidFill>
              <a:schemeClr val="tx1"/>
            </a:solidFill>
            <a:prstDash val="lgDash"/>
            <a:miter lim="800000"/>
            <a:headEnd/>
            <a:tailEnd/>
          </a:ln>
        </p:spPr>
        <p:txBody>
          <a:bodyPr wrap="square" lIns="88900" tIns="88900" rIns="88900" bIns="88900" rtlCol="0" anchor="ctr"/>
          <a:lstStyle/>
          <a:p>
            <a:pPr algn="ctr">
              <a:lnSpc>
                <a:spcPct val="106000"/>
              </a:lnSpc>
              <a:buFont typeface="Wingdings 2" pitchFamily="18" charset="2"/>
              <a:buNone/>
            </a:pPr>
            <a:r>
              <a:rPr lang="en-US" sz="1300" b="1" i="1" dirty="0"/>
              <a:t>10 Days</a:t>
            </a:r>
          </a:p>
        </p:txBody>
      </p:sp>
      <p:sp>
        <p:nvSpPr>
          <p:cNvPr id="62" name="TextBox 61">
            <a:extLst>
              <a:ext uri="{FF2B5EF4-FFF2-40B4-BE49-F238E27FC236}">
                <a16:creationId xmlns:a16="http://schemas.microsoft.com/office/drawing/2014/main" id="{AA6CEEA6-4256-E2D7-EE6A-02F90331BA1C}"/>
              </a:ext>
            </a:extLst>
          </p:cNvPr>
          <p:cNvSpPr txBox="1"/>
          <p:nvPr/>
        </p:nvSpPr>
        <p:spPr>
          <a:xfrm>
            <a:off x="3688812" y="5384892"/>
            <a:ext cx="7669578" cy="1538883"/>
          </a:xfrm>
          <a:prstGeom prst="rect">
            <a:avLst/>
          </a:prstGeom>
          <a:noFill/>
        </p:spPr>
        <p:txBody>
          <a:bodyPr wrap="square" lIns="0" tIns="0" rIns="0" bIns="0" rtlCol="0">
            <a:spAutoFit/>
          </a:bodyPr>
          <a:lstStyle/>
          <a:p>
            <a:pPr algn="just">
              <a:spcBef>
                <a:spcPts val="600"/>
              </a:spcBef>
              <a:buSzPct val="100000"/>
            </a:pPr>
            <a:r>
              <a:rPr lang="en-US" sz="1600" b="1" dirty="0">
                <a:solidFill>
                  <a:srgbClr val="000000"/>
                </a:solidFill>
              </a:rPr>
              <a:t>Tariff Frameworks and Tariff Setting Methodology</a:t>
            </a:r>
            <a:endParaRPr lang="en-US" sz="1500" b="1" dirty="0">
              <a:solidFill>
                <a:srgbClr val="000000"/>
              </a:solidFill>
            </a:endParaRPr>
          </a:p>
          <a:p>
            <a:pPr marL="171450" indent="-171450" algn="just">
              <a:buSzPct val="100000"/>
              <a:buFont typeface="Arial" panose="020B0604020202020204" pitchFamily="34" charset="0"/>
              <a:buChar char="•"/>
            </a:pPr>
            <a:r>
              <a:rPr lang="en-US" sz="1400" i="1" dirty="0">
                <a:solidFill>
                  <a:srgbClr val="313131"/>
                </a:solidFill>
              </a:rPr>
              <a:t>Development of tariff methodologies and the associated processes</a:t>
            </a:r>
          </a:p>
          <a:p>
            <a:pPr marL="171450" indent="-171450" algn="just">
              <a:buSzPct val="100000"/>
              <a:buFont typeface="Arial" panose="020B0604020202020204" pitchFamily="34" charset="0"/>
              <a:buChar char="•"/>
            </a:pPr>
            <a:r>
              <a:rPr lang="en-US" sz="1400" i="1" dirty="0">
                <a:solidFill>
                  <a:srgbClr val="313131"/>
                </a:solidFill>
              </a:rPr>
              <a:t>Tariff design and evaluation; tariff modeling and analysis.</a:t>
            </a:r>
          </a:p>
          <a:p>
            <a:pPr marL="171450" indent="-171450" algn="just">
              <a:buSzPct val="100000"/>
              <a:buFont typeface="Arial" panose="020B0604020202020204" pitchFamily="34" charset="0"/>
              <a:buChar char="•"/>
            </a:pPr>
            <a:r>
              <a:rPr lang="en-US" sz="1400" i="1" dirty="0">
                <a:solidFill>
                  <a:srgbClr val="313131"/>
                </a:solidFill>
              </a:rPr>
              <a:t>Regulatory accounting, utility finance &amp; accounting</a:t>
            </a:r>
          </a:p>
          <a:p>
            <a:pPr marL="171450" indent="-171450" algn="just">
              <a:buSzPct val="100000"/>
              <a:buFont typeface="Arial" panose="020B0604020202020204" pitchFamily="34" charset="0"/>
              <a:buChar char="•"/>
            </a:pPr>
            <a:r>
              <a:rPr lang="en-US" sz="1400" i="1" dirty="0">
                <a:solidFill>
                  <a:srgbClr val="313131"/>
                </a:solidFill>
              </a:rPr>
              <a:t>Consumer </a:t>
            </a:r>
            <a:r>
              <a:rPr lang="en-US" sz="1400" i="1" dirty="0" err="1">
                <a:solidFill>
                  <a:srgbClr val="313131"/>
                </a:solidFill>
              </a:rPr>
              <a:t>behaviour</a:t>
            </a:r>
            <a:r>
              <a:rPr lang="en-US" sz="1400" i="1" dirty="0">
                <a:solidFill>
                  <a:srgbClr val="313131"/>
                </a:solidFill>
              </a:rPr>
              <a:t>, trends </a:t>
            </a:r>
          </a:p>
          <a:p>
            <a:pPr marL="171450" indent="-171450" algn="just">
              <a:buSzPct val="100000"/>
              <a:buFont typeface="Arial" panose="020B0604020202020204" pitchFamily="34" charset="0"/>
              <a:buChar char="•"/>
            </a:pPr>
            <a:r>
              <a:rPr lang="en-US" sz="1400" i="1" dirty="0">
                <a:solidFill>
                  <a:srgbClr val="313131"/>
                </a:solidFill>
              </a:rPr>
              <a:t>Theory and practice of performance-based regulation; incentives</a:t>
            </a:r>
          </a:p>
          <a:p>
            <a:pPr marL="171450" indent="-171450" algn="just">
              <a:buSzPct val="100000"/>
              <a:buFont typeface="Arial" panose="020B0604020202020204" pitchFamily="34" charset="0"/>
              <a:buChar char="•"/>
            </a:pPr>
            <a:r>
              <a:rPr lang="en-US" sz="1400" i="1" dirty="0">
                <a:solidFill>
                  <a:srgbClr val="313131"/>
                </a:solidFill>
              </a:rPr>
              <a:t>Design and implementation of performance incentive mechanisms (PIMs) </a:t>
            </a:r>
            <a:r>
              <a:rPr lang="en-US" sz="1400" i="1" dirty="0" err="1">
                <a:solidFill>
                  <a:srgbClr val="313131"/>
                </a:solidFill>
              </a:rPr>
              <a:t>etc</a:t>
            </a:r>
            <a:endParaRPr lang="en-US" sz="1400" i="1" dirty="0">
              <a:solidFill>
                <a:srgbClr val="313131"/>
              </a:solidFill>
            </a:endParaRPr>
          </a:p>
        </p:txBody>
      </p:sp>
      <p:sp>
        <p:nvSpPr>
          <p:cNvPr id="63" name="Oval 62">
            <a:extLst>
              <a:ext uri="{FF2B5EF4-FFF2-40B4-BE49-F238E27FC236}">
                <a16:creationId xmlns:a16="http://schemas.microsoft.com/office/drawing/2014/main" id="{88867C12-E54B-BEBD-2520-CD31B8C6327C}"/>
              </a:ext>
            </a:extLst>
          </p:cNvPr>
          <p:cNvSpPr/>
          <p:nvPr/>
        </p:nvSpPr>
        <p:spPr bwMode="gray">
          <a:xfrm>
            <a:off x="9572182" y="6942824"/>
            <a:ext cx="411480" cy="407719"/>
          </a:xfrm>
          <a:prstGeom prst="ellipse">
            <a:avLst/>
          </a:prstGeom>
          <a:solidFill>
            <a:srgbClr val="18F689"/>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64" name="TextBox 63">
            <a:extLst>
              <a:ext uri="{FF2B5EF4-FFF2-40B4-BE49-F238E27FC236}">
                <a16:creationId xmlns:a16="http://schemas.microsoft.com/office/drawing/2014/main" id="{FE7BA4F3-CB89-DD6E-6801-A8E5FBA47735}"/>
              </a:ext>
            </a:extLst>
          </p:cNvPr>
          <p:cNvSpPr txBox="1"/>
          <p:nvPr/>
        </p:nvSpPr>
        <p:spPr>
          <a:xfrm>
            <a:off x="10058398" y="7080862"/>
            <a:ext cx="2594576" cy="153888"/>
          </a:xfrm>
          <a:prstGeom prst="rect">
            <a:avLst/>
          </a:prstGeom>
          <a:noFill/>
        </p:spPr>
        <p:txBody>
          <a:bodyPr wrap="square" lIns="0" tIns="0" rIns="0" bIns="0" rtlCol="0">
            <a:spAutoFit/>
          </a:bodyPr>
          <a:lstStyle/>
          <a:p>
            <a:pPr>
              <a:spcBef>
                <a:spcPts val="600"/>
              </a:spcBef>
              <a:buSzPct val="100000"/>
            </a:pPr>
            <a:r>
              <a:rPr lang="en-US" sz="1000" i="1" dirty="0">
                <a:solidFill>
                  <a:srgbClr val="313131"/>
                </a:solidFill>
              </a:rPr>
              <a:t>Requirement of External Support</a:t>
            </a:r>
          </a:p>
        </p:txBody>
      </p:sp>
      <p:sp>
        <p:nvSpPr>
          <p:cNvPr id="65" name="Oval 64">
            <a:extLst>
              <a:ext uri="{FF2B5EF4-FFF2-40B4-BE49-F238E27FC236}">
                <a16:creationId xmlns:a16="http://schemas.microsoft.com/office/drawing/2014/main" id="{8B3CE776-1BAE-4D8A-54B7-5C8F30F315E8}"/>
              </a:ext>
            </a:extLst>
          </p:cNvPr>
          <p:cNvSpPr/>
          <p:nvPr/>
        </p:nvSpPr>
        <p:spPr bwMode="gray">
          <a:xfrm>
            <a:off x="11523643" y="5749534"/>
            <a:ext cx="1252728" cy="560911"/>
          </a:xfrm>
          <a:prstGeom prst="ellipse">
            <a:avLst/>
          </a:prstGeom>
          <a:solidFill>
            <a:schemeClr val="accent3">
              <a:lumMod val="20000"/>
              <a:lumOff val="80000"/>
            </a:schemeClr>
          </a:solidFill>
          <a:ln w="19050" algn="ctr">
            <a:solidFill>
              <a:schemeClr val="tx1"/>
            </a:solidFill>
            <a:prstDash val="lgDash"/>
            <a:miter lim="800000"/>
            <a:headEnd/>
            <a:tailEnd/>
          </a:ln>
        </p:spPr>
        <p:txBody>
          <a:bodyPr wrap="square" lIns="88900" tIns="88900" rIns="88900" bIns="88900" rtlCol="0" anchor="ctr"/>
          <a:lstStyle/>
          <a:p>
            <a:pPr algn="ctr">
              <a:lnSpc>
                <a:spcPct val="106000"/>
              </a:lnSpc>
              <a:buFont typeface="Wingdings 2" pitchFamily="18" charset="2"/>
              <a:buNone/>
            </a:pPr>
            <a:r>
              <a:rPr lang="en-US" sz="1300" b="1" i="1" dirty="0"/>
              <a:t>11 Days</a:t>
            </a:r>
          </a:p>
        </p:txBody>
      </p:sp>
      <p:sp>
        <p:nvSpPr>
          <p:cNvPr id="12" name="Freeform 11">
            <a:extLst>
              <a:ext uri="{FF2B5EF4-FFF2-40B4-BE49-F238E27FC236}">
                <a16:creationId xmlns:a16="http://schemas.microsoft.com/office/drawing/2014/main" id="{32544908-122A-3027-CD67-6110477A9CED}"/>
              </a:ext>
            </a:extLst>
          </p:cNvPr>
          <p:cNvSpPr>
            <a:spLocks/>
          </p:cNvSpPr>
          <p:nvPr/>
        </p:nvSpPr>
        <p:spPr bwMode="auto">
          <a:xfrm>
            <a:off x="879083" y="1234066"/>
            <a:ext cx="2635298" cy="831526"/>
          </a:xfrm>
          <a:custGeom>
            <a:avLst/>
            <a:gdLst>
              <a:gd name="T0" fmla="*/ 191 w 758"/>
              <a:gd name="T1" fmla="*/ 652 h 652"/>
              <a:gd name="T2" fmla="*/ 0 w 758"/>
              <a:gd name="T3" fmla="*/ 326 h 652"/>
              <a:gd name="T4" fmla="*/ 191 w 758"/>
              <a:gd name="T5" fmla="*/ 0 h 652"/>
              <a:gd name="T6" fmla="*/ 567 w 758"/>
              <a:gd name="T7" fmla="*/ 0 h 652"/>
              <a:gd name="T8" fmla="*/ 758 w 758"/>
              <a:gd name="T9" fmla="*/ 326 h 652"/>
              <a:gd name="T10" fmla="*/ 567 w 758"/>
              <a:gd name="T11" fmla="*/ 652 h 652"/>
              <a:gd name="T12" fmla="*/ 191 w 758"/>
              <a:gd name="T13" fmla="*/ 652 h 652"/>
            </a:gdLst>
            <a:ahLst/>
            <a:cxnLst>
              <a:cxn ang="0">
                <a:pos x="T0" y="T1"/>
              </a:cxn>
              <a:cxn ang="0">
                <a:pos x="T2" y="T3"/>
              </a:cxn>
              <a:cxn ang="0">
                <a:pos x="T4" y="T5"/>
              </a:cxn>
              <a:cxn ang="0">
                <a:pos x="T6" y="T7"/>
              </a:cxn>
              <a:cxn ang="0">
                <a:pos x="T8" y="T9"/>
              </a:cxn>
              <a:cxn ang="0">
                <a:pos x="T10" y="T11"/>
              </a:cxn>
              <a:cxn ang="0">
                <a:pos x="T12" y="T13"/>
              </a:cxn>
            </a:cxnLst>
            <a:rect l="0" t="0" r="r" b="b"/>
            <a:pathLst>
              <a:path w="758" h="652">
                <a:moveTo>
                  <a:pt x="191" y="652"/>
                </a:moveTo>
                <a:lnTo>
                  <a:pt x="0" y="326"/>
                </a:lnTo>
                <a:lnTo>
                  <a:pt x="191" y="0"/>
                </a:lnTo>
                <a:lnTo>
                  <a:pt x="567" y="0"/>
                </a:lnTo>
                <a:lnTo>
                  <a:pt x="758" y="326"/>
                </a:lnTo>
                <a:lnTo>
                  <a:pt x="567" y="652"/>
                </a:lnTo>
                <a:lnTo>
                  <a:pt x="191" y="652"/>
                </a:lnTo>
                <a:close/>
              </a:path>
            </a:pathLst>
          </a:custGeom>
          <a:solidFill>
            <a:srgbClr val="004F59"/>
          </a:solidFill>
          <a:ln w="12700" cap="flat">
            <a:solidFill>
              <a:schemeClr val="bg1"/>
            </a:solidFill>
            <a:prstDash val="solid"/>
            <a:miter lim="800000"/>
            <a:headEnd/>
            <a:tailEnd/>
          </a:ln>
        </p:spPr>
        <p:txBody>
          <a:bodyPr vert="horz" wrap="square" lIns="91370" tIns="45685" rIns="91370" bIns="45685" numCol="1" anchor="ctr" anchorCtr="0" compatLnSpc="1">
            <a:prstTxWarp prst="textNoShape">
              <a:avLst/>
            </a:prstTxWarp>
          </a:bodyPr>
          <a:lstStyle/>
          <a:p>
            <a:pPr algn="ctr">
              <a:spcBef>
                <a:spcPts val="600"/>
              </a:spcBef>
              <a:buSzPct val="100000"/>
            </a:pPr>
            <a:r>
              <a:rPr lang="en-US" sz="1500" b="1" dirty="0">
                <a:solidFill>
                  <a:schemeClr val="bg1"/>
                </a:solidFill>
              </a:rPr>
              <a:t>Area 1 </a:t>
            </a:r>
          </a:p>
        </p:txBody>
      </p:sp>
      <p:sp>
        <p:nvSpPr>
          <p:cNvPr id="16" name="Freeform 11">
            <a:extLst>
              <a:ext uri="{FF2B5EF4-FFF2-40B4-BE49-F238E27FC236}">
                <a16:creationId xmlns:a16="http://schemas.microsoft.com/office/drawing/2014/main" id="{4E3E0EC8-DAD7-A0DA-C53A-B6EE5E69F532}"/>
              </a:ext>
            </a:extLst>
          </p:cNvPr>
          <p:cNvSpPr>
            <a:spLocks/>
          </p:cNvSpPr>
          <p:nvPr/>
        </p:nvSpPr>
        <p:spPr bwMode="auto">
          <a:xfrm>
            <a:off x="879083" y="2584687"/>
            <a:ext cx="2635298" cy="831526"/>
          </a:xfrm>
          <a:custGeom>
            <a:avLst/>
            <a:gdLst>
              <a:gd name="T0" fmla="*/ 191 w 758"/>
              <a:gd name="T1" fmla="*/ 652 h 652"/>
              <a:gd name="T2" fmla="*/ 0 w 758"/>
              <a:gd name="T3" fmla="*/ 326 h 652"/>
              <a:gd name="T4" fmla="*/ 191 w 758"/>
              <a:gd name="T5" fmla="*/ 0 h 652"/>
              <a:gd name="T6" fmla="*/ 567 w 758"/>
              <a:gd name="T7" fmla="*/ 0 h 652"/>
              <a:gd name="T8" fmla="*/ 758 w 758"/>
              <a:gd name="T9" fmla="*/ 326 h 652"/>
              <a:gd name="T10" fmla="*/ 567 w 758"/>
              <a:gd name="T11" fmla="*/ 652 h 652"/>
              <a:gd name="T12" fmla="*/ 191 w 758"/>
              <a:gd name="T13" fmla="*/ 652 h 652"/>
            </a:gdLst>
            <a:ahLst/>
            <a:cxnLst>
              <a:cxn ang="0">
                <a:pos x="T0" y="T1"/>
              </a:cxn>
              <a:cxn ang="0">
                <a:pos x="T2" y="T3"/>
              </a:cxn>
              <a:cxn ang="0">
                <a:pos x="T4" y="T5"/>
              </a:cxn>
              <a:cxn ang="0">
                <a:pos x="T6" y="T7"/>
              </a:cxn>
              <a:cxn ang="0">
                <a:pos x="T8" y="T9"/>
              </a:cxn>
              <a:cxn ang="0">
                <a:pos x="T10" y="T11"/>
              </a:cxn>
              <a:cxn ang="0">
                <a:pos x="T12" y="T13"/>
              </a:cxn>
            </a:cxnLst>
            <a:rect l="0" t="0" r="r" b="b"/>
            <a:pathLst>
              <a:path w="758" h="652">
                <a:moveTo>
                  <a:pt x="191" y="652"/>
                </a:moveTo>
                <a:lnTo>
                  <a:pt x="0" y="326"/>
                </a:lnTo>
                <a:lnTo>
                  <a:pt x="191" y="0"/>
                </a:lnTo>
                <a:lnTo>
                  <a:pt x="567" y="0"/>
                </a:lnTo>
                <a:lnTo>
                  <a:pt x="758" y="326"/>
                </a:lnTo>
                <a:lnTo>
                  <a:pt x="567" y="652"/>
                </a:lnTo>
                <a:lnTo>
                  <a:pt x="191" y="652"/>
                </a:lnTo>
                <a:close/>
              </a:path>
            </a:pathLst>
          </a:custGeom>
          <a:solidFill>
            <a:schemeClr val="tx1">
              <a:lumMod val="95000"/>
              <a:lumOff val="5000"/>
            </a:schemeClr>
          </a:solidFill>
          <a:ln w="12700" cap="flat">
            <a:solidFill>
              <a:schemeClr val="bg1"/>
            </a:solidFill>
            <a:prstDash val="solid"/>
            <a:miter lim="800000"/>
            <a:headEnd/>
            <a:tailEnd/>
          </a:ln>
        </p:spPr>
        <p:txBody>
          <a:bodyPr vert="horz" wrap="square" lIns="91370" tIns="45685" rIns="91370" bIns="45685" numCol="1" anchor="ctr" anchorCtr="0" compatLnSpc="1">
            <a:prstTxWarp prst="textNoShape">
              <a:avLst/>
            </a:prstTxWarp>
          </a:bodyPr>
          <a:lstStyle/>
          <a:p>
            <a:pPr algn="ctr">
              <a:spcBef>
                <a:spcPts val="600"/>
              </a:spcBef>
              <a:buSzPct val="100000"/>
            </a:pPr>
            <a:r>
              <a:rPr lang="en-US" sz="1500" b="1" dirty="0">
                <a:solidFill>
                  <a:schemeClr val="bg1"/>
                </a:solidFill>
              </a:rPr>
              <a:t>Area 2 </a:t>
            </a:r>
          </a:p>
        </p:txBody>
      </p:sp>
      <p:sp>
        <p:nvSpPr>
          <p:cNvPr id="17" name="Freeform 11">
            <a:extLst>
              <a:ext uri="{FF2B5EF4-FFF2-40B4-BE49-F238E27FC236}">
                <a16:creationId xmlns:a16="http://schemas.microsoft.com/office/drawing/2014/main" id="{FF7E403F-78EE-764F-340A-2A0374825175}"/>
              </a:ext>
            </a:extLst>
          </p:cNvPr>
          <p:cNvSpPr>
            <a:spLocks/>
          </p:cNvSpPr>
          <p:nvPr/>
        </p:nvSpPr>
        <p:spPr bwMode="auto">
          <a:xfrm>
            <a:off x="873588" y="3971561"/>
            <a:ext cx="2635298" cy="831526"/>
          </a:xfrm>
          <a:custGeom>
            <a:avLst/>
            <a:gdLst>
              <a:gd name="T0" fmla="*/ 191 w 758"/>
              <a:gd name="T1" fmla="*/ 652 h 652"/>
              <a:gd name="T2" fmla="*/ 0 w 758"/>
              <a:gd name="T3" fmla="*/ 326 h 652"/>
              <a:gd name="T4" fmla="*/ 191 w 758"/>
              <a:gd name="T5" fmla="*/ 0 h 652"/>
              <a:gd name="T6" fmla="*/ 567 w 758"/>
              <a:gd name="T7" fmla="*/ 0 h 652"/>
              <a:gd name="T8" fmla="*/ 758 w 758"/>
              <a:gd name="T9" fmla="*/ 326 h 652"/>
              <a:gd name="T10" fmla="*/ 567 w 758"/>
              <a:gd name="T11" fmla="*/ 652 h 652"/>
              <a:gd name="T12" fmla="*/ 191 w 758"/>
              <a:gd name="T13" fmla="*/ 652 h 652"/>
            </a:gdLst>
            <a:ahLst/>
            <a:cxnLst>
              <a:cxn ang="0">
                <a:pos x="T0" y="T1"/>
              </a:cxn>
              <a:cxn ang="0">
                <a:pos x="T2" y="T3"/>
              </a:cxn>
              <a:cxn ang="0">
                <a:pos x="T4" y="T5"/>
              </a:cxn>
              <a:cxn ang="0">
                <a:pos x="T6" y="T7"/>
              </a:cxn>
              <a:cxn ang="0">
                <a:pos x="T8" y="T9"/>
              </a:cxn>
              <a:cxn ang="0">
                <a:pos x="T10" y="T11"/>
              </a:cxn>
              <a:cxn ang="0">
                <a:pos x="T12" y="T13"/>
              </a:cxn>
            </a:cxnLst>
            <a:rect l="0" t="0" r="r" b="b"/>
            <a:pathLst>
              <a:path w="758" h="652">
                <a:moveTo>
                  <a:pt x="191" y="652"/>
                </a:moveTo>
                <a:lnTo>
                  <a:pt x="0" y="326"/>
                </a:lnTo>
                <a:lnTo>
                  <a:pt x="191" y="0"/>
                </a:lnTo>
                <a:lnTo>
                  <a:pt x="567" y="0"/>
                </a:lnTo>
                <a:lnTo>
                  <a:pt x="758" y="326"/>
                </a:lnTo>
                <a:lnTo>
                  <a:pt x="567" y="652"/>
                </a:lnTo>
                <a:lnTo>
                  <a:pt x="191" y="652"/>
                </a:lnTo>
                <a:close/>
              </a:path>
            </a:pathLst>
          </a:custGeom>
          <a:solidFill>
            <a:srgbClr val="009A44"/>
          </a:solidFill>
          <a:ln w="12700" cap="flat">
            <a:solidFill>
              <a:schemeClr val="bg1"/>
            </a:solidFill>
            <a:prstDash val="solid"/>
            <a:miter lim="800000"/>
            <a:headEnd/>
            <a:tailEnd/>
          </a:ln>
        </p:spPr>
        <p:txBody>
          <a:bodyPr vert="horz" wrap="square" lIns="91370" tIns="45685" rIns="91370" bIns="45685" numCol="1" anchor="ctr" anchorCtr="0" compatLnSpc="1">
            <a:prstTxWarp prst="textNoShape">
              <a:avLst/>
            </a:prstTxWarp>
          </a:bodyPr>
          <a:lstStyle/>
          <a:p>
            <a:pPr algn="ctr">
              <a:spcBef>
                <a:spcPts val="600"/>
              </a:spcBef>
              <a:buSzPct val="100000"/>
            </a:pPr>
            <a:r>
              <a:rPr lang="en-US" sz="1500" b="1" dirty="0">
                <a:solidFill>
                  <a:schemeClr val="bg1"/>
                </a:solidFill>
              </a:rPr>
              <a:t>Area 3 </a:t>
            </a:r>
          </a:p>
        </p:txBody>
      </p:sp>
      <p:sp>
        <p:nvSpPr>
          <p:cNvPr id="18" name="Freeform 11">
            <a:extLst>
              <a:ext uri="{FF2B5EF4-FFF2-40B4-BE49-F238E27FC236}">
                <a16:creationId xmlns:a16="http://schemas.microsoft.com/office/drawing/2014/main" id="{2B4DAE47-2F74-3F00-4853-60A5412A3B39}"/>
              </a:ext>
            </a:extLst>
          </p:cNvPr>
          <p:cNvSpPr>
            <a:spLocks/>
          </p:cNvSpPr>
          <p:nvPr/>
        </p:nvSpPr>
        <p:spPr bwMode="auto">
          <a:xfrm>
            <a:off x="873588" y="5605273"/>
            <a:ext cx="2635298" cy="831526"/>
          </a:xfrm>
          <a:custGeom>
            <a:avLst/>
            <a:gdLst>
              <a:gd name="T0" fmla="*/ 191 w 758"/>
              <a:gd name="T1" fmla="*/ 652 h 652"/>
              <a:gd name="T2" fmla="*/ 0 w 758"/>
              <a:gd name="T3" fmla="*/ 326 h 652"/>
              <a:gd name="T4" fmla="*/ 191 w 758"/>
              <a:gd name="T5" fmla="*/ 0 h 652"/>
              <a:gd name="T6" fmla="*/ 567 w 758"/>
              <a:gd name="T7" fmla="*/ 0 h 652"/>
              <a:gd name="T8" fmla="*/ 758 w 758"/>
              <a:gd name="T9" fmla="*/ 326 h 652"/>
              <a:gd name="T10" fmla="*/ 567 w 758"/>
              <a:gd name="T11" fmla="*/ 652 h 652"/>
              <a:gd name="T12" fmla="*/ 191 w 758"/>
              <a:gd name="T13" fmla="*/ 652 h 652"/>
            </a:gdLst>
            <a:ahLst/>
            <a:cxnLst>
              <a:cxn ang="0">
                <a:pos x="T0" y="T1"/>
              </a:cxn>
              <a:cxn ang="0">
                <a:pos x="T2" y="T3"/>
              </a:cxn>
              <a:cxn ang="0">
                <a:pos x="T4" y="T5"/>
              </a:cxn>
              <a:cxn ang="0">
                <a:pos x="T6" y="T7"/>
              </a:cxn>
              <a:cxn ang="0">
                <a:pos x="T8" y="T9"/>
              </a:cxn>
              <a:cxn ang="0">
                <a:pos x="T10" y="T11"/>
              </a:cxn>
              <a:cxn ang="0">
                <a:pos x="T12" y="T13"/>
              </a:cxn>
            </a:cxnLst>
            <a:rect l="0" t="0" r="r" b="b"/>
            <a:pathLst>
              <a:path w="758" h="652">
                <a:moveTo>
                  <a:pt x="191" y="652"/>
                </a:moveTo>
                <a:lnTo>
                  <a:pt x="0" y="326"/>
                </a:lnTo>
                <a:lnTo>
                  <a:pt x="191" y="0"/>
                </a:lnTo>
                <a:lnTo>
                  <a:pt x="567" y="0"/>
                </a:lnTo>
                <a:lnTo>
                  <a:pt x="758" y="326"/>
                </a:lnTo>
                <a:lnTo>
                  <a:pt x="567" y="652"/>
                </a:lnTo>
                <a:lnTo>
                  <a:pt x="191" y="652"/>
                </a:lnTo>
                <a:close/>
              </a:path>
            </a:pathLst>
          </a:custGeom>
          <a:solidFill>
            <a:srgbClr val="86BC25"/>
          </a:solidFill>
          <a:ln w="12700" cap="flat">
            <a:solidFill>
              <a:schemeClr val="bg1"/>
            </a:solidFill>
            <a:prstDash val="solid"/>
            <a:miter lim="800000"/>
            <a:headEnd/>
            <a:tailEnd/>
          </a:ln>
        </p:spPr>
        <p:txBody>
          <a:bodyPr vert="horz" wrap="square" lIns="91370" tIns="45685" rIns="91370" bIns="45685" numCol="1" anchor="ctr" anchorCtr="0" compatLnSpc="1">
            <a:prstTxWarp prst="textNoShape">
              <a:avLst/>
            </a:prstTxWarp>
          </a:bodyPr>
          <a:lstStyle/>
          <a:p>
            <a:pPr algn="ctr">
              <a:spcBef>
                <a:spcPts val="600"/>
              </a:spcBef>
              <a:buSzPct val="100000"/>
            </a:pPr>
            <a:r>
              <a:rPr lang="en-US" sz="1500" b="1" dirty="0">
                <a:solidFill>
                  <a:schemeClr val="bg1"/>
                </a:solidFill>
              </a:rPr>
              <a:t>Area 4 </a:t>
            </a:r>
          </a:p>
        </p:txBody>
      </p:sp>
      <p:sp>
        <p:nvSpPr>
          <p:cNvPr id="19" name="Oval 18">
            <a:extLst>
              <a:ext uri="{FF2B5EF4-FFF2-40B4-BE49-F238E27FC236}">
                <a16:creationId xmlns:a16="http://schemas.microsoft.com/office/drawing/2014/main" id="{4017D78B-ECC9-AD4D-B0D7-C7EFE05F91F1}"/>
              </a:ext>
            </a:extLst>
          </p:cNvPr>
          <p:cNvSpPr/>
          <p:nvPr/>
        </p:nvSpPr>
        <p:spPr bwMode="gray">
          <a:xfrm>
            <a:off x="347449" y="2798496"/>
            <a:ext cx="411480" cy="407719"/>
          </a:xfrm>
          <a:prstGeom prst="ellipse">
            <a:avLst/>
          </a:prstGeom>
          <a:solidFill>
            <a:schemeClr val="accent2">
              <a:lumMod val="60000"/>
              <a:lumOff val="40000"/>
            </a:schemeClr>
          </a:solidFill>
          <a:ln w="19050" algn="ctr">
            <a:noFill/>
            <a:miter lim="800000"/>
            <a:headEnd/>
            <a:tailEnd/>
          </a:ln>
        </p:spPr>
        <p:txBody>
          <a:bodyPr wrap="square" lIns="88900" tIns="88900" rIns="88900" bIns="88900" rtlCol="0" anchor="ctr"/>
          <a:lstStyle/>
          <a:p>
            <a:pPr algn="ctr">
              <a:lnSpc>
                <a:spcPct val="106000"/>
              </a:lnSpc>
            </a:pPr>
            <a:endParaRPr lang="en-US" sz="1500" b="1" dirty="0">
              <a:solidFill>
                <a:schemeClr val="bg1"/>
              </a:solidFill>
            </a:endParaRPr>
          </a:p>
        </p:txBody>
      </p:sp>
      <p:sp>
        <p:nvSpPr>
          <p:cNvPr id="2" name="TextBox 1">
            <a:extLst>
              <a:ext uri="{FF2B5EF4-FFF2-40B4-BE49-F238E27FC236}">
                <a16:creationId xmlns:a16="http://schemas.microsoft.com/office/drawing/2014/main" id="{D573F2DD-031B-270F-6954-009F1BF884DA}"/>
              </a:ext>
            </a:extLst>
          </p:cNvPr>
          <p:cNvSpPr txBox="1"/>
          <p:nvPr/>
        </p:nvSpPr>
        <p:spPr>
          <a:xfrm>
            <a:off x="11355686" y="1742082"/>
            <a:ext cx="1733860" cy="461665"/>
          </a:xfrm>
          <a:prstGeom prst="rect">
            <a:avLst/>
          </a:prstGeom>
          <a:noFill/>
        </p:spPr>
        <p:txBody>
          <a:bodyPr wrap="square">
            <a:spAutoFit/>
          </a:bodyPr>
          <a:lstStyle/>
          <a:p>
            <a:pPr algn="ctr"/>
            <a:r>
              <a:rPr lang="en-US" sz="1200" b="1" i="1" u="none" strike="noStrike" dirty="0">
                <a:solidFill>
                  <a:schemeClr val="accent5"/>
                </a:solidFill>
                <a:effectLst/>
                <a:latin typeface="Verdana" panose="020B0604030504040204" pitchFamily="34" charset="0"/>
              </a:rPr>
              <a:t>2 days of Training progra</a:t>
            </a:r>
            <a:r>
              <a:rPr lang="en-US" sz="1200" b="1" i="1" dirty="0">
                <a:solidFill>
                  <a:schemeClr val="accent5"/>
                </a:solidFill>
                <a:latin typeface="Verdana" panose="020B0604030504040204" pitchFamily="34" charset="0"/>
              </a:rPr>
              <a:t>m</a:t>
            </a:r>
            <a:endParaRPr lang="en-US" sz="1200" b="1" i="1" dirty="0">
              <a:solidFill>
                <a:schemeClr val="accent5"/>
              </a:solidFill>
            </a:endParaRPr>
          </a:p>
        </p:txBody>
      </p:sp>
      <p:sp>
        <p:nvSpPr>
          <p:cNvPr id="4" name="TextBox 3">
            <a:extLst>
              <a:ext uri="{FF2B5EF4-FFF2-40B4-BE49-F238E27FC236}">
                <a16:creationId xmlns:a16="http://schemas.microsoft.com/office/drawing/2014/main" id="{6A062D5C-8CCF-AC35-712A-E505DE89BD7C}"/>
              </a:ext>
            </a:extLst>
          </p:cNvPr>
          <p:cNvSpPr txBox="1"/>
          <p:nvPr/>
        </p:nvSpPr>
        <p:spPr>
          <a:xfrm>
            <a:off x="11355686" y="4428054"/>
            <a:ext cx="1733860" cy="461665"/>
          </a:xfrm>
          <a:prstGeom prst="rect">
            <a:avLst/>
          </a:prstGeom>
          <a:noFill/>
        </p:spPr>
        <p:txBody>
          <a:bodyPr wrap="square">
            <a:spAutoFit/>
          </a:bodyPr>
          <a:lstStyle/>
          <a:p>
            <a:pPr algn="ctr"/>
            <a:r>
              <a:rPr lang="en-US" sz="1200" b="1" i="1" u="none" strike="noStrike" dirty="0">
                <a:solidFill>
                  <a:schemeClr val="accent5"/>
                </a:solidFill>
                <a:effectLst/>
                <a:latin typeface="Verdana" panose="020B0604030504040204" pitchFamily="34" charset="0"/>
              </a:rPr>
              <a:t>2 days of Training progra</a:t>
            </a:r>
            <a:r>
              <a:rPr lang="en-US" sz="1200" b="1" i="1" dirty="0">
                <a:solidFill>
                  <a:schemeClr val="accent5"/>
                </a:solidFill>
                <a:latin typeface="Verdana" panose="020B0604030504040204" pitchFamily="34" charset="0"/>
              </a:rPr>
              <a:t>m</a:t>
            </a:r>
            <a:endParaRPr lang="en-US" sz="1200" b="1" i="1" dirty="0">
              <a:solidFill>
                <a:schemeClr val="accent5"/>
              </a:solidFill>
            </a:endParaRPr>
          </a:p>
        </p:txBody>
      </p:sp>
      <p:sp>
        <p:nvSpPr>
          <p:cNvPr id="5" name="TextBox 4">
            <a:extLst>
              <a:ext uri="{FF2B5EF4-FFF2-40B4-BE49-F238E27FC236}">
                <a16:creationId xmlns:a16="http://schemas.microsoft.com/office/drawing/2014/main" id="{B06E6E0D-9597-8236-C527-B516D302346F}"/>
              </a:ext>
            </a:extLst>
          </p:cNvPr>
          <p:cNvSpPr txBox="1"/>
          <p:nvPr/>
        </p:nvSpPr>
        <p:spPr>
          <a:xfrm>
            <a:off x="11283077" y="6337853"/>
            <a:ext cx="1733860" cy="461665"/>
          </a:xfrm>
          <a:prstGeom prst="rect">
            <a:avLst/>
          </a:prstGeom>
          <a:noFill/>
        </p:spPr>
        <p:txBody>
          <a:bodyPr wrap="square">
            <a:spAutoFit/>
          </a:bodyPr>
          <a:lstStyle/>
          <a:p>
            <a:pPr algn="ctr"/>
            <a:r>
              <a:rPr lang="en-US" sz="1200" b="1" i="1" u="none" strike="noStrike" dirty="0">
                <a:solidFill>
                  <a:schemeClr val="accent5"/>
                </a:solidFill>
                <a:effectLst/>
                <a:latin typeface="Verdana" panose="020B0604030504040204" pitchFamily="34" charset="0"/>
              </a:rPr>
              <a:t>3 days of Training progra</a:t>
            </a:r>
            <a:r>
              <a:rPr lang="en-US" sz="1200" b="1" i="1" dirty="0">
                <a:solidFill>
                  <a:schemeClr val="accent5"/>
                </a:solidFill>
                <a:latin typeface="Verdana" panose="020B0604030504040204" pitchFamily="34" charset="0"/>
              </a:rPr>
              <a:t>m</a:t>
            </a:r>
            <a:endParaRPr lang="en-US" sz="1200" b="1" i="1" dirty="0">
              <a:solidFill>
                <a:schemeClr val="accent5"/>
              </a:solidFill>
            </a:endParaRPr>
          </a:p>
        </p:txBody>
      </p:sp>
      <p:sp>
        <p:nvSpPr>
          <p:cNvPr id="7" name="TextBox 6">
            <a:extLst>
              <a:ext uri="{FF2B5EF4-FFF2-40B4-BE49-F238E27FC236}">
                <a16:creationId xmlns:a16="http://schemas.microsoft.com/office/drawing/2014/main" id="{E6950539-0124-4AF8-C08B-2C88B2F26E42}"/>
              </a:ext>
            </a:extLst>
          </p:cNvPr>
          <p:cNvSpPr txBox="1"/>
          <p:nvPr/>
        </p:nvSpPr>
        <p:spPr>
          <a:xfrm>
            <a:off x="440674" y="7003743"/>
            <a:ext cx="9056771" cy="461665"/>
          </a:xfrm>
          <a:prstGeom prst="rect">
            <a:avLst/>
          </a:prstGeom>
          <a:noFill/>
        </p:spPr>
        <p:txBody>
          <a:bodyPr wrap="square">
            <a:spAutoFit/>
          </a:bodyPr>
          <a:lstStyle/>
          <a:p>
            <a:r>
              <a:rPr lang="en-US" sz="1200" b="1" i="1" dirty="0">
                <a:solidFill>
                  <a:srgbClr val="313131"/>
                </a:solidFill>
              </a:rPr>
              <a:t>Note:</a:t>
            </a:r>
            <a:r>
              <a:rPr lang="en-US" sz="1200" i="1" dirty="0">
                <a:solidFill>
                  <a:srgbClr val="313131"/>
                </a:solidFill>
              </a:rPr>
              <a:t> Total indicative timeframe includes preparatory work of EAs </a:t>
            </a:r>
            <a:r>
              <a:rPr lang="en-US" sz="1200" i="1" dirty="0" err="1">
                <a:solidFill>
                  <a:srgbClr val="313131"/>
                </a:solidFill>
              </a:rPr>
              <a:t>w.r.t.</a:t>
            </a:r>
            <a:r>
              <a:rPr lang="en-US" sz="1200" i="1" dirty="0">
                <a:solidFill>
                  <a:srgbClr val="313131"/>
                </a:solidFill>
              </a:rPr>
              <a:t> each topic along with actual training period</a:t>
            </a:r>
            <a:endParaRPr lang="en-US" sz="1200" dirty="0"/>
          </a:p>
        </p:txBody>
      </p:sp>
    </p:spTree>
    <p:extLst>
      <p:ext uri="{BB962C8B-B14F-4D97-AF65-F5344CB8AC3E}">
        <p14:creationId xmlns:p14="http://schemas.microsoft.com/office/powerpoint/2010/main" val="481259449"/>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17B45-4298-458D-0571-FA99795D2598}"/>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7BC27527-9ECE-26D0-8947-83C86898F0A2}"/>
              </a:ext>
            </a:extLst>
          </p:cNvPr>
          <p:cNvGraphicFramePr>
            <a:graphicFrameLocks noChangeAspect="1"/>
          </p:cNvGraphicFramePr>
          <p:nvPr>
            <p:custDataLst>
              <p:tags r:id="rId1"/>
            </p:custDataLst>
            <p:extLst>
              <p:ext uri="{D42A27DB-BD31-4B8C-83A1-F6EECF244321}">
                <p14:modId xmlns:p14="http://schemas.microsoft.com/office/powerpoint/2010/main" val="23520663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7BC27527-9ECE-26D0-8947-83C86898F0A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3B291731-9969-A93B-E0DF-E95FD53C8518}"/>
              </a:ext>
            </a:extLst>
          </p:cNvPr>
          <p:cNvSpPr>
            <a:spLocks noGrp="1"/>
          </p:cNvSpPr>
          <p:nvPr>
            <p:ph type="title"/>
          </p:nvPr>
        </p:nvSpPr>
        <p:spPr/>
        <p:txBody>
          <a:bodyPr vert="horz"/>
          <a:lstStyle/>
          <a:p>
            <a:r>
              <a:rPr lang="en-US" dirty="0"/>
              <a:t>Module C: Training and Capacity Building (2/3)</a:t>
            </a:r>
            <a:br>
              <a:rPr lang="en-US" dirty="0"/>
            </a:br>
            <a:endParaRPr lang="en-US" dirty="0"/>
          </a:p>
        </p:txBody>
      </p:sp>
      <p:sp>
        <p:nvSpPr>
          <p:cNvPr id="24" name="Oval 23">
            <a:extLst>
              <a:ext uri="{FF2B5EF4-FFF2-40B4-BE49-F238E27FC236}">
                <a16:creationId xmlns:a16="http://schemas.microsoft.com/office/drawing/2014/main" id="{53BC3D74-96E5-71B6-0477-F906A01CF406}"/>
              </a:ext>
            </a:extLst>
          </p:cNvPr>
          <p:cNvSpPr/>
          <p:nvPr/>
        </p:nvSpPr>
        <p:spPr bwMode="gray">
          <a:xfrm>
            <a:off x="11387707" y="1257135"/>
            <a:ext cx="1493294" cy="560911"/>
          </a:xfrm>
          <a:prstGeom prst="ellipse">
            <a:avLst/>
          </a:prstGeom>
          <a:solidFill>
            <a:schemeClr val="accent3">
              <a:lumMod val="20000"/>
              <a:lumOff val="80000"/>
            </a:schemeClr>
          </a:solidFill>
          <a:ln w="19050" algn="ctr">
            <a:solidFill>
              <a:schemeClr val="tx1"/>
            </a:solidFill>
            <a:prstDash val="lgDash"/>
            <a:miter lim="800000"/>
            <a:headEnd/>
            <a:tailEnd/>
          </a:ln>
        </p:spPr>
        <p:txBody>
          <a:bodyPr wrap="square" lIns="88900" tIns="88900" rIns="88900" bIns="88900" rtlCol="0" anchor="ctr"/>
          <a:lstStyle/>
          <a:p>
            <a:pPr algn="ctr">
              <a:lnSpc>
                <a:spcPct val="106000"/>
              </a:lnSpc>
              <a:buFont typeface="Wingdings 2" pitchFamily="18" charset="2"/>
              <a:buNone/>
            </a:pPr>
            <a:r>
              <a:rPr lang="en-US" sz="1300" b="1" i="1" dirty="0"/>
              <a:t>~45-50 days**</a:t>
            </a:r>
          </a:p>
        </p:txBody>
      </p:sp>
      <p:sp>
        <p:nvSpPr>
          <p:cNvPr id="43" name="TextBox 42">
            <a:extLst>
              <a:ext uri="{FF2B5EF4-FFF2-40B4-BE49-F238E27FC236}">
                <a16:creationId xmlns:a16="http://schemas.microsoft.com/office/drawing/2014/main" id="{84939ABA-F9B0-5FD3-DC94-CBAF8C02D4CA}"/>
              </a:ext>
            </a:extLst>
          </p:cNvPr>
          <p:cNvSpPr txBox="1"/>
          <p:nvPr/>
        </p:nvSpPr>
        <p:spPr>
          <a:xfrm>
            <a:off x="3635565" y="1157387"/>
            <a:ext cx="6709273" cy="1323439"/>
          </a:xfrm>
          <a:prstGeom prst="rect">
            <a:avLst/>
          </a:prstGeom>
          <a:solidFill>
            <a:srgbClr val="FFFFFF"/>
          </a:solidFill>
        </p:spPr>
        <p:txBody>
          <a:bodyPr wrap="square" lIns="0" tIns="0" rIns="0" bIns="0" rtlCol="0">
            <a:spAutoFit/>
          </a:bodyPr>
          <a:lstStyle/>
          <a:p>
            <a:pPr algn="just">
              <a:spcBef>
                <a:spcPts val="600"/>
              </a:spcBef>
              <a:buSzPct val="100000"/>
            </a:pPr>
            <a:r>
              <a:rPr lang="en-US" sz="1600" b="1" dirty="0">
                <a:solidFill>
                  <a:srgbClr val="86BC25"/>
                </a:solidFill>
              </a:rPr>
              <a:t>Task-based trainings</a:t>
            </a:r>
            <a:endParaRPr lang="en-US" sz="1500" b="1" dirty="0">
              <a:solidFill>
                <a:srgbClr val="86BC25"/>
              </a:solidFill>
            </a:endParaRPr>
          </a:p>
          <a:p>
            <a:pPr marL="171450" indent="-171450" algn="just">
              <a:buSzPct val="100000"/>
              <a:buFont typeface="Arial" panose="020B0604020202020204" pitchFamily="34" charset="0"/>
              <a:buChar char="•"/>
            </a:pPr>
            <a:r>
              <a:rPr lang="en-US" sz="1400" i="1" dirty="0">
                <a:solidFill>
                  <a:srgbClr val="313131"/>
                </a:solidFill>
              </a:rPr>
              <a:t>Development of a “roadmap” for IPP/PPA regulation</a:t>
            </a:r>
          </a:p>
          <a:p>
            <a:pPr marL="171450" indent="-171450" algn="just">
              <a:buSzPct val="100000"/>
              <a:buFont typeface="Arial" panose="020B0604020202020204" pitchFamily="34" charset="0"/>
              <a:buChar char="•"/>
            </a:pPr>
            <a:r>
              <a:rPr lang="en-US" sz="1400" i="1" dirty="0">
                <a:solidFill>
                  <a:srgbClr val="313131"/>
                </a:solidFill>
              </a:rPr>
              <a:t>Competitive bidding/procurement process for IPP contracts</a:t>
            </a:r>
          </a:p>
          <a:p>
            <a:pPr marL="171450" indent="-171450" algn="just">
              <a:buSzPct val="100000"/>
              <a:buFont typeface="Arial" panose="020B0604020202020204" pitchFamily="34" charset="0"/>
              <a:buChar char="•"/>
            </a:pPr>
            <a:r>
              <a:rPr lang="en-US" sz="1400" i="1" dirty="0">
                <a:solidFill>
                  <a:srgbClr val="313131"/>
                </a:solidFill>
              </a:rPr>
              <a:t>Dispute Resolution processes; </a:t>
            </a:r>
          </a:p>
          <a:p>
            <a:pPr marL="171450" indent="-171450" algn="just">
              <a:buSzPct val="100000"/>
              <a:buFont typeface="Arial" panose="020B0604020202020204" pitchFamily="34" charset="0"/>
              <a:buChar char="•"/>
            </a:pPr>
            <a:r>
              <a:rPr lang="en-US" sz="1400" i="1" dirty="0">
                <a:solidFill>
                  <a:srgbClr val="313131"/>
                </a:solidFill>
              </a:rPr>
              <a:t>Integrated Resource Planning (IRP)</a:t>
            </a:r>
          </a:p>
          <a:p>
            <a:pPr marL="171450" indent="-171450" algn="just">
              <a:buSzPct val="100000"/>
              <a:buFont typeface="Arial" panose="020B0604020202020204" pitchFamily="34" charset="0"/>
              <a:buChar char="•"/>
            </a:pPr>
            <a:r>
              <a:rPr lang="en-US" sz="1400" i="1" dirty="0">
                <a:solidFill>
                  <a:srgbClr val="313131"/>
                </a:solidFill>
              </a:rPr>
              <a:t>IT system applications </a:t>
            </a:r>
            <a:r>
              <a:rPr lang="en-US" sz="1400" i="1" dirty="0" err="1">
                <a:solidFill>
                  <a:srgbClr val="313131"/>
                </a:solidFill>
              </a:rPr>
              <a:t>etc</a:t>
            </a:r>
            <a:endParaRPr lang="en-US" sz="1400" i="1" dirty="0">
              <a:solidFill>
                <a:srgbClr val="313131"/>
              </a:solidFill>
            </a:endParaRPr>
          </a:p>
        </p:txBody>
      </p:sp>
      <p:sp>
        <p:nvSpPr>
          <p:cNvPr id="53" name="TextBox 52">
            <a:extLst>
              <a:ext uri="{FF2B5EF4-FFF2-40B4-BE49-F238E27FC236}">
                <a16:creationId xmlns:a16="http://schemas.microsoft.com/office/drawing/2014/main" id="{B79E9E8B-5AF6-0A1F-C6DB-3743C72E529E}"/>
              </a:ext>
            </a:extLst>
          </p:cNvPr>
          <p:cNvSpPr txBox="1"/>
          <p:nvPr/>
        </p:nvSpPr>
        <p:spPr>
          <a:xfrm>
            <a:off x="3635565" y="2725762"/>
            <a:ext cx="6709273" cy="892552"/>
          </a:xfrm>
          <a:prstGeom prst="rect">
            <a:avLst/>
          </a:prstGeom>
          <a:noFill/>
        </p:spPr>
        <p:txBody>
          <a:bodyPr wrap="square" lIns="0" tIns="0" rIns="0" bIns="0" rtlCol="0">
            <a:spAutoFit/>
          </a:bodyPr>
          <a:lstStyle/>
          <a:p>
            <a:pPr algn="just">
              <a:spcBef>
                <a:spcPts val="600"/>
              </a:spcBef>
              <a:buSzPct val="100000"/>
            </a:pPr>
            <a:r>
              <a:rPr lang="en-US" sz="1600" b="1" dirty="0">
                <a:solidFill>
                  <a:srgbClr val="046A38"/>
                </a:solidFill>
              </a:rPr>
              <a:t>Generation related trainings</a:t>
            </a:r>
            <a:endParaRPr lang="en-US" sz="1500" b="1" dirty="0">
              <a:solidFill>
                <a:srgbClr val="046A38"/>
              </a:solidFill>
            </a:endParaRPr>
          </a:p>
          <a:p>
            <a:pPr marL="171450" indent="-171450" algn="just">
              <a:buSzPct val="100000"/>
              <a:buFont typeface="Arial" panose="020B0604020202020204" pitchFamily="34" charset="0"/>
              <a:buChar char="•"/>
            </a:pPr>
            <a:r>
              <a:rPr lang="en-US" sz="1400" i="1" dirty="0">
                <a:solidFill>
                  <a:srgbClr val="313131"/>
                </a:solidFill>
              </a:rPr>
              <a:t>Hydropower risk assessment and financing.</a:t>
            </a:r>
          </a:p>
          <a:p>
            <a:pPr marL="171450" indent="-171450" algn="just">
              <a:buSzPct val="100000"/>
              <a:buFont typeface="Arial" panose="020B0604020202020204" pitchFamily="34" charset="0"/>
              <a:buChar char="•"/>
            </a:pPr>
            <a:r>
              <a:rPr lang="en-US" sz="1400" i="1" dirty="0">
                <a:solidFill>
                  <a:srgbClr val="313131"/>
                </a:solidFill>
              </a:rPr>
              <a:t>Project financing as used by IPPs.</a:t>
            </a:r>
          </a:p>
          <a:p>
            <a:pPr marL="171450" indent="-171450" algn="just">
              <a:buSzPct val="100000"/>
              <a:buFont typeface="Arial" panose="020B0604020202020204" pitchFamily="34" charset="0"/>
              <a:buChar char="•"/>
            </a:pPr>
            <a:r>
              <a:rPr lang="en-US" sz="1400" i="1" dirty="0">
                <a:solidFill>
                  <a:srgbClr val="313131"/>
                </a:solidFill>
              </a:rPr>
              <a:t>Competitive bidding for IPPs.</a:t>
            </a:r>
          </a:p>
        </p:txBody>
      </p:sp>
      <p:sp>
        <p:nvSpPr>
          <p:cNvPr id="54" name="Oval 53">
            <a:extLst>
              <a:ext uri="{FF2B5EF4-FFF2-40B4-BE49-F238E27FC236}">
                <a16:creationId xmlns:a16="http://schemas.microsoft.com/office/drawing/2014/main" id="{C24580DE-9002-F75F-3DE9-1B2D6F44A693}"/>
              </a:ext>
            </a:extLst>
          </p:cNvPr>
          <p:cNvSpPr/>
          <p:nvPr/>
        </p:nvSpPr>
        <p:spPr bwMode="gray">
          <a:xfrm>
            <a:off x="11496069" y="2691100"/>
            <a:ext cx="1252728" cy="560911"/>
          </a:xfrm>
          <a:prstGeom prst="ellipse">
            <a:avLst/>
          </a:prstGeom>
          <a:solidFill>
            <a:schemeClr val="accent3">
              <a:lumMod val="20000"/>
              <a:lumOff val="80000"/>
            </a:schemeClr>
          </a:solidFill>
          <a:ln w="19050" algn="ctr">
            <a:solidFill>
              <a:schemeClr val="tx1"/>
            </a:solidFill>
            <a:prstDash val="lgDash"/>
            <a:miter lim="800000"/>
            <a:headEnd/>
            <a:tailEnd/>
          </a:ln>
        </p:spPr>
        <p:txBody>
          <a:bodyPr wrap="square" lIns="88900" tIns="88900" rIns="88900" bIns="88900" rtlCol="0" anchor="ctr"/>
          <a:lstStyle/>
          <a:p>
            <a:pPr algn="ctr">
              <a:lnSpc>
                <a:spcPct val="106000"/>
              </a:lnSpc>
              <a:buFont typeface="Wingdings 2" pitchFamily="18" charset="2"/>
              <a:buNone/>
            </a:pPr>
            <a:r>
              <a:rPr lang="en-US" sz="1300" b="1" i="1" dirty="0"/>
              <a:t>8 Days</a:t>
            </a:r>
          </a:p>
        </p:txBody>
      </p:sp>
      <p:sp>
        <p:nvSpPr>
          <p:cNvPr id="55" name="TextBox 54">
            <a:extLst>
              <a:ext uri="{FF2B5EF4-FFF2-40B4-BE49-F238E27FC236}">
                <a16:creationId xmlns:a16="http://schemas.microsoft.com/office/drawing/2014/main" id="{1E421D01-63C0-836D-6FF7-FB9C8E21268D}"/>
              </a:ext>
            </a:extLst>
          </p:cNvPr>
          <p:cNvSpPr txBox="1"/>
          <p:nvPr/>
        </p:nvSpPr>
        <p:spPr>
          <a:xfrm>
            <a:off x="3688812" y="3864502"/>
            <a:ext cx="7383140" cy="1323439"/>
          </a:xfrm>
          <a:prstGeom prst="rect">
            <a:avLst/>
          </a:prstGeom>
          <a:noFill/>
        </p:spPr>
        <p:txBody>
          <a:bodyPr wrap="square" lIns="0" tIns="0" rIns="0" bIns="0" rtlCol="0">
            <a:spAutoFit/>
          </a:bodyPr>
          <a:lstStyle/>
          <a:p>
            <a:pPr algn="just">
              <a:spcBef>
                <a:spcPts val="600"/>
              </a:spcBef>
              <a:buSzPct val="100000"/>
            </a:pPr>
            <a:r>
              <a:rPr lang="en-US" sz="1600" b="1" dirty="0">
                <a:solidFill>
                  <a:srgbClr val="0D0D0D"/>
                </a:solidFill>
              </a:rPr>
              <a:t>Market Reforms</a:t>
            </a:r>
            <a:endParaRPr lang="en-US" sz="1500" b="1" dirty="0">
              <a:solidFill>
                <a:srgbClr val="0D0D0D"/>
              </a:solidFill>
            </a:endParaRPr>
          </a:p>
          <a:p>
            <a:pPr marL="171450" indent="-171450" algn="just">
              <a:buSzPct val="100000"/>
              <a:buFont typeface="Arial" panose="020B0604020202020204" pitchFamily="34" charset="0"/>
              <a:buChar char="•"/>
            </a:pPr>
            <a:r>
              <a:rPr lang="en-US" sz="1400" i="1" dirty="0">
                <a:solidFill>
                  <a:srgbClr val="313131"/>
                </a:solidFill>
              </a:rPr>
              <a:t>Inputs on competitive wholesale electricity markets; independent system operators; DAM and RTM; capacity markets; nodal pricing; transmission open access regimes; financial transmission rights; etc.</a:t>
            </a:r>
          </a:p>
          <a:p>
            <a:pPr marL="171450" indent="-171450" algn="just">
              <a:buSzPct val="100000"/>
              <a:buFont typeface="Arial" panose="020B0604020202020204" pitchFamily="34" charset="0"/>
              <a:buChar char="•"/>
            </a:pPr>
            <a:r>
              <a:rPr lang="en-US" sz="1400" i="1" dirty="0">
                <a:solidFill>
                  <a:srgbClr val="313131"/>
                </a:solidFill>
              </a:rPr>
              <a:t>Inputs on transition roadmap for moving toward wholesale competitive markets</a:t>
            </a:r>
          </a:p>
          <a:p>
            <a:pPr marL="171450" indent="-171450" algn="just">
              <a:buSzPct val="100000"/>
              <a:buFont typeface="Arial" panose="020B0604020202020204" pitchFamily="34" charset="0"/>
              <a:buChar char="•"/>
            </a:pPr>
            <a:r>
              <a:rPr lang="en-US" sz="1400" i="1" dirty="0">
                <a:solidFill>
                  <a:srgbClr val="313131"/>
                </a:solidFill>
              </a:rPr>
              <a:t>Training on the use of generation and transmission system expansion software.</a:t>
            </a:r>
          </a:p>
        </p:txBody>
      </p:sp>
      <p:sp>
        <p:nvSpPr>
          <p:cNvPr id="56" name="Oval 55">
            <a:extLst>
              <a:ext uri="{FF2B5EF4-FFF2-40B4-BE49-F238E27FC236}">
                <a16:creationId xmlns:a16="http://schemas.microsoft.com/office/drawing/2014/main" id="{833E210B-1BE8-C933-4276-AF4773176CCE}"/>
              </a:ext>
            </a:extLst>
          </p:cNvPr>
          <p:cNvSpPr/>
          <p:nvPr/>
        </p:nvSpPr>
        <p:spPr bwMode="gray">
          <a:xfrm>
            <a:off x="11496069" y="4223938"/>
            <a:ext cx="1252728" cy="560911"/>
          </a:xfrm>
          <a:prstGeom prst="ellipse">
            <a:avLst/>
          </a:prstGeom>
          <a:solidFill>
            <a:schemeClr val="accent3">
              <a:lumMod val="20000"/>
              <a:lumOff val="80000"/>
            </a:schemeClr>
          </a:solidFill>
          <a:ln w="19050" algn="ctr">
            <a:solidFill>
              <a:schemeClr val="tx1"/>
            </a:solidFill>
            <a:prstDash val="lgDash"/>
            <a:miter lim="800000"/>
            <a:headEnd/>
            <a:tailEnd/>
          </a:ln>
        </p:spPr>
        <p:txBody>
          <a:bodyPr wrap="square" lIns="88900" tIns="88900" rIns="88900" bIns="88900" rtlCol="0" anchor="ctr"/>
          <a:lstStyle/>
          <a:p>
            <a:pPr algn="ctr">
              <a:lnSpc>
                <a:spcPct val="106000"/>
              </a:lnSpc>
              <a:buFont typeface="Wingdings 2" pitchFamily="18" charset="2"/>
              <a:buNone/>
            </a:pPr>
            <a:r>
              <a:rPr lang="en-US" sz="1300" b="1" i="1" dirty="0"/>
              <a:t>8 Days</a:t>
            </a:r>
          </a:p>
        </p:txBody>
      </p:sp>
      <p:sp>
        <p:nvSpPr>
          <p:cNvPr id="62" name="TextBox 61">
            <a:extLst>
              <a:ext uri="{FF2B5EF4-FFF2-40B4-BE49-F238E27FC236}">
                <a16:creationId xmlns:a16="http://schemas.microsoft.com/office/drawing/2014/main" id="{C27ED829-F2F4-95C9-B25C-50F975CBEE3E}"/>
              </a:ext>
            </a:extLst>
          </p:cNvPr>
          <p:cNvSpPr txBox="1"/>
          <p:nvPr/>
        </p:nvSpPr>
        <p:spPr>
          <a:xfrm>
            <a:off x="3688812" y="5627961"/>
            <a:ext cx="6709273" cy="892552"/>
          </a:xfrm>
          <a:prstGeom prst="rect">
            <a:avLst/>
          </a:prstGeom>
          <a:noFill/>
        </p:spPr>
        <p:txBody>
          <a:bodyPr wrap="square" lIns="0" tIns="0" rIns="0" bIns="0" rtlCol="0">
            <a:spAutoFit/>
          </a:bodyPr>
          <a:lstStyle/>
          <a:p>
            <a:pPr algn="just">
              <a:spcBef>
                <a:spcPts val="600"/>
              </a:spcBef>
              <a:buSzPct val="100000"/>
            </a:pPr>
            <a:r>
              <a:rPr lang="en-US" sz="1600" b="1" dirty="0">
                <a:solidFill>
                  <a:srgbClr val="009A44"/>
                </a:solidFill>
              </a:rPr>
              <a:t>Other Trainings++</a:t>
            </a:r>
          </a:p>
          <a:p>
            <a:pPr marL="171450" indent="-171450" algn="just">
              <a:buSzPct val="100000"/>
              <a:buFont typeface="Arial" panose="020B0604020202020204" pitchFamily="34" charset="0"/>
              <a:buChar char="•"/>
            </a:pPr>
            <a:r>
              <a:rPr lang="en-US" sz="1400" i="1" dirty="0">
                <a:solidFill>
                  <a:srgbClr val="313131"/>
                </a:solidFill>
              </a:rPr>
              <a:t>Leadership Trainings, Management &amp; Communication</a:t>
            </a:r>
          </a:p>
          <a:p>
            <a:pPr marL="171450" indent="-171450" algn="just">
              <a:buSzPct val="100000"/>
              <a:buFont typeface="Arial" panose="020B0604020202020204" pitchFamily="34" charset="0"/>
              <a:buChar char="•"/>
            </a:pPr>
            <a:r>
              <a:rPr lang="en-US" sz="1400" i="1" dirty="0">
                <a:solidFill>
                  <a:srgbClr val="313131"/>
                </a:solidFill>
              </a:rPr>
              <a:t>Energy Conservation, Audit, Demand side management, Power Trading</a:t>
            </a:r>
          </a:p>
          <a:p>
            <a:pPr marL="171450" indent="-171450" algn="just">
              <a:buSzPct val="100000"/>
              <a:buFont typeface="Arial" panose="020B0604020202020204" pitchFamily="34" charset="0"/>
              <a:buChar char="•"/>
            </a:pPr>
            <a:r>
              <a:rPr lang="en-US" sz="1400" i="1" dirty="0">
                <a:solidFill>
                  <a:srgbClr val="313131"/>
                </a:solidFill>
              </a:rPr>
              <a:t>New and emerging areas in power sector - BESS, PSP, Hydrogen, etc.</a:t>
            </a:r>
          </a:p>
        </p:txBody>
      </p:sp>
      <p:sp>
        <p:nvSpPr>
          <p:cNvPr id="63" name="Oval 62">
            <a:extLst>
              <a:ext uri="{FF2B5EF4-FFF2-40B4-BE49-F238E27FC236}">
                <a16:creationId xmlns:a16="http://schemas.microsoft.com/office/drawing/2014/main" id="{DB529A32-8538-50F8-E273-39945BB0D6B7}"/>
              </a:ext>
            </a:extLst>
          </p:cNvPr>
          <p:cNvSpPr/>
          <p:nvPr/>
        </p:nvSpPr>
        <p:spPr bwMode="gray">
          <a:xfrm>
            <a:off x="9572182" y="6942824"/>
            <a:ext cx="411480" cy="407719"/>
          </a:xfrm>
          <a:prstGeom prst="ellipse">
            <a:avLst/>
          </a:prstGeom>
          <a:solidFill>
            <a:srgbClr val="18F689"/>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64" name="TextBox 63">
            <a:extLst>
              <a:ext uri="{FF2B5EF4-FFF2-40B4-BE49-F238E27FC236}">
                <a16:creationId xmlns:a16="http://schemas.microsoft.com/office/drawing/2014/main" id="{2B155B32-CD95-6B6A-B05F-7111D47B8351}"/>
              </a:ext>
            </a:extLst>
          </p:cNvPr>
          <p:cNvSpPr txBox="1"/>
          <p:nvPr/>
        </p:nvSpPr>
        <p:spPr>
          <a:xfrm>
            <a:off x="10058398" y="7080862"/>
            <a:ext cx="2594576" cy="153888"/>
          </a:xfrm>
          <a:prstGeom prst="rect">
            <a:avLst/>
          </a:prstGeom>
          <a:noFill/>
        </p:spPr>
        <p:txBody>
          <a:bodyPr wrap="square" lIns="0" tIns="0" rIns="0" bIns="0" rtlCol="0">
            <a:spAutoFit/>
          </a:bodyPr>
          <a:lstStyle/>
          <a:p>
            <a:pPr>
              <a:spcBef>
                <a:spcPts val="600"/>
              </a:spcBef>
              <a:buSzPct val="100000"/>
            </a:pPr>
            <a:r>
              <a:rPr lang="en-US" sz="1000" i="1" dirty="0">
                <a:solidFill>
                  <a:srgbClr val="313131"/>
                </a:solidFill>
              </a:rPr>
              <a:t>Requirement of External Support</a:t>
            </a:r>
          </a:p>
        </p:txBody>
      </p:sp>
      <p:sp>
        <p:nvSpPr>
          <p:cNvPr id="65" name="Oval 64">
            <a:extLst>
              <a:ext uri="{FF2B5EF4-FFF2-40B4-BE49-F238E27FC236}">
                <a16:creationId xmlns:a16="http://schemas.microsoft.com/office/drawing/2014/main" id="{CEE480A2-899E-31D6-6735-42BC3ED202A8}"/>
              </a:ext>
            </a:extLst>
          </p:cNvPr>
          <p:cNvSpPr/>
          <p:nvPr/>
        </p:nvSpPr>
        <p:spPr bwMode="gray">
          <a:xfrm>
            <a:off x="11496069" y="5749534"/>
            <a:ext cx="1252728" cy="560911"/>
          </a:xfrm>
          <a:prstGeom prst="ellipse">
            <a:avLst/>
          </a:prstGeom>
          <a:solidFill>
            <a:schemeClr val="accent3">
              <a:lumMod val="20000"/>
              <a:lumOff val="80000"/>
            </a:schemeClr>
          </a:solidFill>
          <a:ln w="19050" algn="ctr">
            <a:solidFill>
              <a:schemeClr val="tx1"/>
            </a:solidFill>
            <a:prstDash val="lgDash"/>
            <a:miter lim="800000"/>
            <a:headEnd/>
            <a:tailEnd/>
          </a:ln>
        </p:spPr>
        <p:txBody>
          <a:bodyPr wrap="square" lIns="88900" tIns="88900" rIns="88900" bIns="88900" rtlCol="0" anchor="ctr"/>
          <a:lstStyle/>
          <a:p>
            <a:pPr algn="ctr">
              <a:lnSpc>
                <a:spcPct val="106000"/>
              </a:lnSpc>
              <a:buFont typeface="Wingdings 2" pitchFamily="18" charset="2"/>
              <a:buNone/>
            </a:pPr>
            <a:r>
              <a:rPr lang="en-US" sz="1300" b="1" i="1" dirty="0"/>
              <a:t>2 Weeks</a:t>
            </a:r>
          </a:p>
        </p:txBody>
      </p:sp>
      <p:sp>
        <p:nvSpPr>
          <p:cNvPr id="12" name="Freeform 11">
            <a:extLst>
              <a:ext uri="{FF2B5EF4-FFF2-40B4-BE49-F238E27FC236}">
                <a16:creationId xmlns:a16="http://schemas.microsoft.com/office/drawing/2014/main" id="{6229F525-A987-E31F-4BB6-9D3167455AF6}"/>
              </a:ext>
            </a:extLst>
          </p:cNvPr>
          <p:cNvSpPr>
            <a:spLocks/>
          </p:cNvSpPr>
          <p:nvPr/>
        </p:nvSpPr>
        <p:spPr bwMode="auto">
          <a:xfrm>
            <a:off x="879083" y="1234066"/>
            <a:ext cx="2635298" cy="831526"/>
          </a:xfrm>
          <a:custGeom>
            <a:avLst/>
            <a:gdLst>
              <a:gd name="T0" fmla="*/ 191 w 758"/>
              <a:gd name="T1" fmla="*/ 652 h 652"/>
              <a:gd name="T2" fmla="*/ 0 w 758"/>
              <a:gd name="T3" fmla="*/ 326 h 652"/>
              <a:gd name="T4" fmla="*/ 191 w 758"/>
              <a:gd name="T5" fmla="*/ 0 h 652"/>
              <a:gd name="T6" fmla="*/ 567 w 758"/>
              <a:gd name="T7" fmla="*/ 0 h 652"/>
              <a:gd name="T8" fmla="*/ 758 w 758"/>
              <a:gd name="T9" fmla="*/ 326 h 652"/>
              <a:gd name="T10" fmla="*/ 567 w 758"/>
              <a:gd name="T11" fmla="*/ 652 h 652"/>
              <a:gd name="T12" fmla="*/ 191 w 758"/>
              <a:gd name="T13" fmla="*/ 652 h 652"/>
            </a:gdLst>
            <a:ahLst/>
            <a:cxnLst>
              <a:cxn ang="0">
                <a:pos x="T0" y="T1"/>
              </a:cxn>
              <a:cxn ang="0">
                <a:pos x="T2" y="T3"/>
              </a:cxn>
              <a:cxn ang="0">
                <a:pos x="T4" y="T5"/>
              </a:cxn>
              <a:cxn ang="0">
                <a:pos x="T6" y="T7"/>
              </a:cxn>
              <a:cxn ang="0">
                <a:pos x="T8" y="T9"/>
              </a:cxn>
              <a:cxn ang="0">
                <a:pos x="T10" y="T11"/>
              </a:cxn>
              <a:cxn ang="0">
                <a:pos x="T12" y="T13"/>
              </a:cxn>
            </a:cxnLst>
            <a:rect l="0" t="0" r="r" b="b"/>
            <a:pathLst>
              <a:path w="758" h="652">
                <a:moveTo>
                  <a:pt x="191" y="652"/>
                </a:moveTo>
                <a:lnTo>
                  <a:pt x="0" y="326"/>
                </a:lnTo>
                <a:lnTo>
                  <a:pt x="191" y="0"/>
                </a:lnTo>
                <a:lnTo>
                  <a:pt x="567" y="0"/>
                </a:lnTo>
                <a:lnTo>
                  <a:pt x="758" y="326"/>
                </a:lnTo>
                <a:lnTo>
                  <a:pt x="567" y="652"/>
                </a:lnTo>
                <a:lnTo>
                  <a:pt x="191" y="652"/>
                </a:lnTo>
                <a:close/>
              </a:path>
            </a:pathLst>
          </a:custGeom>
          <a:solidFill>
            <a:srgbClr val="86BC25"/>
          </a:solidFill>
          <a:ln w="12700" cap="flat">
            <a:solidFill>
              <a:schemeClr val="bg1"/>
            </a:solidFill>
            <a:prstDash val="solid"/>
            <a:miter lim="800000"/>
            <a:headEnd/>
            <a:tailEnd/>
          </a:ln>
        </p:spPr>
        <p:txBody>
          <a:bodyPr vert="horz" wrap="square" lIns="91370" tIns="45685" rIns="91370" bIns="45685" numCol="1" anchor="ctr" anchorCtr="0" compatLnSpc="1">
            <a:prstTxWarp prst="textNoShape">
              <a:avLst/>
            </a:prstTxWarp>
          </a:bodyPr>
          <a:lstStyle/>
          <a:p>
            <a:pPr algn="ctr">
              <a:spcBef>
                <a:spcPts val="600"/>
              </a:spcBef>
              <a:buSzPct val="100000"/>
            </a:pPr>
            <a:r>
              <a:rPr lang="en-US" sz="1500" b="1" dirty="0">
                <a:solidFill>
                  <a:schemeClr val="bg1"/>
                </a:solidFill>
              </a:rPr>
              <a:t>Area 5 </a:t>
            </a:r>
          </a:p>
        </p:txBody>
      </p:sp>
      <p:sp>
        <p:nvSpPr>
          <p:cNvPr id="16" name="Freeform 11">
            <a:extLst>
              <a:ext uri="{FF2B5EF4-FFF2-40B4-BE49-F238E27FC236}">
                <a16:creationId xmlns:a16="http://schemas.microsoft.com/office/drawing/2014/main" id="{F80879B0-F7F3-618A-ADD9-EF639ECF912E}"/>
              </a:ext>
            </a:extLst>
          </p:cNvPr>
          <p:cNvSpPr>
            <a:spLocks/>
          </p:cNvSpPr>
          <p:nvPr/>
        </p:nvSpPr>
        <p:spPr bwMode="auto">
          <a:xfrm>
            <a:off x="879083" y="2727908"/>
            <a:ext cx="2635298" cy="831526"/>
          </a:xfrm>
          <a:custGeom>
            <a:avLst/>
            <a:gdLst>
              <a:gd name="T0" fmla="*/ 191 w 758"/>
              <a:gd name="T1" fmla="*/ 652 h 652"/>
              <a:gd name="T2" fmla="*/ 0 w 758"/>
              <a:gd name="T3" fmla="*/ 326 h 652"/>
              <a:gd name="T4" fmla="*/ 191 w 758"/>
              <a:gd name="T5" fmla="*/ 0 h 652"/>
              <a:gd name="T6" fmla="*/ 567 w 758"/>
              <a:gd name="T7" fmla="*/ 0 h 652"/>
              <a:gd name="T8" fmla="*/ 758 w 758"/>
              <a:gd name="T9" fmla="*/ 326 h 652"/>
              <a:gd name="T10" fmla="*/ 567 w 758"/>
              <a:gd name="T11" fmla="*/ 652 h 652"/>
              <a:gd name="T12" fmla="*/ 191 w 758"/>
              <a:gd name="T13" fmla="*/ 652 h 652"/>
            </a:gdLst>
            <a:ahLst/>
            <a:cxnLst>
              <a:cxn ang="0">
                <a:pos x="T0" y="T1"/>
              </a:cxn>
              <a:cxn ang="0">
                <a:pos x="T2" y="T3"/>
              </a:cxn>
              <a:cxn ang="0">
                <a:pos x="T4" y="T5"/>
              </a:cxn>
              <a:cxn ang="0">
                <a:pos x="T6" y="T7"/>
              </a:cxn>
              <a:cxn ang="0">
                <a:pos x="T8" y="T9"/>
              </a:cxn>
              <a:cxn ang="0">
                <a:pos x="T10" y="T11"/>
              </a:cxn>
              <a:cxn ang="0">
                <a:pos x="T12" y="T13"/>
              </a:cxn>
            </a:cxnLst>
            <a:rect l="0" t="0" r="r" b="b"/>
            <a:pathLst>
              <a:path w="758" h="652">
                <a:moveTo>
                  <a:pt x="191" y="652"/>
                </a:moveTo>
                <a:lnTo>
                  <a:pt x="0" y="326"/>
                </a:lnTo>
                <a:lnTo>
                  <a:pt x="191" y="0"/>
                </a:lnTo>
                <a:lnTo>
                  <a:pt x="567" y="0"/>
                </a:lnTo>
                <a:lnTo>
                  <a:pt x="758" y="326"/>
                </a:lnTo>
                <a:lnTo>
                  <a:pt x="567" y="652"/>
                </a:lnTo>
                <a:lnTo>
                  <a:pt x="191" y="652"/>
                </a:lnTo>
                <a:close/>
              </a:path>
            </a:pathLst>
          </a:custGeom>
          <a:solidFill>
            <a:srgbClr val="046A38"/>
          </a:solidFill>
          <a:ln w="12700" cap="flat">
            <a:solidFill>
              <a:schemeClr val="bg1"/>
            </a:solidFill>
            <a:prstDash val="solid"/>
            <a:miter lim="800000"/>
            <a:headEnd/>
            <a:tailEnd/>
          </a:ln>
        </p:spPr>
        <p:txBody>
          <a:bodyPr vert="horz" wrap="square" lIns="91370" tIns="45685" rIns="91370" bIns="45685" numCol="1" anchor="ctr" anchorCtr="0" compatLnSpc="1">
            <a:prstTxWarp prst="textNoShape">
              <a:avLst/>
            </a:prstTxWarp>
          </a:bodyPr>
          <a:lstStyle/>
          <a:p>
            <a:pPr algn="ctr">
              <a:spcBef>
                <a:spcPts val="600"/>
              </a:spcBef>
              <a:buSzPct val="100000"/>
            </a:pPr>
            <a:r>
              <a:rPr lang="en-US" sz="1500" b="1" dirty="0">
                <a:solidFill>
                  <a:schemeClr val="bg1"/>
                </a:solidFill>
              </a:rPr>
              <a:t>Area 6 </a:t>
            </a:r>
          </a:p>
        </p:txBody>
      </p:sp>
      <p:sp>
        <p:nvSpPr>
          <p:cNvPr id="18" name="Freeform 11">
            <a:extLst>
              <a:ext uri="{FF2B5EF4-FFF2-40B4-BE49-F238E27FC236}">
                <a16:creationId xmlns:a16="http://schemas.microsoft.com/office/drawing/2014/main" id="{ED978B0C-08CE-630E-208C-A5754AB5F18A}"/>
              </a:ext>
            </a:extLst>
          </p:cNvPr>
          <p:cNvSpPr>
            <a:spLocks/>
          </p:cNvSpPr>
          <p:nvPr/>
        </p:nvSpPr>
        <p:spPr bwMode="auto">
          <a:xfrm>
            <a:off x="873588" y="5649341"/>
            <a:ext cx="2635298" cy="831526"/>
          </a:xfrm>
          <a:custGeom>
            <a:avLst/>
            <a:gdLst>
              <a:gd name="T0" fmla="*/ 191 w 758"/>
              <a:gd name="T1" fmla="*/ 652 h 652"/>
              <a:gd name="T2" fmla="*/ 0 w 758"/>
              <a:gd name="T3" fmla="*/ 326 h 652"/>
              <a:gd name="T4" fmla="*/ 191 w 758"/>
              <a:gd name="T5" fmla="*/ 0 h 652"/>
              <a:gd name="T6" fmla="*/ 567 w 758"/>
              <a:gd name="T7" fmla="*/ 0 h 652"/>
              <a:gd name="T8" fmla="*/ 758 w 758"/>
              <a:gd name="T9" fmla="*/ 326 h 652"/>
              <a:gd name="T10" fmla="*/ 567 w 758"/>
              <a:gd name="T11" fmla="*/ 652 h 652"/>
              <a:gd name="T12" fmla="*/ 191 w 758"/>
              <a:gd name="T13" fmla="*/ 652 h 652"/>
            </a:gdLst>
            <a:ahLst/>
            <a:cxnLst>
              <a:cxn ang="0">
                <a:pos x="T0" y="T1"/>
              </a:cxn>
              <a:cxn ang="0">
                <a:pos x="T2" y="T3"/>
              </a:cxn>
              <a:cxn ang="0">
                <a:pos x="T4" y="T5"/>
              </a:cxn>
              <a:cxn ang="0">
                <a:pos x="T6" y="T7"/>
              </a:cxn>
              <a:cxn ang="0">
                <a:pos x="T8" y="T9"/>
              </a:cxn>
              <a:cxn ang="0">
                <a:pos x="T10" y="T11"/>
              </a:cxn>
              <a:cxn ang="0">
                <a:pos x="T12" y="T13"/>
              </a:cxn>
            </a:cxnLst>
            <a:rect l="0" t="0" r="r" b="b"/>
            <a:pathLst>
              <a:path w="758" h="652">
                <a:moveTo>
                  <a:pt x="191" y="652"/>
                </a:moveTo>
                <a:lnTo>
                  <a:pt x="0" y="326"/>
                </a:lnTo>
                <a:lnTo>
                  <a:pt x="191" y="0"/>
                </a:lnTo>
                <a:lnTo>
                  <a:pt x="567" y="0"/>
                </a:lnTo>
                <a:lnTo>
                  <a:pt x="758" y="326"/>
                </a:lnTo>
                <a:lnTo>
                  <a:pt x="567" y="652"/>
                </a:lnTo>
                <a:lnTo>
                  <a:pt x="191" y="652"/>
                </a:lnTo>
                <a:close/>
              </a:path>
            </a:pathLst>
          </a:custGeom>
          <a:solidFill>
            <a:srgbClr val="009A44"/>
          </a:solidFill>
          <a:ln w="12700" cap="flat">
            <a:solidFill>
              <a:schemeClr val="bg1"/>
            </a:solidFill>
            <a:prstDash val="solid"/>
            <a:miter lim="800000"/>
            <a:headEnd/>
            <a:tailEnd/>
          </a:ln>
        </p:spPr>
        <p:txBody>
          <a:bodyPr vert="horz" wrap="square" lIns="91370" tIns="45685" rIns="91370" bIns="45685" numCol="1" anchor="ctr" anchorCtr="0" compatLnSpc="1">
            <a:prstTxWarp prst="textNoShape">
              <a:avLst/>
            </a:prstTxWarp>
          </a:bodyPr>
          <a:lstStyle/>
          <a:p>
            <a:pPr algn="ctr">
              <a:spcBef>
                <a:spcPts val="600"/>
              </a:spcBef>
              <a:buSzPct val="100000"/>
            </a:pPr>
            <a:r>
              <a:rPr lang="en-US" sz="1500" b="1" dirty="0">
                <a:solidFill>
                  <a:schemeClr val="bg1"/>
                </a:solidFill>
              </a:rPr>
              <a:t>Area 8 </a:t>
            </a:r>
          </a:p>
        </p:txBody>
      </p:sp>
      <p:sp>
        <p:nvSpPr>
          <p:cNvPr id="19" name="Oval 18">
            <a:extLst>
              <a:ext uri="{FF2B5EF4-FFF2-40B4-BE49-F238E27FC236}">
                <a16:creationId xmlns:a16="http://schemas.microsoft.com/office/drawing/2014/main" id="{966E97E3-9077-9DB7-1DAB-07C9C0E91C86}"/>
              </a:ext>
            </a:extLst>
          </p:cNvPr>
          <p:cNvSpPr/>
          <p:nvPr/>
        </p:nvSpPr>
        <p:spPr bwMode="gray">
          <a:xfrm>
            <a:off x="347449" y="1467408"/>
            <a:ext cx="411480" cy="407719"/>
          </a:xfrm>
          <a:prstGeom prst="ellipse">
            <a:avLst/>
          </a:prstGeom>
          <a:solidFill>
            <a:schemeClr val="accent2">
              <a:lumMod val="60000"/>
              <a:lumOff val="40000"/>
            </a:schemeClr>
          </a:solidFill>
          <a:ln w="19050" algn="ctr">
            <a:noFill/>
            <a:miter lim="800000"/>
            <a:headEnd/>
            <a:tailEnd/>
          </a:ln>
        </p:spPr>
        <p:txBody>
          <a:bodyPr wrap="square" lIns="88900" tIns="88900" rIns="88900" bIns="88900" rtlCol="0" anchor="ctr"/>
          <a:lstStyle/>
          <a:p>
            <a:pPr algn="ctr">
              <a:lnSpc>
                <a:spcPct val="106000"/>
              </a:lnSpc>
            </a:pPr>
            <a:endParaRPr lang="en-US" sz="1500" b="1" dirty="0">
              <a:solidFill>
                <a:schemeClr val="bg1"/>
              </a:solidFill>
            </a:endParaRPr>
          </a:p>
        </p:txBody>
      </p:sp>
      <p:sp>
        <p:nvSpPr>
          <p:cNvPr id="4" name="Oval 3">
            <a:extLst>
              <a:ext uri="{FF2B5EF4-FFF2-40B4-BE49-F238E27FC236}">
                <a16:creationId xmlns:a16="http://schemas.microsoft.com/office/drawing/2014/main" id="{F08BBACC-551B-6983-052B-5224EFD84BCC}"/>
              </a:ext>
            </a:extLst>
          </p:cNvPr>
          <p:cNvSpPr/>
          <p:nvPr/>
        </p:nvSpPr>
        <p:spPr bwMode="gray">
          <a:xfrm>
            <a:off x="347449" y="4193210"/>
            <a:ext cx="411480" cy="407719"/>
          </a:xfrm>
          <a:prstGeom prst="ellipse">
            <a:avLst/>
          </a:prstGeom>
          <a:solidFill>
            <a:schemeClr val="accent2">
              <a:lumMod val="60000"/>
              <a:lumOff val="40000"/>
            </a:schemeClr>
          </a:solidFill>
          <a:ln w="19050" algn="ctr">
            <a:noFill/>
            <a:miter lim="800000"/>
            <a:headEnd/>
            <a:tailEnd/>
          </a:ln>
        </p:spPr>
        <p:txBody>
          <a:bodyPr wrap="square" lIns="88900" tIns="88900" rIns="88900" bIns="88900" rtlCol="0" anchor="ctr"/>
          <a:lstStyle/>
          <a:p>
            <a:pPr algn="ctr">
              <a:lnSpc>
                <a:spcPct val="106000"/>
              </a:lnSpc>
            </a:pPr>
            <a:endParaRPr lang="en-US" sz="1500" b="1" dirty="0">
              <a:solidFill>
                <a:schemeClr val="bg1"/>
              </a:solidFill>
            </a:endParaRPr>
          </a:p>
        </p:txBody>
      </p:sp>
      <p:sp>
        <p:nvSpPr>
          <p:cNvPr id="5" name="Freeform 11">
            <a:extLst>
              <a:ext uri="{FF2B5EF4-FFF2-40B4-BE49-F238E27FC236}">
                <a16:creationId xmlns:a16="http://schemas.microsoft.com/office/drawing/2014/main" id="{F8E2592C-DF5F-3F04-98AD-5C2075A19B4F}"/>
              </a:ext>
            </a:extLst>
          </p:cNvPr>
          <p:cNvSpPr>
            <a:spLocks/>
          </p:cNvSpPr>
          <p:nvPr/>
        </p:nvSpPr>
        <p:spPr bwMode="auto">
          <a:xfrm>
            <a:off x="873588" y="3971561"/>
            <a:ext cx="2635298" cy="831526"/>
          </a:xfrm>
          <a:custGeom>
            <a:avLst/>
            <a:gdLst>
              <a:gd name="T0" fmla="*/ 191 w 758"/>
              <a:gd name="T1" fmla="*/ 652 h 652"/>
              <a:gd name="T2" fmla="*/ 0 w 758"/>
              <a:gd name="T3" fmla="*/ 326 h 652"/>
              <a:gd name="T4" fmla="*/ 191 w 758"/>
              <a:gd name="T5" fmla="*/ 0 h 652"/>
              <a:gd name="T6" fmla="*/ 567 w 758"/>
              <a:gd name="T7" fmla="*/ 0 h 652"/>
              <a:gd name="T8" fmla="*/ 758 w 758"/>
              <a:gd name="T9" fmla="*/ 326 h 652"/>
              <a:gd name="T10" fmla="*/ 567 w 758"/>
              <a:gd name="T11" fmla="*/ 652 h 652"/>
              <a:gd name="T12" fmla="*/ 191 w 758"/>
              <a:gd name="T13" fmla="*/ 652 h 652"/>
            </a:gdLst>
            <a:ahLst/>
            <a:cxnLst>
              <a:cxn ang="0">
                <a:pos x="T0" y="T1"/>
              </a:cxn>
              <a:cxn ang="0">
                <a:pos x="T2" y="T3"/>
              </a:cxn>
              <a:cxn ang="0">
                <a:pos x="T4" y="T5"/>
              </a:cxn>
              <a:cxn ang="0">
                <a:pos x="T6" y="T7"/>
              </a:cxn>
              <a:cxn ang="0">
                <a:pos x="T8" y="T9"/>
              </a:cxn>
              <a:cxn ang="0">
                <a:pos x="T10" y="T11"/>
              </a:cxn>
              <a:cxn ang="0">
                <a:pos x="T12" y="T13"/>
              </a:cxn>
            </a:cxnLst>
            <a:rect l="0" t="0" r="r" b="b"/>
            <a:pathLst>
              <a:path w="758" h="652">
                <a:moveTo>
                  <a:pt x="191" y="652"/>
                </a:moveTo>
                <a:lnTo>
                  <a:pt x="0" y="326"/>
                </a:lnTo>
                <a:lnTo>
                  <a:pt x="191" y="0"/>
                </a:lnTo>
                <a:lnTo>
                  <a:pt x="567" y="0"/>
                </a:lnTo>
                <a:lnTo>
                  <a:pt x="758" y="326"/>
                </a:lnTo>
                <a:lnTo>
                  <a:pt x="567" y="652"/>
                </a:lnTo>
                <a:lnTo>
                  <a:pt x="191" y="652"/>
                </a:lnTo>
                <a:close/>
              </a:path>
            </a:pathLst>
          </a:custGeom>
          <a:solidFill>
            <a:schemeClr val="tx1">
              <a:lumMod val="95000"/>
              <a:lumOff val="5000"/>
            </a:schemeClr>
          </a:solidFill>
          <a:ln w="12700" cap="flat">
            <a:solidFill>
              <a:schemeClr val="bg1"/>
            </a:solidFill>
            <a:prstDash val="solid"/>
            <a:miter lim="800000"/>
            <a:headEnd/>
            <a:tailEnd/>
          </a:ln>
        </p:spPr>
        <p:txBody>
          <a:bodyPr vert="horz" wrap="square" lIns="91370" tIns="45685" rIns="91370" bIns="45685" numCol="1" anchor="ctr" anchorCtr="0" compatLnSpc="1">
            <a:prstTxWarp prst="textNoShape">
              <a:avLst/>
            </a:prstTxWarp>
          </a:bodyPr>
          <a:lstStyle/>
          <a:p>
            <a:pPr algn="ctr">
              <a:spcBef>
                <a:spcPts val="600"/>
              </a:spcBef>
              <a:buSzPct val="100000"/>
            </a:pPr>
            <a:r>
              <a:rPr lang="en-US" sz="1500" b="1" dirty="0">
                <a:solidFill>
                  <a:schemeClr val="bg1"/>
                </a:solidFill>
              </a:rPr>
              <a:t>Area 7</a:t>
            </a:r>
          </a:p>
        </p:txBody>
      </p:sp>
      <p:sp>
        <p:nvSpPr>
          <p:cNvPr id="2" name="TextBox 1">
            <a:extLst>
              <a:ext uri="{FF2B5EF4-FFF2-40B4-BE49-F238E27FC236}">
                <a16:creationId xmlns:a16="http://schemas.microsoft.com/office/drawing/2014/main" id="{F66AF9AC-69BF-D0B8-8D5B-0183C18BB6C7}"/>
              </a:ext>
            </a:extLst>
          </p:cNvPr>
          <p:cNvSpPr txBox="1"/>
          <p:nvPr/>
        </p:nvSpPr>
        <p:spPr>
          <a:xfrm>
            <a:off x="11255503" y="3278567"/>
            <a:ext cx="1733860" cy="461665"/>
          </a:xfrm>
          <a:prstGeom prst="rect">
            <a:avLst/>
          </a:prstGeom>
          <a:noFill/>
        </p:spPr>
        <p:txBody>
          <a:bodyPr wrap="square">
            <a:spAutoFit/>
          </a:bodyPr>
          <a:lstStyle/>
          <a:p>
            <a:pPr algn="ctr"/>
            <a:r>
              <a:rPr lang="en-US" sz="1200" b="1" i="1" u="none" strike="noStrike" dirty="0">
                <a:solidFill>
                  <a:schemeClr val="accent5"/>
                </a:solidFill>
                <a:effectLst/>
                <a:latin typeface="Verdana" panose="020B0604030504040204" pitchFamily="34" charset="0"/>
              </a:rPr>
              <a:t>1 day of Training progra</a:t>
            </a:r>
            <a:r>
              <a:rPr lang="en-US" sz="1200" b="1" i="1" dirty="0">
                <a:solidFill>
                  <a:schemeClr val="accent5"/>
                </a:solidFill>
                <a:latin typeface="Verdana" panose="020B0604030504040204" pitchFamily="34" charset="0"/>
              </a:rPr>
              <a:t>m</a:t>
            </a:r>
            <a:endParaRPr lang="en-US" sz="1200" b="1" i="1" dirty="0">
              <a:solidFill>
                <a:schemeClr val="accent5"/>
              </a:solidFill>
            </a:endParaRPr>
          </a:p>
        </p:txBody>
      </p:sp>
      <p:sp>
        <p:nvSpPr>
          <p:cNvPr id="7" name="TextBox 6">
            <a:extLst>
              <a:ext uri="{FF2B5EF4-FFF2-40B4-BE49-F238E27FC236}">
                <a16:creationId xmlns:a16="http://schemas.microsoft.com/office/drawing/2014/main" id="{05275E21-F5C1-1A2F-FBD5-5BE862DCB494}"/>
              </a:ext>
            </a:extLst>
          </p:cNvPr>
          <p:cNvSpPr txBox="1"/>
          <p:nvPr/>
        </p:nvSpPr>
        <p:spPr>
          <a:xfrm>
            <a:off x="11255503" y="4824309"/>
            <a:ext cx="1733860" cy="461665"/>
          </a:xfrm>
          <a:prstGeom prst="rect">
            <a:avLst/>
          </a:prstGeom>
          <a:noFill/>
        </p:spPr>
        <p:txBody>
          <a:bodyPr wrap="square">
            <a:spAutoFit/>
          </a:bodyPr>
          <a:lstStyle/>
          <a:p>
            <a:pPr algn="ctr"/>
            <a:r>
              <a:rPr lang="en-US" sz="1200" b="1" i="1" u="none" strike="noStrike" dirty="0">
                <a:solidFill>
                  <a:schemeClr val="accent5"/>
                </a:solidFill>
                <a:effectLst/>
                <a:latin typeface="Verdana" panose="020B0604030504040204" pitchFamily="34" charset="0"/>
              </a:rPr>
              <a:t>1 day of Training progra</a:t>
            </a:r>
            <a:r>
              <a:rPr lang="en-US" sz="1200" b="1" i="1" dirty="0">
                <a:solidFill>
                  <a:schemeClr val="accent5"/>
                </a:solidFill>
                <a:latin typeface="Verdana" panose="020B0604030504040204" pitchFamily="34" charset="0"/>
              </a:rPr>
              <a:t>m</a:t>
            </a:r>
            <a:endParaRPr lang="en-US" sz="1200" b="1" i="1" dirty="0">
              <a:solidFill>
                <a:schemeClr val="accent5"/>
              </a:solidFill>
            </a:endParaRPr>
          </a:p>
        </p:txBody>
      </p:sp>
      <p:sp>
        <p:nvSpPr>
          <p:cNvPr id="8" name="TextBox 7">
            <a:extLst>
              <a:ext uri="{FF2B5EF4-FFF2-40B4-BE49-F238E27FC236}">
                <a16:creationId xmlns:a16="http://schemas.microsoft.com/office/drawing/2014/main" id="{D38F34BD-B07F-F786-528D-CE91D23FBCAF}"/>
              </a:ext>
            </a:extLst>
          </p:cNvPr>
          <p:cNvSpPr txBox="1"/>
          <p:nvPr/>
        </p:nvSpPr>
        <p:spPr>
          <a:xfrm>
            <a:off x="11289458" y="1832748"/>
            <a:ext cx="1733860" cy="646331"/>
          </a:xfrm>
          <a:prstGeom prst="rect">
            <a:avLst/>
          </a:prstGeom>
          <a:noFill/>
        </p:spPr>
        <p:txBody>
          <a:bodyPr wrap="square">
            <a:spAutoFit/>
          </a:bodyPr>
          <a:lstStyle/>
          <a:p>
            <a:pPr algn="ctr"/>
            <a:r>
              <a:rPr lang="en-US" sz="1200" b="1" i="1" u="none" strike="noStrike" dirty="0">
                <a:solidFill>
                  <a:schemeClr val="accent5"/>
                </a:solidFill>
                <a:effectLst/>
                <a:latin typeface="Verdana" panose="020B0604030504040204" pitchFamily="34" charset="0"/>
              </a:rPr>
              <a:t>~1-2 days for each Training progra</a:t>
            </a:r>
            <a:r>
              <a:rPr lang="en-US" sz="1200" b="1" i="1" dirty="0">
                <a:solidFill>
                  <a:schemeClr val="accent5"/>
                </a:solidFill>
                <a:latin typeface="Verdana" panose="020B0604030504040204" pitchFamily="34" charset="0"/>
              </a:rPr>
              <a:t>m</a:t>
            </a:r>
            <a:endParaRPr lang="en-US" sz="1200" b="1" i="1" dirty="0">
              <a:solidFill>
                <a:schemeClr val="accent5"/>
              </a:solidFill>
            </a:endParaRPr>
          </a:p>
        </p:txBody>
      </p:sp>
      <p:sp>
        <p:nvSpPr>
          <p:cNvPr id="10" name="TextBox 9">
            <a:extLst>
              <a:ext uri="{FF2B5EF4-FFF2-40B4-BE49-F238E27FC236}">
                <a16:creationId xmlns:a16="http://schemas.microsoft.com/office/drawing/2014/main" id="{C533888E-BFEF-9A27-53A5-D49ACB955070}"/>
              </a:ext>
            </a:extLst>
          </p:cNvPr>
          <p:cNvSpPr txBox="1"/>
          <p:nvPr/>
        </p:nvSpPr>
        <p:spPr>
          <a:xfrm>
            <a:off x="462711" y="6721741"/>
            <a:ext cx="1994053" cy="276999"/>
          </a:xfrm>
          <a:prstGeom prst="rect">
            <a:avLst/>
          </a:prstGeom>
          <a:noFill/>
        </p:spPr>
        <p:txBody>
          <a:bodyPr wrap="square">
            <a:spAutoFit/>
          </a:bodyPr>
          <a:lstStyle/>
          <a:p>
            <a:r>
              <a:rPr lang="en-US" sz="1200" i="1" dirty="0">
                <a:solidFill>
                  <a:srgbClr val="313131"/>
                </a:solidFill>
              </a:rPr>
              <a:t>**To be firmed up</a:t>
            </a:r>
            <a:endParaRPr lang="en-US" sz="1200" dirty="0"/>
          </a:p>
        </p:txBody>
      </p:sp>
      <p:sp>
        <p:nvSpPr>
          <p:cNvPr id="11" name="TextBox 10">
            <a:extLst>
              <a:ext uri="{FF2B5EF4-FFF2-40B4-BE49-F238E27FC236}">
                <a16:creationId xmlns:a16="http://schemas.microsoft.com/office/drawing/2014/main" id="{5F3A7D3D-85C2-059F-4242-C9EFE7B439B6}"/>
              </a:ext>
            </a:extLst>
          </p:cNvPr>
          <p:cNvSpPr txBox="1"/>
          <p:nvPr/>
        </p:nvSpPr>
        <p:spPr>
          <a:xfrm>
            <a:off x="440674" y="7003743"/>
            <a:ext cx="9056771" cy="276999"/>
          </a:xfrm>
          <a:prstGeom prst="rect">
            <a:avLst/>
          </a:prstGeom>
          <a:noFill/>
        </p:spPr>
        <p:txBody>
          <a:bodyPr wrap="square">
            <a:spAutoFit/>
          </a:bodyPr>
          <a:lstStyle/>
          <a:p>
            <a:r>
              <a:rPr lang="en-US" sz="1200" b="1" i="1" dirty="0">
                <a:solidFill>
                  <a:srgbClr val="313131"/>
                </a:solidFill>
              </a:rPr>
              <a:t>Note:</a:t>
            </a:r>
            <a:r>
              <a:rPr lang="en-US" sz="1200" i="1" dirty="0">
                <a:solidFill>
                  <a:srgbClr val="313131"/>
                </a:solidFill>
              </a:rPr>
              <a:t> Total indicative timeframe includes preparatory work of EAs </a:t>
            </a:r>
            <a:r>
              <a:rPr lang="en-US" sz="1200" i="1" dirty="0" err="1">
                <a:solidFill>
                  <a:srgbClr val="313131"/>
                </a:solidFill>
              </a:rPr>
              <a:t>wrt</a:t>
            </a:r>
            <a:r>
              <a:rPr lang="en-US" sz="1200" i="1" dirty="0">
                <a:solidFill>
                  <a:srgbClr val="313131"/>
                </a:solidFill>
              </a:rPr>
              <a:t> each topic along with actual training period</a:t>
            </a:r>
            <a:endParaRPr lang="en-US" sz="1200" dirty="0"/>
          </a:p>
        </p:txBody>
      </p:sp>
      <p:sp>
        <p:nvSpPr>
          <p:cNvPr id="9" name="TextBox 8">
            <a:extLst>
              <a:ext uri="{FF2B5EF4-FFF2-40B4-BE49-F238E27FC236}">
                <a16:creationId xmlns:a16="http://schemas.microsoft.com/office/drawing/2014/main" id="{5A5069DE-E957-E09A-D51B-C8FA20C040F7}"/>
              </a:ext>
            </a:extLst>
          </p:cNvPr>
          <p:cNvSpPr txBox="1"/>
          <p:nvPr/>
        </p:nvSpPr>
        <p:spPr>
          <a:xfrm>
            <a:off x="11293232" y="6339022"/>
            <a:ext cx="1733860" cy="276999"/>
          </a:xfrm>
          <a:prstGeom prst="rect">
            <a:avLst/>
          </a:prstGeom>
          <a:noFill/>
        </p:spPr>
        <p:txBody>
          <a:bodyPr wrap="square">
            <a:spAutoFit/>
          </a:bodyPr>
          <a:lstStyle/>
          <a:p>
            <a:pPr algn="ctr"/>
            <a:r>
              <a:rPr lang="en-US" sz="1200" b="1" i="1" u="none" strike="noStrike" dirty="0">
                <a:solidFill>
                  <a:schemeClr val="accent5"/>
                </a:solidFill>
                <a:effectLst/>
                <a:latin typeface="Verdana" panose="020B0604030504040204" pitchFamily="34" charset="0"/>
              </a:rPr>
              <a:t>TBD</a:t>
            </a:r>
            <a:endParaRPr lang="en-US" sz="1200" b="1" i="1" dirty="0">
              <a:solidFill>
                <a:schemeClr val="accent5"/>
              </a:solidFill>
            </a:endParaRPr>
          </a:p>
        </p:txBody>
      </p:sp>
    </p:spTree>
    <p:extLst>
      <p:ext uri="{BB962C8B-B14F-4D97-AF65-F5344CB8AC3E}">
        <p14:creationId xmlns:p14="http://schemas.microsoft.com/office/powerpoint/2010/main" val="1736556159"/>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BE0EA5-C61B-5F1A-1048-13242C49BF4E}"/>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1871E509-CB75-6FF9-1B9E-3D326A88A541}"/>
              </a:ext>
            </a:extLst>
          </p:cNvPr>
          <p:cNvGraphicFramePr>
            <a:graphicFrameLocks noChangeAspect="1"/>
          </p:cNvGraphicFramePr>
          <p:nvPr>
            <p:custDataLst>
              <p:tags r:id="rId1"/>
            </p:custDataLst>
            <p:extLst>
              <p:ext uri="{D42A27DB-BD31-4B8C-83A1-F6EECF244321}">
                <p14:modId xmlns:p14="http://schemas.microsoft.com/office/powerpoint/2010/main" val="36084520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1871E509-CB75-6FF9-1B9E-3D326A88A54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5542C14F-D204-7FEB-20C6-CF278836BD3A}"/>
              </a:ext>
            </a:extLst>
          </p:cNvPr>
          <p:cNvSpPr>
            <a:spLocks noGrp="1"/>
          </p:cNvSpPr>
          <p:nvPr>
            <p:ph type="title"/>
          </p:nvPr>
        </p:nvSpPr>
        <p:spPr/>
        <p:txBody>
          <a:bodyPr vert="horz"/>
          <a:lstStyle/>
          <a:p>
            <a:r>
              <a:rPr lang="en-US" dirty="0"/>
              <a:t>Module C: Training and Capacity Building (3/3)</a:t>
            </a:r>
            <a:br>
              <a:rPr lang="en-US" dirty="0"/>
            </a:br>
            <a:endParaRPr lang="en-US" dirty="0"/>
          </a:p>
        </p:txBody>
      </p:sp>
      <p:sp>
        <p:nvSpPr>
          <p:cNvPr id="24" name="Oval 23">
            <a:extLst>
              <a:ext uri="{FF2B5EF4-FFF2-40B4-BE49-F238E27FC236}">
                <a16:creationId xmlns:a16="http://schemas.microsoft.com/office/drawing/2014/main" id="{6B6D0791-CB94-10F6-A072-4F601482BD0E}"/>
              </a:ext>
            </a:extLst>
          </p:cNvPr>
          <p:cNvSpPr/>
          <p:nvPr/>
        </p:nvSpPr>
        <p:spPr bwMode="gray">
          <a:xfrm>
            <a:off x="11488999" y="1191032"/>
            <a:ext cx="1252728" cy="560911"/>
          </a:xfrm>
          <a:prstGeom prst="ellipse">
            <a:avLst/>
          </a:prstGeom>
          <a:solidFill>
            <a:schemeClr val="accent3">
              <a:lumMod val="20000"/>
              <a:lumOff val="80000"/>
            </a:schemeClr>
          </a:solidFill>
          <a:ln w="19050" algn="ctr">
            <a:solidFill>
              <a:schemeClr val="tx1"/>
            </a:solidFill>
            <a:prstDash val="lgDash"/>
            <a:miter lim="800000"/>
            <a:headEnd/>
            <a:tailEnd/>
          </a:ln>
        </p:spPr>
        <p:txBody>
          <a:bodyPr wrap="square" lIns="88900" tIns="88900" rIns="88900" bIns="88900" rtlCol="0" anchor="ctr"/>
          <a:lstStyle/>
          <a:p>
            <a:pPr algn="ctr">
              <a:lnSpc>
                <a:spcPct val="106000"/>
              </a:lnSpc>
              <a:buFont typeface="Wingdings 2" pitchFamily="18" charset="2"/>
              <a:buNone/>
            </a:pPr>
            <a:r>
              <a:rPr lang="en-US" sz="1300" b="1" i="1" dirty="0"/>
              <a:t>TBD</a:t>
            </a:r>
          </a:p>
        </p:txBody>
      </p:sp>
      <p:sp>
        <p:nvSpPr>
          <p:cNvPr id="43" name="TextBox 42">
            <a:extLst>
              <a:ext uri="{FF2B5EF4-FFF2-40B4-BE49-F238E27FC236}">
                <a16:creationId xmlns:a16="http://schemas.microsoft.com/office/drawing/2014/main" id="{46E89FFF-69A4-2C89-F0C5-324B66CE4020}"/>
              </a:ext>
            </a:extLst>
          </p:cNvPr>
          <p:cNvSpPr txBox="1"/>
          <p:nvPr/>
        </p:nvSpPr>
        <p:spPr>
          <a:xfrm>
            <a:off x="3635564" y="1157387"/>
            <a:ext cx="7408355" cy="1969770"/>
          </a:xfrm>
          <a:prstGeom prst="rect">
            <a:avLst/>
          </a:prstGeom>
          <a:solidFill>
            <a:srgbClr val="FFFFFF"/>
          </a:solidFill>
        </p:spPr>
        <p:txBody>
          <a:bodyPr wrap="square" lIns="0" tIns="0" rIns="0" bIns="0" rtlCol="0">
            <a:spAutoFit/>
          </a:bodyPr>
          <a:lstStyle/>
          <a:p>
            <a:pPr algn="just">
              <a:spcBef>
                <a:spcPts val="600"/>
              </a:spcBef>
              <a:buSzPct val="100000"/>
            </a:pPr>
            <a:r>
              <a:rPr lang="en-US" sz="1600" b="1" dirty="0">
                <a:solidFill>
                  <a:srgbClr val="004F59"/>
                </a:solidFill>
              </a:rPr>
              <a:t>Study Tours ++</a:t>
            </a:r>
            <a:endParaRPr lang="en-US" sz="1400" b="1" dirty="0">
              <a:solidFill>
                <a:srgbClr val="004F59"/>
              </a:solidFill>
            </a:endParaRPr>
          </a:p>
          <a:p>
            <a:pPr marL="171450" indent="-171450" algn="just">
              <a:buSzPct val="100000"/>
              <a:buFont typeface="Arial" panose="020B0604020202020204" pitchFamily="34" charset="0"/>
              <a:buChar char="•"/>
            </a:pPr>
            <a:r>
              <a:rPr lang="en-US" sz="1400" i="1" dirty="0">
                <a:solidFill>
                  <a:srgbClr val="313131"/>
                </a:solidFill>
              </a:rPr>
              <a:t>Tour for building understanding of Power sector and Regulatory Framework (Canada, Norway), interaction with utilities</a:t>
            </a:r>
          </a:p>
          <a:p>
            <a:pPr marL="171450" indent="-171450" algn="just">
              <a:buSzPct val="100000"/>
              <a:buFont typeface="Arial" panose="020B0604020202020204" pitchFamily="34" charset="0"/>
              <a:buChar char="•"/>
            </a:pPr>
            <a:r>
              <a:rPr lang="en-US" sz="1400" i="1" dirty="0">
                <a:solidFill>
                  <a:srgbClr val="313131"/>
                </a:solidFill>
              </a:rPr>
              <a:t>Tour to India to interact with Regulatory Commissions and observe the functioning of utilities/ power exchange/ LDC, etc.</a:t>
            </a:r>
          </a:p>
          <a:p>
            <a:pPr marL="171450" indent="-171450" algn="just">
              <a:buSzPct val="100000"/>
              <a:buFont typeface="Arial" panose="020B0604020202020204" pitchFamily="34" charset="0"/>
              <a:buChar char="•"/>
            </a:pPr>
            <a:r>
              <a:rPr lang="en-US" sz="1400" i="1" dirty="0">
                <a:solidFill>
                  <a:srgbClr val="313131"/>
                </a:solidFill>
              </a:rPr>
              <a:t>Tour to countries such as Laos /Brazil for Power Exchange model</a:t>
            </a:r>
          </a:p>
          <a:p>
            <a:pPr marL="171450" indent="-171450" algn="just">
              <a:buSzPct val="100000"/>
              <a:buFont typeface="Arial" panose="020B0604020202020204" pitchFamily="34" charset="0"/>
              <a:buChar char="•"/>
            </a:pPr>
            <a:r>
              <a:rPr lang="en-US" sz="1400" i="1" dirty="0">
                <a:solidFill>
                  <a:srgbClr val="313131"/>
                </a:solidFill>
              </a:rPr>
              <a:t>Training tours to neighboring countries for knowledge enhancement</a:t>
            </a:r>
          </a:p>
          <a:p>
            <a:pPr marL="171450" indent="-171450" algn="just">
              <a:buSzPct val="100000"/>
              <a:buFont typeface="Arial" panose="020B0604020202020204" pitchFamily="34" charset="0"/>
              <a:buChar char="•"/>
            </a:pPr>
            <a:r>
              <a:rPr lang="en-US" sz="1400" i="1" dirty="0">
                <a:solidFill>
                  <a:srgbClr val="313131"/>
                </a:solidFill>
              </a:rPr>
              <a:t>Observation tour to understand projects of NEA/BPC, Pvt. IPP, Transmission / Sub-station projects, load Dispatch Center</a:t>
            </a:r>
          </a:p>
        </p:txBody>
      </p:sp>
      <p:sp>
        <p:nvSpPr>
          <p:cNvPr id="53" name="TextBox 52">
            <a:extLst>
              <a:ext uri="{FF2B5EF4-FFF2-40B4-BE49-F238E27FC236}">
                <a16:creationId xmlns:a16="http://schemas.microsoft.com/office/drawing/2014/main" id="{EE1BF1D3-ABF9-C697-F434-8151EF22B712}"/>
              </a:ext>
            </a:extLst>
          </p:cNvPr>
          <p:cNvSpPr txBox="1"/>
          <p:nvPr/>
        </p:nvSpPr>
        <p:spPr>
          <a:xfrm>
            <a:off x="3635565" y="4615207"/>
            <a:ext cx="7227066" cy="677108"/>
          </a:xfrm>
          <a:prstGeom prst="rect">
            <a:avLst/>
          </a:prstGeom>
          <a:noFill/>
        </p:spPr>
        <p:txBody>
          <a:bodyPr wrap="square" lIns="0" tIns="0" rIns="0" bIns="0" rtlCol="0">
            <a:spAutoFit/>
          </a:bodyPr>
          <a:lstStyle/>
          <a:p>
            <a:pPr algn="just">
              <a:spcBef>
                <a:spcPts val="600"/>
              </a:spcBef>
              <a:buSzPct val="100000"/>
            </a:pPr>
            <a:r>
              <a:rPr lang="en-US" sz="1600" b="1" dirty="0">
                <a:solidFill>
                  <a:srgbClr val="0D0D0D"/>
                </a:solidFill>
              </a:rPr>
              <a:t>On the Job Training</a:t>
            </a:r>
            <a:endParaRPr lang="en-US" sz="1400" b="1" dirty="0">
              <a:solidFill>
                <a:srgbClr val="0D0D0D"/>
              </a:solidFill>
            </a:endParaRPr>
          </a:p>
          <a:p>
            <a:pPr marL="171450" indent="-171450" algn="just">
              <a:buSzPct val="100000"/>
              <a:buFont typeface="Arial" panose="020B0604020202020204" pitchFamily="34" charset="0"/>
              <a:buChar char="•"/>
            </a:pPr>
            <a:r>
              <a:rPr lang="en-US" sz="1400" i="1" dirty="0">
                <a:solidFill>
                  <a:srgbClr val="313131"/>
                </a:solidFill>
              </a:rPr>
              <a:t>Inputs on multiple topics/ tasks in line with coverage of SoW as and when required during course of engagement</a:t>
            </a:r>
          </a:p>
        </p:txBody>
      </p:sp>
      <p:sp>
        <p:nvSpPr>
          <p:cNvPr id="54" name="Oval 53">
            <a:extLst>
              <a:ext uri="{FF2B5EF4-FFF2-40B4-BE49-F238E27FC236}">
                <a16:creationId xmlns:a16="http://schemas.microsoft.com/office/drawing/2014/main" id="{E73C5501-E524-72B5-59B8-06E156B50330}"/>
              </a:ext>
            </a:extLst>
          </p:cNvPr>
          <p:cNvSpPr/>
          <p:nvPr/>
        </p:nvSpPr>
        <p:spPr bwMode="gray">
          <a:xfrm>
            <a:off x="11369409" y="4603691"/>
            <a:ext cx="1515539" cy="560911"/>
          </a:xfrm>
          <a:prstGeom prst="ellipse">
            <a:avLst/>
          </a:prstGeom>
          <a:solidFill>
            <a:schemeClr val="accent3">
              <a:lumMod val="20000"/>
              <a:lumOff val="80000"/>
            </a:schemeClr>
          </a:solidFill>
          <a:ln w="19050" algn="ctr">
            <a:solidFill>
              <a:schemeClr val="tx1"/>
            </a:solidFill>
            <a:prstDash val="lgDash"/>
            <a:miter lim="800000"/>
            <a:headEnd/>
            <a:tailEnd/>
          </a:ln>
        </p:spPr>
        <p:txBody>
          <a:bodyPr wrap="square" lIns="88900" tIns="88900" rIns="88900" bIns="88900" rtlCol="0" anchor="ctr"/>
          <a:lstStyle/>
          <a:p>
            <a:pPr algn="ctr">
              <a:lnSpc>
                <a:spcPct val="106000"/>
              </a:lnSpc>
              <a:buFont typeface="Wingdings 2" pitchFamily="18" charset="2"/>
              <a:buNone/>
            </a:pPr>
            <a:r>
              <a:rPr lang="en-US" sz="1300" b="1" i="1" dirty="0"/>
              <a:t>Continual</a:t>
            </a:r>
          </a:p>
        </p:txBody>
      </p:sp>
      <p:sp>
        <p:nvSpPr>
          <p:cNvPr id="63" name="Oval 62">
            <a:extLst>
              <a:ext uri="{FF2B5EF4-FFF2-40B4-BE49-F238E27FC236}">
                <a16:creationId xmlns:a16="http://schemas.microsoft.com/office/drawing/2014/main" id="{EE6B933B-70CD-5DC6-1164-8CDA3E9D1835}"/>
              </a:ext>
            </a:extLst>
          </p:cNvPr>
          <p:cNvSpPr/>
          <p:nvPr/>
        </p:nvSpPr>
        <p:spPr bwMode="gray">
          <a:xfrm>
            <a:off x="9572182" y="6942824"/>
            <a:ext cx="411480" cy="407719"/>
          </a:xfrm>
          <a:prstGeom prst="ellipse">
            <a:avLst/>
          </a:prstGeom>
          <a:solidFill>
            <a:srgbClr val="18F689"/>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64" name="TextBox 63">
            <a:extLst>
              <a:ext uri="{FF2B5EF4-FFF2-40B4-BE49-F238E27FC236}">
                <a16:creationId xmlns:a16="http://schemas.microsoft.com/office/drawing/2014/main" id="{27BEBCC4-2BBA-C0B8-D0B5-C9A911D40A73}"/>
              </a:ext>
            </a:extLst>
          </p:cNvPr>
          <p:cNvSpPr txBox="1"/>
          <p:nvPr/>
        </p:nvSpPr>
        <p:spPr>
          <a:xfrm>
            <a:off x="10058398" y="7080862"/>
            <a:ext cx="2594576" cy="153888"/>
          </a:xfrm>
          <a:prstGeom prst="rect">
            <a:avLst/>
          </a:prstGeom>
          <a:noFill/>
        </p:spPr>
        <p:txBody>
          <a:bodyPr wrap="square" lIns="0" tIns="0" rIns="0" bIns="0" rtlCol="0">
            <a:spAutoFit/>
          </a:bodyPr>
          <a:lstStyle/>
          <a:p>
            <a:pPr>
              <a:spcBef>
                <a:spcPts val="600"/>
              </a:spcBef>
              <a:buSzPct val="100000"/>
            </a:pPr>
            <a:r>
              <a:rPr lang="en-US" sz="1000" i="1" dirty="0">
                <a:solidFill>
                  <a:srgbClr val="313131"/>
                </a:solidFill>
              </a:rPr>
              <a:t>Requirement of External Support</a:t>
            </a:r>
          </a:p>
        </p:txBody>
      </p:sp>
      <p:sp>
        <p:nvSpPr>
          <p:cNvPr id="12" name="Freeform 11">
            <a:extLst>
              <a:ext uri="{FF2B5EF4-FFF2-40B4-BE49-F238E27FC236}">
                <a16:creationId xmlns:a16="http://schemas.microsoft.com/office/drawing/2014/main" id="{5B4771C6-F4DD-07F1-C127-5996291F64B1}"/>
              </a:ext>
            </a:extLst>
          </p:cNvPr>
          <p:cNvSpPr>
            <a:spLocks/>
          </p:cNvSpPr>
          <p:nvPr/>
        </p:nvSpPr>
        <p:spPr bwMode="auto">
          <a:xfrm>
            <a:off x="879083" y="1234066"/>
            <a:ext cx="2635298" cy="831526"/>
          </a:xfrm>
          <a:custGeom>
            <a:avLst/>
            <a:gdLst>
              <a:gd name="T0" fmla="*/ 191 w 758"/>
              <a:gd name="T1" fmla="*/ 652 h 652"/>
              <a:gd name="T2" fmla="*/ 0 w 758"/>
              <a:gd name="T3" fmla="*/ 326 h 652"/>
              <a:gd name="T4" fmla="*/ 191 w 758"/>
              <a:gd name="T5" fmla="*/ 0 h 652"/>
              <a:gd name="T6" fmla="*/ 567 w 758"/>
              <a:gd name="T7" fmla="*/ 0 h 652"/>
              <a:gd name="T8" fmla="*/ 758 w 758"/>
              <a:gd name="T9" fmla="*/ 326 h 652"/>
              <a:gd name="T10" fmla="*/ 567 w 758"/>
              <a:gd name="T11" fmla="*/ 652 h 652"/>
              <a:gd name="T12" fmla="*/ 191 w 758"/>
              <a:gd name="T13" fmla="*/ 652 h 652"/>
            </a:gdLst>
            <a:ahLst/>
            <a:cxnLst>
              <a:cxn ang="0">
                <a:pos x="T0" y="T1"/>
              </a:cxn>
              <a:cxn ang="0">
                <a:pos x="T2" y="T3"/>
              </a:cxn>
              <a:cxn ang="0">
                <a:pos x="T4" y="T5"/>
              </a:cxn>
              <a:cxn ang="0">
                <a:pos x="T6" y="T7"/>
              </a:cxn>
              <a:cxn ang="0">
                <a:pos x="T8" y="T9"/>
              </a:cxn>
              <a:cxn ang="0">
                <a:pos x="T10" y="T11"/>
              </a:cxn>
              <a:cxn ang="0">
                <a:pos x="T12" y="T13"/>
              </a:cxn>
            </a:cxnLst>
            <a:rect l="0" t="0" r="r" b="b"/>
            <a:pathLst>
              <a:path w="758" h="652">
                <a:moveTo>
                  <a:pt x="191" y="652"/>
                </a:moveTo>
                <a:lnTo>
                  <a:pt x="0" y="326"/>
                </a:lnTo>
                <a:lnTo>
                  <a:pt x="191" y="0"/>
                </a:lnTo>
                <a:lnTo>
                  <a:pt x="567" y="0"/>
                </a:lnTo>
                <a:lnTo>
                  <a:pt x="758" y="326"/>
                </a:lnTo>
                <a:lnTo>
                  <a:pt x="567" y="652"/>
                </a:lnTo>
                <a:lnTo>
                  <a:pt x="191" y="652"/>
                </a:lnTo>
                <a:close/>
              </a:path>
            </a:pathLst>
          </a:custGeom>
          <a:solidFill>
            <a:srgbClr val="004F59"/>
          </a:solidFill>
          <a:ln w="12700" cap="flat">
            <a:solidFill>
              <a:schemeClr val="bg1"/>
            </a:solidFill>
            <a:prstDash val="solid"/>
            <a:miter lim="800000"/>
            <a:headEnd/>
            <a:tailEnd/>
          </a:ln>
        </p:spPr>
        <p:txBody>
          <a:bodyPr vert="horz" wrap="square" lIns="91370" tIns="45685" rIns="91370" bIns="45685" numCol="1" anchor="ctr" anchorCtr="0" compatLnSpc="1">
            <a:prstTxWarp prst="textNoShape">
              <a:avLst/>
            </a:prstTxWarp>
          </a:bodyPr>
          <a:lstStyle/>
          <a:p>
            <a:pPr algn="ctr">
              <a:spcBef>
                <a:spcPts val="600"/>
              </a:spcBef>
              <a:buSzPct val="100000"/>
            </a:pPr>
            <a:r>
              <a:rPr lang="en-US" sz="1500" b="1" dirty="0">
                <a:solidFill>
                  <a:schemeClr val="bg1"/>
                </a:solidFill>
              </a:rPr>
              <a:t>Area 9 </a:t>
            </a:r>
          </a:p>
        </p:txBody>
      </p:sp>
      <p:sp>
        <p:nvSpPr>
          <p:cNvPr id="16" name="Freeform 11">
            <a:extLst>
              <a:ext uri="{FF2B5EF4-FFF2-40B4-BE49-F238E27FC236}">
                <a16:creationId xmlns:a16="http://schemas.microsoft.com/office/drawing/2014/main" id="{5F395030-E276-9001-0CA8-3870EE6D6B70}"/>
              </a:ext>
            </a:extLst>
          </p:cNvPr>
          <p:cNvSpPr>
            <a:spLocks/>
          </p:cNvSpPr>
          <p:nvPr/>
        </p:nvSpPr>
        <p:spPr bwMode="auto">
          <a:xfrm>
            <a:off x="879083" y="4559478"/>
            <a:ext cx="2635298" cy="831526"/>
          </a:xfrm>
          <a:custGeom>
            <a:avLst/>
            <a:gdLst>
              <a:gd name="T0" fmla="*/ 191 w 758"/>
              <a:gd name="T1" fmla="*/ 652 h 652"/>
              <a:gd name="T2" fmla="*/ 0 w 758"/>
              <a:gd name="T3" fmla="*/ 326 h 652"/>
              <a:gd name="T4" fmla="*/ 191 w 758"/>
              <a:gd name="T5" fmla="*/ 0 h 652"/>
              <a:gd name="T6" fmla="*/ 567 w 758"/>
              <a:gd name="T7" fmla="*/ 0 h 652"/>
              <a:gd name="T8" fmla="*/ 758 w 758"/>
              <a:gd name="T9" fmla="*/ 326 h 652"/>
              <a:gd name="T10" fmla="*/ 567 w 758"/>
              <a:gd name="T11" fmla="*/ 652 h 652"/>
              <a:gd name="T12" fmla="*/ 191 w 758"/>
              <a:gd name="T13" fmla="*/ 652 h 652"/>
            </a:gdLst>
            <a:ahLst/>
            <a:cxnLst>
              <a:cxn ang="0">
                <a:pos x="T0" y="T1"/>
              </a:cxn>
              <a:cxn ang="0">
                <a:pos x="T2" y="T3"/>
              </a:cxn>
              <a:cxn ang="0">
                <a:pos x="T4" y="T5"/>
              </a:cxn>
              <a:cxn ang="0">
                <a:pos x="T6" y="T7"/>
              </a:cxn>
              <a:cxn ang="0">
                <a:pos x="T8" y="T9"/>
              </a:cxn>
              <a:cxn ang="0">
                <a:pos x="T10" y="T11"/>
              </a:cxn>
              <a:cxn ang="0">
                <a:pos x="T12" y="T13"/>
              </a:cxn>
            </a:cxnLst>
            <a:rect l="0" t="0" r="r" b="b"/>
            <a:pathLst>
              <a:path w="758" h="652">
                <a:moveTo>
                  <a:pt x="191" y="652"/>
                </a:moveTo>
                <a:lnTo>
                  <a:pt x="0" y="326"/>
                </a:lnTo>
                <a:lnTo>
                  <a:pt x="191" y="0"/>
                </a:lnTo>
                <a:lnTo>
                  <a:pt x="567" y="0"/>
                </a:lnTo>
                <a:lnTo>
                  <a:pt x="758" y="326"/>
                </a:lnTo>
                <a:lnTo>
                  <a:pt x="567" y="652"/>
                </a:lnTo>
                <a:lnTo>
                  <a:pt x="191" y="652"/>
                </a:lnTo>
                <a:close/>
              </a:path>
            </a:pathLst>
          </a:custGeom>
          <a:solidFill>
            <a:schemeClr val="tx1">
              <a:lumMod val="95000"/>
              <a:lumOff val="5000"/>
            </a:schemeClr>
          </a:solidFill>
          <a:ln w="12700" cap="flat">
            <a:solidFill>
              <a:schemeClr val="bg1"/>
            </a:solidFill>
            <a:prstDash val="solid"/>
            <a:miter lim="800000"/>
            <a:headEnd/>
            <a:tailEnd/>
          </a:ln>
        </p:spPr>
        <p:txBody>
          <a:bodyPr vert="horz" wrap="square" lIns="91370" tIns="45685" rIns="91370" bIns="45685" numCol="1" anchor="ctr" anchorCtr="0" compatLnSpc="1">
            <a:prstTxWarp prst="textNoShape">
              <a:avLst/>
            </a:prstTxWarp>
          </a:bodyPr>
          <a:lstStyle/>
          <a:p>
            <a:pPr algn="ctr">
              <a:spcBef>
                <a:spcPts val="600"/>
              </a:spcBef>
              <a:buSzPct val="100000"/>
            </a:pPr>
            <a:r>
              <a:rPr lang="en-US" sz="1500" b="1" dirty="0">
                <a:solidFill>
                  <a:schemeClr val="bg1"/>
                </a:solidFill>
              </a:rPr>
              <a:t>Area 11 </a:t>
            </a:r>
          </a:p>
        </p:txBody>
      </p:sp>
      <p:sp>
        <p:nvSpPr>
          <p:cNvPr id="4" name="Oval 3">
            <a:extLst>
              <a:ext uri="{FF2B5EF4-FFF2-40B4-BE49-F238E27FC236}">
                <a16:creationId xmlns:a16="http://schemas.microsoft.com/office/drawing/2014/main" id="{B911644B-68A0-FB40-9322-1CD6FC1BA0B0}"/>
              </a:ext>
            </a:extLst>
          </p:cNvPr>
          <p:cNvSpPr/>
          <p:nvPr/>
        </p:nvSpPr>
        <p:spPr bwMode="gray">
          <a:xfrm>
            <a:off x="347449" y="1471488"/>
            <a:ext cx="411480" cy="407719"/>
          </a:xfrm>
          <a:prstGeom prst="ellipse">
            <a:avLst/>
          </a:prstGeom>
          <a:solidFill>
            <a:schemeClr val="accent2">
              <a:lumMod val="60000"/>
              <a:lumOff val="40000"/>
            </a:schemeClr>
          </a:solidFill>
          <a:ln w="19050" algn="ctr">
            <a:noFill/>
            <a:miter lim="800000"/>
            <a:headEnd/>
            <a:tailEnd/>
          </a:ln>
        </p:spPr>
        <p:txBody>
          <a:bodyPr wrap="square" lIns="88900" tIns="88900" rIns="88900" bIns="88900" rtlCol="0" anchor="ctr"/>
          <a:lstStyle/>
          <a:p>
            <a:pPr algn="ctr">
              <a:lnSpc>
                <a:spcPct val="106000"/>
              </a:lnSpc>
            </a:pPr>
            <a:endParaRPr lang="en-US" sz="1500" b="1" dirty="0">
              <a:solidFill>
                <a:schemeClr val="bg1"/>
              </a:solidFill>
            </a:endParaRPr>
          </a:p>
        </p:txBody>
      </p:sp>
      <p:sp>
        <p:nvSpPr>
          <p:cNvPr id="2" name="TextBox 1">
            <a:extLst>
              <a:ext uri="{FF2B5EF4-FFF2-40B4-BE49-F238E27FC236}">
                <a16:creationId xmlns:a16="http://schemas.microsoft.com/office/drawing/2014/main" id="{937D6010-ADF7-A4B1-68DC-9898A0FEA2EA}"/>
              </a:ext>
            </a:extLst>
          </p:cNvPr>
          <p:cNvSpPr txBox="1"/>
          <p:nvPr/>
        </p:nvSpPr>
        <p:spPr>
          <a:xfrm>
            <a:off x="440674" y="7003743"/>
            <a:ext cx="9056771" cy="276999"/>
          </a:xfrm>
          <a:prstGeom prst="rect">
            <a:avLst/>
          </a:prstGeom>
          <a:noFill/>
        </p:spPr>
        <p:txBody>
          <a:bodyPr wrap="square">
            <a:spAutoFit/>
          </a:bodyPr>
          <a:lstStyle/>
          <a:p>
            <a:r>
              <a:rPr lang="en-US" sz="1200" b="1" i="1" dirty="0">
                <a:solidFill>
                  <a:srgbClr val="313131"/>
                </a:solidFill>
              </a:rPr>
              <a:t>Note:</a:t>
            </a:r>
            <a:r>
              <a:rPr lang="en-US" sz="1200" i="1" dirty="0">
                <a:solidFill>
                  <a:srgbClr val="313131"/>
                </a:solidFill>
              </a:rPr>
              <a:t> Total indicative timeframe includes preparatory work of EAs </a:t>
            </a:r>
            <a:r>
              <a:rPr lang="en-US" sz="1200" i="1" dirty="0" err="1">
                <a:solidFill>
                  <a:srgbClr val="313131"/>
                </a:solidFill>
              </a:rPr>
              <a:t>wrt</a:t>
            </a:r>
            <a:r>
              <a:rPr lang="en-US" sz="1200" i="1" dirty="0">
                <a:solidFill>
                  <a:srgbClr val="313131"/>
                </a:solidFill>
              </a:rPr>
              <a:t> each topic along with actual training period</a:t>
            </a:r>
            <a:endParaRPr lang="en-US" sz="1200" dirty="0"/>
          </a:p>
        </p:txBody>
      </p:sp>
      <p:sp>
        <p:nvSpPr>
          <p:cNvPr id="5" name="TextBox 4">
            <a:extLst>
              <a:ext uri="{FF2B5EF4-FFF2-40B4-BE49-F238E27FC236}">
                <a16:creationId xmlns:a16="http://schemas.microsoft.com/office/drawing/2014/main" id="{DF57390A-54CD-0BFC-0340-AAE968735CEE}"/>
              </a:ext>
            </a:extLst>
          </p:cNvPr>
          <p:cNvSpPr txBox="1"/>
          <p:nvPr/>
        </p:nvSpPr>
        <p:spPr>
          <a:xfrm>
            <a:off x="3612913" y="3355188"/>
            <a:ext cx="7227066" cy="677108"/>
          </a:xfrm>
          <a:prstGeom prst="rect">
            <a:avLst/>
          </a:prstGeom>
          <a:noFill/>
        </p:spPr>
        <p:txBody>
          <a:bodyPr wrap="square" lIns="0" tIns="0" rIns="0" bIns="0" rtlCol="0">
            <a:spAutoFit/>
          </a:bodyPr>
          <a:lstStyle/>
          <a:p>
            <a:pPr algn="just">
              <a:spcBef>
                <a:spcPts val="600"/>
              </a:spcBef>
              <a:buSzPct val="100000"/>
            </a:pPr>
            <a:r>
              <a:rPr lang="en-US" sz="1600" b="1" dirty="0">
                <a:solidFill>
                  <a:schemeClr val="accent6"/>
                </a:solidFill>
              </a:rPr>
              <a:t>Workshop/ Lectures</a:t>
            </a:r>
            <a:endParaRPr lang="en-US" sz="1400" b="1" dirty="0">
              <a:solidFill>
                <a:schemeClr val="accent6"/>
              </a:solidFill>
            </a:endParaRPr>
          </a:p>
          <a:p>
            <a:pPr marL="171450" indent="-171450" algn="just">
              <a:buSzPct val="100000"/>
              <a:buFont typeface="Arial" panose="020B0604020202020204" pitchFamily="34" charset="0"/>
              <a:buChar char="•"/>
            </a:pPr>
            <a:r>
              <a:rPr lang="en-US" sz="1400" i="1" dirty="0">
                <a:solidFill>
                  <a:srgbClr val="313131"/>
                </a:solidFill>
              </a:rPr>
              <a:t>Prominent Scholars, practitioners and industry expert to share ideas/research on regulatory aspects including new technologies </a:t>
            </a:r>
          </a:p>
        </p:txBody>
      </p:sp>
      <p:sp>
        <p:nvSpPr>
          <p:cNvPr id="7" name="Oval 6">
            <a:extLst>
              <a:ext uri="{FF2B5EF4-FFF2-40B4-BE49-F238E27FC236}">
                <a16:creationId xmlns:a16="http://schemas.microsoft.com/office/drawing/2014/main" id="{B90FA75D-D51F-9C25-BFBF-B9D040805E76}"/>
              </a:ext>
            </a:extLst>
          </p:cNvPr>
          <p:cNvSpPr/>
          <p:nvPr/>
        </p:nvSpPr>
        <p:spPr bwMode="gray">
          <a:xfrm>
            <a:off x="11346757" y="3343672"/>
            <a:ext cx="1515539" cy="560911"/>
          </a:xfrm>
          <a:prstGeom prst="ellipse">
            <a:avLst/>
          </a:prstGeom>
          <a:solidFill>
            <a:schemeClr val="accent3">
              <a:lumMod val="20000"/>
              <a:lumOff val="80000"/>
            </a:schemeClr>
          </a:solidFill>
          <a:ln w="19050" algn="ctr">
            <a:solidFill>
              <a:schemeClr val="tx1"/>
            </a:solidFill>
            <a:prstDash val="lgDash"/>
            <a:miter lim="800000"/>
            <a:headEnd/>
            <a:tailEnd/>
          </a:ln>
        </p:spPr>
        <p:txBody>
          <a:bodyPr wrap="square" lIns="88900" tIns="88900" rIns="88900" bIns="88900" rtlCol="0" anchor="ctr"/>
          <a:lstStyle/>
          <a:p>
            <a:pPr algn="ctr">
              <a:lnSpc>
                <a:spcPct val="106000"/>
              </a:lnSpc>
              <a:buFont typeface="Wingdings 2" pitchFamily="18" charset="2"/>
              <a:buNone/>
            </a:pPr>
            <a:r>
              <a:rPr lang="en-US" sz="1300" b="1" i="1" dirty="0"/>
              <a:t>Quarterly</a:t>
            </a:r>
          </a:p>
        </p:txBody>
      </p:sp>
      <p:sp>
        <p:nvSpPr>
          <p:cNvPr id="8" name="Freeform 11">
            <a:extLst>
              <a:ext uri="{FF2B5EF4-FFF2-40B4-BE49-F238E27FC236}">
                <a16:creationId xmlns:a16="http://schemas.microsoft.com/office/drawing/2014/main" id="{8AD2CC82-BA0F-E12C-BEAE-100E8FA7EA48}"/>
              </a:ext>
            </a:extLst>
          </p:cNvPr>
          <p:cNvSpPr>
            <a:spLocks/>
          </p:cNvSpPr>
          <p:nvPr/>
        </p:nvSpPr>
        <p:spPr bwMode="auto">
          <a:xfrm>
            <a:off x="856431" y="3299459"/>
            <a:ext cx="2635298" cy="831526"/>
          </a:xfrm>
          <a:custGeom>
            <a:avLst/>
            <a:gdLst>
              <a:gd name="T0" fmla="*/ 191 w 758"/>
              <a:gd name="T1" fmla="*/ 652 h 652"/>
              <a:gd name="T2" fmla="*/ 0 w 758"/>
              <a:gd name="T3" fmla="*/ 326 h 652"/>
              <a:gd name="T4" fmla="*/ 191 w 758"/>
              <a:gd name="T5" fmla="*/ 0 h 652"/>
              <a:gd name="T6" fmla="*/ 567 w 758"/>
              <a:gd name="T7" fmla="*/ 0 h 652"/>
              <a:gd name="T8" fmla="*/ 758 w 758"/>
              <a:gd name="T9" fmla="*/ 326 h 652"/>
              <a:gd name="T10" fmla="*/ 567 w 758"/>
              <a:gd name="T11" fmla="*/ 652 h 652"/>
              <a:gd name="T12" fmla="*/ 191 w 758"/>
              <a:gd name="T13" fmla="*/ 652 h 652"/>
            </a:gdLst>
            <a:ahLst/>
            <a:cxnLst>
              <a:cxn ang="0">
                <a:pos x="T0" y="T1"/>
              </a:cxn>
              <a:cxn ang="0">
                <a:pos x="T2" y="T3"/>
              </a:cxn>
              <a:cxn ang="0">
                <a:pos x="T4" y="T5"/>
              </a:cxn>
              <a:cxn ang="0">
                <a:pos x="T6" y="T7"/>
              </a:cxn>
              <a:cxn ang="0">
                <a:pos x="T8" y="T9"/>
              </a:cxn>
              <a:cxn ang="0">
                <a:pos x="T10" y="T11"/>
              </a:cxn>
              <a:cxn ang="0">
                <a:pos x="T12" y="T13"/>
              </a:cxn>
            </a:cxnLst>
            <a:rect l="0" t="0" r="r" b="b"/>
            <a:pathLst>
              <a:path w="758" h="652">
                <a:moveTo>
                  <a:pt x="191" y="652"/>
                </a:moveTo>
                <a:lnTo>
                  <a:pt x="0" y="326"/>
                </a:lnTo>
                <a:lnTo>
                  <a:pt x="191" y="0"/>
                </a:lnTo>
                <a:lnTo>
                  <a:pt x="567" y="0"/>
                </a:lnTo>
                <a:lnTo>
                  <a:pt x="758" y="326"/>
                </a:lnTo>
                <a:lnTo>
                  <a:pt x="567" y="652"/>
                </a:lnTo>
                <a:lnTo>
                  <a:pt x="191" y="652"/>
                </a:lnTo>
                <a:close/>
              </a:path>
            </a:pathLst>
          </a:custGeom>
          <a:solidFill>
            <a:schemeClr val="accent6"/>
          </a:solidFill>
          <a:ln w="12700" cap="flat">
            <a:solidFill>
              <a:schemeClr val="bg1"/>
            </a:solidFill>
            <a:prstDash val="solid"/>
            <a:miter lim="800000"/>
            <a:headEnd/>
            <a:tailEnd/>
          </a:ln>
        </p:spPr>
        <p:txBody>
          <a:bodyPr vert="horz" wrap="square" lIns="91370" tIns="45685" rIns="91370" bIns="45685" numCol="1" anchor="ctr" anchorCtr="0" compatLnSpc="1">
            <a:prstTxWarp prst="textNoShape">
              <a:avLst/>
            </a:prstTxWarp>
          </a:bodyPr>
          <a:lstStyle/>
          <a:p>
            <a:pPr algn="ctr">
              <a:spcBef>
                <a:spcPts val="600"/>
              </a:spcBef>
              <a:buSzPct val="100000"/>
            </a:pPr>
            <a:r>
              <a:rPr lang="en-US" sz="1500" b="1" dirty="0">
                <a:solidFill>
                  <a:schemeClr val="bg1"/>
                </a:solidFill>
              </a:rPr>
              <a:t>Area 10 </a:t>
            </a:r>
          </a:p>
        </p:txBody>
      </p:sp>
      <p:sp>
        <p:nvSpPr>
          <p:cNvPr id="9" name="Oval 8">
            <a:extLst>
              <a:ext uri="{FF2B5EF4-FFF2-40B4-BE49-F238E27FC236}">
                <a16:creationId xmlns:a16="http://schemas.microsoft.com/office/drawing/2014/main" id="{EDBE13C8-B4D4-01C6-2627-9EAD702FE763}"/>
              </a:ext>
            </a:extLst>
          </p:cNvPr>
          <p:cNvSpPr/>
          <p:nvPr/>
        </p:nvSpPr>
        <p:spPr bwMode="gray">
          <a:xfrm>
            <a:off x="347449" y="3489882"/>
            <a:ext cx="411480" cy="407719"/>
          </a:xfrm>
          <a:prstGeom prst="ellipse">
            <a:avLst/>
          </a:prstGeom>
          <a:solidFill>
            <a:schemeClr val="accent2">
              <a:lumMod val="60000"/>
              <a:lumOff val="40000"/>
            </a:schemeClr>
          </a:solidFill>
          <a:ln w="19050" algn="ctr">
            <a:noFill/>
            <a:miter lim="800000"/>
            <a:headEnd/>
            <a:tailEnd/>
          </a:ln>
        </p:spPr>
        <p:txBody>
          <a:bodyPr wrap="square" lIns="88900" tIns="88900" rIns="88900" bIns="88900" rtlCol="0" anchor="ctr"/>
          <a:lstStyle/>
          <a:p>
            <a:pPr algn="ctr">
              <a:lnSpc>
                <a:spcPct val="106000"/>
              </a:lnSpc>
            </a:pPr>
            <a:endParaRPr lang="en-US" sz="1500" b="1" dirty="0">
              <a:solidFill>
                <a:schemeClr val="bg1"/>
              </a:solidFill>
            </a:endParaRPr>
          </a:p>
        </p:txBody>
      </p:sp>
    </p:spTree>
    <p:extLst>
      <p:ext uri="{BB962C8B-B14F-4D97-AF65-F5344CB8AC3E}">
        <p14:creationId xmlns:p14="http://schemas.microsoft.com/office/powerpoint/2010/main" val="3209668437"/>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3ABF60-B6F2-8967-7830-2E7A95D0976B}"/>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9C9EB6DD-97D3-C066-C278-DF318C573FBE}"/>
              </a:ext>
            </a:extLst>
          </p:cNvPr>
          <p:cNvGraphicFramePr>
            <a:graphicFrameLocks noChangeAspect="1"/>
          </p:cNvGraphicFramePr>
          <p:nvPr>
            <p:custDataLst>
              <p:tags r:id="rId1"/>
            </p:custDataLst>
            <p:extLst>
              <p:ext uri="{D42A27DB-BD31-4B8C-83A1-F6EECF244321}">
                <p14:modId xmlns:p14="http://schemas.microsoft.com/office/powerpoint/2010/main" val="19708388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9C9EB6DD-97D3-C066-C278-DF318C573FB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14FCD4F7-7008-D255-6248-46ED2A753859}"/>
              </a:ext>
            </a:extLst>
          </p:cNvPr>
          <p:cNvSpPr>
            <a:spLocks noGrp="1"/>
          </p:cNvSpPr>
          <p:nvPr>
            <p:ph type="title"/>
          </p:nvPr>
        </p:nvSpPr>
        <p:spPr/>
        <p:txBody>
          <a:bodyPr vert="horz"/>
          <a:lstStyle/>
          <a:p>
            <a:r>
              <a:rPr lang="en-US" dirty="0"/>
              <a:t>Module C: Tentative Timeline</a:t>
            </a:r>
          </a:p>
        </p:txBody>
      </p:sp>
      <p:graphicFrame>
        <p:nvGraphicFramePr>
          <p:cNvPr id="19" name="Table 18">
            <a:extLst>
              <a:ext uri="{FF2B5EF4-FFF2-40B4-BE49-F238E27FC236}">
                <a16:creationId xmlns:a16="http://schemas.microsoft.com/office/drawing/2014/main" id="{7247200C-976F-237A-3FDB-59D2DBD92814}"/>
              </a:ext>
            </a:extLst>
          </p:cNvPr>
          <p:cNvGraphicFramePr>
            <a:graphicFrameLocks noGrp="1"/>
          </p:cNvGraphicFramePr>
          <p:nvPr>
            <p:extLst>
              <p:ext uri="{D42A27DB-BD31-4B8C-83A1-F6EECF244321}">
                <p14:modId xmlns:p14="http://schemas.microsoft.com/office/powerpoint/2010/main" val="3506594333"/>
              </p:ext>
            </p:extLst>
          </p:nvPr>
        </p:nvGraphicFramePr>
        <p:xfrm>
          <a:off x="552452" y="1246509"/>
          <a:ext cx="11957057" cy="5230361"/>
        </p:xfrm>
        <a:graphic>
          <a:graphicData uri="http://schemas.openxmlformats.org/drawingml/2006/table">
            <a:tbl>
              <a:tblPr/>
              <a:tblGrid>
                <a:gridCol w="523754">
                  <a:extLst>
                    <a:ext uri="{9D8B030D-6E8A-4147-A177-3AD203B41FA5}">
                      <a16:colId xmlns:a16="http://schemas.microsoft.com/office/drawing/2014/main" val="4292662724"/>
                    </a:ext>
                  </a:extLst>
                </a:gridCol>
                <a:gridCol w="987989">
                  <a:extLst>
                    <a:ext uri="{9D8B030D-6E8A-4147-A177-3AD203B41FA5}">
                      <a16:colId xmlns:a16="http://schemas.microsoft.com/office/drawing/2014/main" val="698472317"/>
                    </a:ext>
                  </a:extLst>
                </a:gridCol>
                <a:gridCol w="523754">
                  <a:extLst>
                    <a:ext uri="{9D8B030D-6E8A-4147-A177-3AD203B41FA5}">
                      <a16:colId xmlns:a16="http://schemas.microsoft.com/office/drawing/2014/main" val="2812003575"/>
                    </a:ext>
                  </a:extLst>
                </a:gridCol>
                <a:gridCol w="1321287">
                  <a:extLst>
                    <a:ext uri="{9D8B030D-6E8A-4147-A177-3AD203B41FA5}">
                      <a16:colId xmlns:a16="http://schemas.microsoft.com/office/drawing/2014/main" val="506473550"/>
                    </a:ext>
                  </a:extLst>
                </a:gridCol>
                <a:gridCol w="523754">
                  <a:extLst>
                    <a:ext uri="{9D8B030D-6E8A-4147-A177-3AD203B41FA5}">
                      <a16:colId xmlns:a16="http://schemas.microsoft.com/office/drawing/2014/main" val="4162913824"/>
                    </a:ext>
                  </a:extLst>
                </a:gridCol>
                <a:gridCol w="351153">
                  <a:extLst>
                    <a:ext uri="{9D8B030D-6E8A-4147-A177-3AD203B41FA5}">
                      <a16:colId xmlns:a16="http://schemas.microsoft.com/office/drawing/2014/main" val="3343409491"/>
                    </a:ext>
                  </a:extLst>
                </a:gridCol>
                <a:gridCol w="351153">
                  <a:extLst>
                    <a:ext uri="{9D8B030D-6E8A-4147-A177-3AD203B41FA5}">
                      <a16:colId xmlns:a16="http://schemas.microsoft.com/office/drawing/2014/main" val="331614080"/>
                    </a:ext>
                  </a:extLst>
                </a:gridCol>
                <a:gridCol w="351153">
                  <a:extLst>
                    <a:ext uri="{9D8B030D-6E8A-4147-A177-3AD203B41FA5}">
                      <a16:colId xmlns:a16="http://schemas.microsoft.com/office/drawing/2014/main" val="1381118457"/>
                    </a:ext>
                  </a:extLst>
                </a:gridCol>
                <a:gridCol w="351153">
                  <a:extLst>
                    <a:ext uri="{9D8B030D-6E8A-4147-A177-3AD203B41FA5}">
                      <a16:colId xmlns:a16="http://schemas.microsoft.com/office/drawing/2014/main" val="1481831411"/>
                    </a:ext>
                  </a:extLst>
                </a:gridCol>
                <a:gridCol w="351153">
                  <a:extLst>
                    <a:ext uri="{9D8B030D-6E8A-4147-A177-3AD203B41FA5}">
                      <a16:colId xmlns:a16="http://schemas.microsoft.com/office/drawing/2014/main" val="3621561757"/>
                    </a:ext>
                  </a:extLst>
                </a:gridCol>
                <a:gridCol w="351153">
                  <a:extLst>
                    <a:ext uri="{9D8B030D-6E8A-4147-A177-3AD203B41FA5}">
                      <a16:colId xmlns:a16="http://schemas.microsoft.com/office/drawing/2014/main" val="806812610"/>
                    </a:ext>
                  </a:extLst>
                </a:gridCol>
                <a:gridCol w="351153">
                  <a:extLst>
                    <a:ext uri="{9D8B030D-6E8A-4147-A177-3AD203B41FA5}">
                      <a16:colId xmlns:a16="http://schemas.microsoft.com/office/drawing/2014/main" val="3139843773"/>
                    </a:ext>
                  </a:extLst>
                </a:gridCol>
                <a:gridCol w="351153">
                  <a:extLst>
                    <a:ext uri="{9D8B030D-6E8A-4147-A177-3AD203B41FA5}">
                      <a16:colId xmlns:a16="http://schemas.microsoft.com/office/drawing/2014/main" val="676331899"/>
                    </a:ext>
                  </a:extLst>
                </a:gridCol>
                <a:gridCol w="351153">
                  <a:extLst>
                    <a:ext uri="{9D8B030D-6E8A-4147-A177-3AD203B41FA5}">
                      <a16:colId xmlns:a16="http://schemas.microsoft.com/office/drawing/2014/main" val="1132181134"/>
                    </a:ext>
                  </a:extLst>
                </a:gridCol>
                <a:gridCol w="351153">
                  <a:extLst>
                    <a:ext uri="{9D8B030D-6E8A-4147-A177-3AD203B41FA5}">
                      <a16:colId xmlns:a16="http://schemas.microsoft.com/office/drawing/2014/main" val="2432989116"/>
                    </a:ext>
                  </a:extLst>
                </a:gridCol>
                <a:gridCol w="351153">
                  <a:extLst>
                    <a:ext uri="{9D8B030D-6E8A-4147-A177-3AD203B41FA5}">
                      <a16:colId xmlns:a16="http://schemas.microsoft.com/office/drawing/2014/main" val="2553906505"/>
                    </a:ext>
                  </a:extLst>
                </a:gridCol>
                <a:gridCol w="351153">
                  <a:extLst>
                    <a:ext uri="{9D8B030D-6E8A-4147-A177-3AD203B41FA5}">
                      <a16:colId xmlns:a16="http://schemas.microsoft.com/office/drawing/2014/main" val="3775780797"/>
                    </a:ext>
                  </a:extLst>
                </a:gridCol>
                <a:gridCol w="351153">
                  <a:extLst>
                    <a:ext uri="{9D8B030D-6E8A-4147-A177-3AD203B41FA5}">
                      <a16:colId xmlns:a16="http://schemas.microsoft.com/office/drawing/2014/main" val="894230576"/>
                    </a:ext>
                  </a:extLst>
                </a:gridCol>
                <a:gridCol w="351153">
                  <a:extLst>
                    <a:ext uri="{9D8B030D-6E8A-4147-A177-3AD203B41FA5}">
                      <a16:colId xmlns:a16="http://schemas.microsoft.com/office/drawing/2014/main" val="2029568300"/>
                    </a:ext>
                  </a:extLst>
                </a:gridCol>
                <a:gridCol w="351153">
                  <a:extLst>
                    <a:ext uri="{9D8B030D-6E8A-4147-A177-3AD203B41FA5}">
                      <a16:colId xmlns:a16="http://schemas.microsoft.com/office/drawing/2014/main" val="1990621376"/>
                    </a:ext>
                  </a:extLst>
                </a:gridCol>
                <a:gridCol w="351153">
                  <a:extLst>
                    <a:ext uri="{9D8B030D-6E8A-4147-A177-3AD203B41FA5}">
                      <a16:colId xmlns:a16="http://schemas.microsoft.com/office/drawing/2014/main" val="3962615892"/>
                    </a:ext>
                  </a:extLst>
                </a:gridCol>
                <a:gridCol w="351153">
                  <a:extLst>
                    <a:ext uri="{9D8B030D-6E8A-4147-A177-3AD203B41FA5}">
                      <a16:colId xmlns:a16="http://schemas.microsoft.com/office/drawing/2014/main" val="3380158795"/>
                    </a:ext>
                  </a:extLst>
                </a:gridCol>
                <a:gridCol w="351153">
                  <a:extLst>
                    <a:ext uri="{9D8B030D-6E8A-4147-A177-3AD203B41FA5}">
                      <a16:colId xmlns:a16="http://schemas.microsoft.com/office/drawing/2014/main" val="2657044729"/>
                    </a:ext>
                  </a:extLst>
                </a:gridCol>
                <a:gridCol w="351153">
                  <a:extLst>
                    <a:ext uri="{9D8B030D-6E8A-4147-A177-3AD203B41FA5}">
                      <a16:colId xmlns:a16="http://schemas.microsoft.com/office/drawing/2014/main" val="2226456546"/>
                    </a:ext>
                  </a:extLst>
                </a:gridCol>
                <a:gridCol w="351153">
                  <a:extLst>
                    <a:ext uri="{9D8B030D-6E8A-4147-A177-3AD203B41FA5}">
                      <a16:colId xmlns:a16="http://schemas.microsoft.com/office/drawing/2014/main" val="2407433543"/>
                    </a:ext>
                  </a:extLst>
                </a:gridCol>
                <a:gridCol w="351153">
                  <a:extLst>
                    <a:ext uri="{9D8B030D-6E8A-4147-A177-3AD203B41FA5}">
                      <a16:colId xmlns:a16="http://schemas.microsoft.com/office/drawing/2014/main" val="4021073592"/>
                    </a:ext>
                  </a:extLst>
                </a:gridCol>
                <a:gridCol w="351153">
                  <a:extLst>
                    <a:ext uri="{9D8B030D-6E8A-4147-A177-3AD203B41FA5}">
                      <a16:colId xmlns:a16="http://schemas.microsoft.com/office/drawing/2014/main" val="3923571001"/>
                    </a:ext>
                  </a:extLst>
                </a:gridCol>
                <a:gridCol w="351153">
                  <a:extLst>
                    <a:ext uri="{9D8B030D-6E8A-4147-A177-3AD203B41FA5}">
                      <a16:colId xmlns:a16="http://schemas.microsoft.com/office/drawing/2014/main" val="2952706190"/>
                    </a:ext>
                  </a:extLst>
                </a:gridCol>
              </a:tblGrid>
              <a:tr h="146681">
                <a:tc rowSpan="3">
                  <a:txBody>
                    <a:bodyPr/>
                    <a:lstStyle/>
                    <a:p>
                      <a:pPr algn="ctr" fontAlgn="ctr"/>
                      <a:r>
                        <a:rPr lang="en-US" sz="1200" b="1" i="0" u="none" strike="noStrike" dirty="0" err="1">
                          <a:solidFill>
                            <a:srgbClr val="FFFFFF"/>
                          </a:solidFill>
                          <a:effectLst/>
                          <a:latin typeface="Verdana" panose="020B0604030504040204" pitchFamily="34" charset="0"/>
                        </a:rPr>
                        <a:t>Sl</a:t>
                      </a:r>
                      <a:r>
                        <a:rPr lang="en-US" sz="1200" b="1" i="0" u="none" strike="noStrike" dirty="0">
                          <a:solidFill>
                            <a:srgbClr val="FFFFFF"/>
                          </a:solidFill>
                          <a:effectLst/>
                          <a:latin typeface="Verdana" panose="020B0604030504040204" pitchFamily="34" charset="0"/>
                        </a:rPr>
                        <a:t> No</a:t>
                      </a:r>
                    </a:p>
                  </a:txBody>
                  <a:tcPr marL="4203" marR="4203" marT="4203"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solidFill>
                  </a:tcPr>
                </a:tc>
                <a:tc rowSpan="3">
                  <a:txBody>
                    <a:bodyPr/>
                    <a:lstStyle/>
                    <a:p>
                      <a:pPr algn="ctr" fontAlgn="ctr"/>
                      <a:r>
                        <a:rPr lang="en-US" sz="1200" b="1" i="0" u="none" strike="noStrike" dirty="0">
                          <a:solidFill>
                            <a:srgbClr val="FFFFFF"/>
                          </a:solidFill>
                          <a:effectLst/>
                          <a:latin typeface="Verdana" panose="020B0604030504040204" pitchFamily="34" charset="0"/>
                        </a:rPr>
                        <a:t>Module &amp; Task Reference</a:t>
                      </a: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solidFill>
                  </a:tcPr>
                </a:tc>
                <a:tc rowSpan="3">
                  <a:txBody>
                    <a:bodyPr/>
                    <a:lstStyle/>
                    <a:p>
                      <a:pPr algn="ctr" fontAlgn="ctr"/>
                      <a:r>
                        <a:rPr lang="en-US" sz="1200" b="1" i="0" u="none" strike="noStrike" dirty="0">
                          <a:solidFill>
                            <a:srgbClr val="FFFFFF"/>
                          </a:solidFill>
                          <a:effectLst/>
                          <a:latin typeface="Verdana" panose="020B0604030504040204" pitchFamily="34" charset="0"/>
                        </a:rPr>
                        <a:t>RFP Ref.</a:t>
                      </a: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solidFill>
                  </a:tcPr>
                </a:tc>
                <a:tc rowSpan="3">
                  <a:txBody>
                    <a:bodyPr/>
                    <a:lstStyle/>
                    <a:p>
                      <a:pPr algn="ctr" fontAlgn="ctr"/>
                      <a:r>
                        <a:rPr lang="en-US" sz="1200" b="1" i="0" u="none" strike="noStrike" dirty="0">
                          <a:solidFill>
                            <a:srgbClr val="FFFFFF"/>
                          </a:solidFill>
                          <a:effectLst/>
                          <a:latin typeface="Verdana" panose="020B0604030504040204" pitchFamily="34" charset="0"/>
                        </a:rPr>
                        <a:t>Task/ Training</a:t>
                      </a: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solidFill>
                  </a:tcPr>
                </a:tc>
                <a:tc gridSpan="12">
                  <a:txBody>
                    <a:bodyPr/>
                    <a:lstStyle/>
                    <a:p>
                      <a:pPr algn="ctr" fontAlgn="ctr"/>
                      <a:r>
                        <a:rPr lang="en-US" sz="1200" b="1" i="0" u="none" strike="noStrike" dirty="0">
                          <a:solidFill>
                            <a:srgbClr val="000000"/>
                          </a:solidFill>
                          <a:effectLst/>
                          <a:latin typeface="Verdana" panose="020B0604030504040204" pitchFamily="34" charset="0"/>
                        </a:rPr>
                        <a:t>Year 1</a:t>
                      </a:r>
                    </a:p>
                  </a:txBody>
                  <a:tcPr marL="4203" marR="4203" marT="4203" marB="0" anchor="ctr">
                    <a:lnL>
                      <a:noFill/>
                    </a:lnL>
                    <a:lnR>
                      <a:noFill/>
                    </a:lnR>
                    <a:lnT w="12700" cap="flat" cmpd="sng" algn="ctr">
                      <a:solidFill>
                        <a:schemeClr val="tx1"/>
                      </a:solidFill>
                      <a:prstDash val="solid"/>
                      <a:round/>
                      <a:headEnd type="none" w="med" len="med"/>
                      <a:tailEnd type="none" w="med" len="med"/>
                    </a:lnT>
                    <a:lnB>
                      <a:noFill/>
                    </a:lnB>
                    <a:solidFill>
                      <a:srgbClr val="92D05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12">
                  <a:txBody>
                    <a:bodyPr/>
                    <a:lstStyle/>
                    <a:p>
                      <a:pPr algn="ctr" fontAlgn="ctr"/>
                      <a:r>
                        <a:rPr lang="en-US" sz="1200" b="1" i="0" u="none" strike="noStrike" dirty="0">
                          <a:solidFill>
                            <a:srgbClr val="000000"/>
                          </a:solidFill>
                          <a:effectLst/>
                          <a:latin typeface="Verdana" panose="020B0604030504040204" pitchFamily="34" charset="0"/>
                        </a:rPr>
                        <a:t>Year 2</a:t>
                      </a:r>
                    </a:p>
                  </a:txBody>
                  <a:tcPr marL="4203" marR="4203" marT="4203"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rgbClr val="00B0F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896836361"/>
                  </a:ext>
                </a:extLst>
              </a:tr>
              <a:tr h="110834">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r>
                        <a:rPr lang="en-US" sz="900" b="1" i="0" u="none" strike="noStrike" dirty="0">
                          <a:solidFill>
                            <a:srgbClr val="000000"/>
                          </a:solidFill>
                          <a:effectLst/>
                          <a:latin typeface="Verdana" panose="020B0604030504040204" pitchFamily="34" charset="0"/>
                        </a:rPr>
                        <a:t>M1</a:t>
                      </a:r>
                    </a:p>
                  </a:txBody>
                  <a:tcPr marL="4203" marR="4203" marT="4203"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M2</a:t>
                      </a:r>
                    </a:p>
                  </a:txBody>
                  <a:tcPr marL="4203" marR="4203" marT="4203"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M3</a:t>
                      </a:r>
                    </a:p>
                  </a:txBody>
                  <a:tcPr marL="4203" marR="4203" marT="4203"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M4</a:t>
                      </a:r>
                    </a:p>
                  </a:txBody>
                  <a:tcPr marL="4203" marR="4203" marT="4203"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M5</a:t>
                      </a:r>
                    </a:p>
                  </a:txBody>
                  <a:tcPr marL="4203" marR="4203" marT="4203"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M6</a:t>
                      </a:r>
                    </a:p>
                  </a:txBody>
                  <a:tcPr marL="4203" marR="4203" marT="4203"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M7</a:t>
                      </a:r>
                    </a:p>
                  </a:txBody>
                  <a:tcPr marL="4203" marR="4203" marT="4203"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M8</a:t>
                      </a:r>
                    </a:p>
                  </a:txBody>
                  <a:tcPr marL="4203" marR="4203" marT="4203"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M9</a:t>
                      </a:r>
                    </a:p>
                  </a:txBody>
                  <a:tcPr marL="4203" marR="4203" marT="4203"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M10</a:t>
                      </a:r>
                    </a:p>
                  </a:txBody>
                  <a:tcPr marL="4203" marR="4203" marT="4203"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M11</a:t>
                      </a:r>
                    </a:p>
                  </a:txBody>
                  <a:tcPr marL="4203" marR="4203" marT="4203"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M12</a:t>
                      </a:r>
                    </a:p>
                  </a:txBody>
                  <a:tcPr marL="4203" marR="4203" marT="4203"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M1</a:t>
                      </a:r>
                    </a:p>
                  </a:txBody>
                  <a:tcPr marL="4203" marR="4203" marT="4203"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M2</a:t>
                      </a:r>
                    </a:p>
                  </a:txBody>
                  <a:tcPr marL="4203" marR="4203" marT="4203"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M3</a:t>
                      </a:r>
                    </a:p>
                  </a:txBody>
                  <a:tcPr marL="4203" marR="4203" marT="4203"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M4</a:t>
                      </a:r>
                    </a:p>
                  </a:txBody>
                  <a:tcPr marL="4203" marR="4203" marT="4203"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M5</a:t>
                      </a:r>
                    </a:p>
                  </a:txBody>
                  <a:tcPr marL="4203" marR="4203" marT="4203"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M6</a:t>
                      </a:r>
                    </a:p>
                  </a:txBody>
                  <a:tcPr marL="4203" marR="4203" marT="4203"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M7</a:t>
                      </a:r>
                    </a:p>
                  </a:txBody>
                  <a:tcPr marL="4203" marR="4203" marT="4203"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M8</a:t>
                      </a:r>
                    </a:p>
                  </a:txBody>
                  <a:tcPr marL="4203" marR="4203" marT="4203"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M9</a:t>
                      </a:r>
                    </a:p>
                  </a:txBody>
                  <a:tcPr marL="4203" marR="4203" marT="4203"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M10</a:t>
                      </a:r>
                    </a:p>
                  </a:txBody>
                  <a:tcPr marL="4203" marR="4203" marT="4203"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M11</a:t>
                      </a:r>
                    </a:p>
                  </a:txBody>
                  <a:tcPr marL="4203" marR="4203" marT="4203"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M12</a:t>
                      </a:r>
                    </a:p>
                  </a:txBody>
                  <a:tcPr marL="4203" marR="4203" marT="4203" marB="0" anchor="ctr">
                    <a:lnL>
                      <a:noFill/>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1978519770"/>
                  </a:ext>
                </a:extLst>
              </a:tr>
              <a:tr h="175936">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r>
                        <a:rPr lang="en-US" sz="900" b="1" i="0" u="none" strike="noStrike" dirty="0">
                          <a:solidFill>
                            <a:srgbClr val="A6A6A6"/>
                          </a:solidFill>
                          <a:effectLst/>
                          <a:latin typeface="Verdana" panose="020B0604030504040204" pitchFamily="34" charset="0"/>
                        </a:rPr>
                        <a:t>Aug</a:t>
                      </a:r>
                    </a:p>
                  </a:txBody>
                  <a:tcPr marL="4203" marR="4203" marT="4203"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Sep</a:t>
                      </a:r>
                    </a:p>
                  </a:txBody>
                  <a:tcPr marL="4203" marR="4203" marT="4203"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Oct</a:t>
                      </a:r>
                    </a:p>
                  </a:txBody>
                  <a:tcPr marL="4203" marR="4203" marT="4203"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Nov</a:t>
                      </a:r>
                    </a:p>
                  </a:txBody>
                  <a:tcPr marL="4203" marR="4203" marT="4203"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Dec</a:t>
                      </a:r>
                    </a:p>
                  </a:txBody>
                  <a:tcPr marL="4203" marR="4203" marT="4203"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Jan</a:t>
                      </a:r>
                    </a:p>
                  </a:txBody>
                  <a:tcPr marL="4203" marR="4203" marT="4203"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Feb</a:t>
                      </a:r>
                    </a:p>
                  </a:txBody>
                  <a:tcPr marL="4203" marR="4203" marT="4203"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Mar</a:t>
                      </a:r>
                    </a:p>
                  </a:txBody>
                  <a:tcPr marL="4203" marR="4203" marT="4203"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Apr</a:t>
                      </a:r>
                    </a:p>
                  </a:txBody>
                  <a:tcPr marL="4203" marR="4203" marT="4203"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May</a:t>
                      </a:r>
                    </a:p>
                  </a:txBody>
                  <a:tcPr marL="4203" marR="4203" marT="4203"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Jun</a:t>
                      </a:r>
                    </a:p>
                  </a:txBody>
                  <a:tcPr marL="4203" marR="4203" marT="4203"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Jul</a:t>
                      </a:r>
                    </a:p>
                  </a:txBody>
                  <a:tcPr marL="4203" marR="4203" marT="4203"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Aug</a:t>
                      </a:r>
                    </a:p>
                  </a:txBody>
                  <a:tcPr marL="4203" marR="4203" marT="4203"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Sep</a:t>
                      </a:r>
                    </a:p>
                  </a:txBody>
                  <a:tcPr marL="4203" marR="4203" marT="4203"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Oct</a:t>
                      </a:r>
                    </a:p>
                  </a:txBody>
                  <a:tcPr marL="4203" marR="4203" marT="4203"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Nov</a:t>
                      </a:r>
                    </a:p>
                  </a:txBody>
                  <a:tcPr marL="4203" marR="4203" marT="4203"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Dec</a:t>
                      </a:r>
                    </a:p>
                  </a:txBody>
                  <a:tcPr marL="4203" marR="4203" marT="4203"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Jan</a:t>
                      </a:r>
                    </a:p>
                  </a:txBody>
                  <a:tcPr marL="4203" marR="4203" marT="4203"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Feb</a:t>
                      </a:r>
                    </a:p>
                  </a:txBody>
                  <a:tcPr marL="4203" marR="4203" marT="4203"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Mar</a:t>
                      </a:r>
                    </a:p>
                  </a:txBody>
                  <a:tcPr marL="4203" marR="4203" marT="4203"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Apr</a:t>
                      </a:r>
                    </a:p>
                  </a:txBody>
                  <a:tcPr marL="4203" marR="4203" marT="4203"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May</a:t>
                      </a:r>
                    </a:p>
                  </a:txBody>
                  <a:tcPr marL="4203" marR="4203" marT="4203"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Jun</a:t>
                      </a:r>
                    </a:p>
                  </a:txBody>
                  <a:tcPr marL="4203" marR="4203" marT="4203"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Jul</a:t>
                      </a:r>
                    </a:p>
                  </a:txBody>
                  <a:tcPr marL="4203" marR="4203" marT="4203" marB="0"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62219537"/>
                  </a:ext>
                </a:extLst>
              </a:tr>
              <a:tr h="290066">
                <a:tc>
                  <a:txBody>
                    <a:bodyPr/>
                    <a:lstStyle/>
                    <a:p>
                      <a:pPr algn="ctr" fontAlgn="ctr"/>
                      <a:r>
                        <a:rPr lang="en-US" sz="1200" b="0" i="0" u="none" strike="noStrike" dirty="0">
                          <a:solidFill>
                            <a:srgbClr val="000000"/>
                          </a:solidFill>
                          <a:effectLst/>
                          <a:latin typeface="Verdana" panose="020B0604030504040204" pitchFamily="34" charset="0"/>
                        </a:rPr>
                        <a:t>1</a:t>
                      </a:r>
                    </a:p>
                  </a:txBody>
                  <a:tcPr marL="4203" marR="4203" marT="4203"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Verdana" panose="020B0604030504040204" pitchFamily="34" charset="0"/>
                        </a:rPr>
                        <a:t>Mod. C, Task 11</a:t>
                      </a: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Verdana" panose="020B0604030504040204" pitchFamily="34" charset="0"/>
                        </a:rPr>
                        <a:t>C11</a:t>
                      </a: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b="0" i="0" u="none" strike="noStrike" dirty="0">
                          <a:solidFill>
                            <a:srgbClr val="000000"/>
                          </a:solidFill>
                          <a:effectLst/>
                          <a:latin typeface="Verdana" panose="020B0604030504040204" pitchFamily="34" charset="0"/>
                        </a:rPr>
                        <a:t>On the Job Training++</a:t>
                      </a: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1" i="0" u="none" strike="noStrike" dirty="0">
                          <a:solidFill>
                            <a:srgbClr val="A6A6A6"/>
                          </a:solidFill>
                          <a:effectLst/>
                          <a:latin typeface="Verdana" panose="020B0604030504040204" pitchFamily="34" charset="0"/>
                        </a:rPr>
                        <a:t> </a:t>
                      </a: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1050" b="1" i="0" u="none" strike="noStrike" dirty="0">
                          <a:solidFill>
                            <a:srgbClr val="A6A6A6"/>
                          </a:solidFill>
                          <a:effectLst/>
                          <a:latin typeface="Verdana" panose="020B0604030504040204" pitchFamily="34" charset="0"/>
                        </a:rPr>
                        <a:t> </a:t>
                      </a: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1050" b="1" i="0" u="none" strike="noStrike" dirty="0">
                          <a:solidFill>
                            <a:srgbClr val="A6A6A6"/>
                          </a:solidFill>
                          <a:effectLst/>
                          <a:latin typeface="Verdana" panose="020B0604030504040204" pitchFamily="34" charset="0"/>
                        </a:rPr>
                        <a:t> </a:t>
                      </a: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1050" b="1" i="0" u="none" strike="noStrike" dirty="0">
                          <a:solidFill>
                            <a:srgbClr val="A6A6A6"/>
                          </a:solidFill>
                          <a:effectLst/>
                          <a:latin typeface="Verdana" panose="020B0604030504040204" pitchFamily="34" charset="0"/>
                        </a:rPr>
                        <a:t> </a:t>
                      </a: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1050" b="1" i="0" u="none" strike="noStrike" dirty="0">
                          <a:solidFill>
                            <a:srgbClr val="A6A6A6"/>
                          </a:solidFill>
                          <a:effectLst/>
                          <a:latin typeface="Verdana" panose="020B0604030504040204" pitchFamily="34" charset="0"/>
                        </a:rPr>
                        <a:t> </a:t>
                      </a: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1050" b="1" i="0" u="none" strike="noStrike" dirty="0">
                          <a:solidFill>
                            <a:srgbClr val="A6A6A6"/>
                          </a:solidFill>
                          <a:effectLst/>
                          <a:latin typeface="Verdana" panose="020B0604030504040204" pitchFamily="34" charset="0"/>
                        </a:rPr>
                        <a:t> </a:t>
                      </a: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1050" b="1" i="0" u="none" strike="noStrike" dirty="0">
                          <a:solidFill>
                            <a:srgbClr val="A6A6A6"/>
                          </a:solidFill>
                          <a:effectLst/>
                          <a:latin typeface="Verdana" panose="020B0604030504040204" pitchFamily="34" charset="0"/>
                        </a:rPr>
                        <a:t> </a:t>
                      </a: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1050" b="1" i="0" u="none" strike="noStrike" dirty="0">
                          <a:solidFill>
                            <a:srgbClr val="A6A6A6"/>
                          </a:solidFill>
                          <a:effectLst/>
                          <a:latin typeface="Verdana" panose="020B0604030504040204" pitchFamily="34" charset="0"/>
                        </a:rPr>
                        <a:t> </a:t>
                      </a: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1050" b="1" i="0" u="none" strike="noStrike" dirty="0">
                          <a:solidFill>
                            <a:srgbClr val="A6A6A6"/>
                          </a:solidFill>
                          <a:effectLst/>
                          <a:latin typeface="Verdana" panose="020B0604030504040204" pitchFamily="34" charset="0"/>
                        </a:rPr>
                        <a:t> </a:t>
                      </a: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1050" b="1" i="0" u="none" strike="noStrike" dirty="0">
                          <a:solidFill>
                            <a:srgbClr val="A6A6A6"/>
                          </a:solidFill>
                          <a:effectLst/>
                          <a:latin typeface="Verdana" panose="020B0604030504040204" pitchFamily="34" charset="0"/>
                        </a:rPr>
                        <a:t> </a:t>
                      </a: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1050" b="1" i="0" u="none" strike="noStrike" dirty="0">
                          <a:solidFill>
                            <a:srgbClr val="A6A6A6"/>
                          </a:solidFill>
                          <a:effectLst/>
                          <a:latin typeface="Verdana" panose="020B0604030504040204" pitchFamily="34" charset="0"/>
                        </a:rPr>
                        <a:t> </a:t>
                      </a: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1050" b="1" i="0" u="none" strike="noStrike" dirty="0">
                          <a:solidFill>
                            <a:srgbClr val="A6A6A6"/>
                          </a:solidFill>
                          <a:effectLst/>
                          <a:latin typeface="Verdana" panose="020B0604030504040204" pitchFamily="34" charset="0"/>
                        </a:rPr>
                        <a:t> </a:t>
                      </a: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1050" b="1" i="0" u="none" strike="noStrike" dirty="0">
                          <a:solidFill>
                            <a:srgbClr val="A6A6A6"/>
                          </a:solidFill>
                          <a:effectLst/>
                          <a:latin typeface="Verdana" panose="020B0604030504040204" pitchFamily="34" charset="0"/>
                        </a:rPr>
                        <a:t> </a:t>
                      </a: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1050" b="1" i="0" u="none" strike="noStrike" dirty="0">
                          <a:solidFill>
                            <a:srgbClr val="A6A6A6"/>
                          </a:solidFill>
                          <a:effectLst/>
                          <a:latin typeface="Verdana" panose="020B0604030504040204" pitchFamily="34" charset="0"/>
                        </a:rPr>
                        <a:t> </a:t>
                      </a: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1050" b="1" i="0" u="none" strike="noStrike" dirty="0">
                          <a:solidFill>
                            <a:srgbClr val="A6A6A6"/>
                          </a:solidFill>
                          <a:effectLst/>
                          <a:latin typeface="Verdana" panose="020B0604030504040204" pitchFamily="34" charset="0"/>
                        </a:rPr>
                        <a:t> </a:t>
                      </a: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1050" b="1" i="0" u="none" strike="noStrike" dirty="0">
                          <a:solidFill>
                            <a:srgbClr val="A6A6A6"/>
                          </a:solidFill>
                          <a:effectLst/>
                          <a:latin typeface="Verdana" panose="020B0604030504040204" pitchFamily="34" charset="0"/>
                        </a:rPr>
                        <a:t> </a:t>
                      </a: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1050" b="1" i="0" u="none" strike="noStrike" dirty="0">
                          <a:solidFill>
                            <a:srgbClr val="A6A6A6"/>
                          </a:solidFill>
                          <a:effectLst/>
                          <a:latin typeface="Verdana" panose="020B0604030504040204" pitchFamily="34" charset="0"/>
                        </a:rPr>
                        <a:t> </a:t>
                      </a: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1050" b="1" i="0" u="none" strike="noStrike" dirty="0">
                          <a:solidFill>
                            <a:srgbClr val="A6A6A6"/>
                          </a:solidFill>
                          <a:effectLst/>
                          <a:latin typeface="Verdana" panose="020B0604030504040204" pitchFamily="34" charset="0"/>
                        </a:rPr>
                        <a:t> </a:t>
                      </a: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1050" b="1" i="0" u="none" strike="noStrike" dirty="0">
                          <a:solidFill>
                            <a:srgbClr val="A6A6A6"/>
                          </a:solidFill>
                          <a:effectLst/>
                          <a:latin typeface="Verdana" panose="020B0604030504040204" pitchFamily="34" charset="0"/>
                        </a:rPr>
                        <a:t> </a:t>
                      </a: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1050" b="1" i="0" u="none" strike="noStrike" dirty="0">
                          <a:solidFill>
                            <a:srgbClr val="A6A6A6"/>
                          </a:solidFill>
                          <a:effectLst/>
                          <a:latin typeface="Verdana" panose="020B0604030504040204" pitchFamily="34" charset="0"/>
                        </a:rPr>
                        <a:t> </a:t>
                      </a: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1050" b="1" i="0" u="none" strike="noStrike" dirty="0">
                          <a:solidFill>
                            <a:srgbClr val="A6A6A6"/>
                          </a:solidFill>
                          <a:effectLst/>
                          <a:latin typeface="Verdana" panose="020B0604030504040204" pitchFamily="34" charset="0"/>
                        </a:rPr>
                        <a:t> </a:t>
                      </a: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1050" b="1" i="0" u="none" strike="noStrike" dirty="0">
                          <a:solidFill>
                            <a:srgbClr val="A6A6A6"/>
                          </a:solidFill>
                          <a:effectLst/>
                          <a:latin typeface="Verdana" panose="020B0604030504040204" pitchFamily="34" charset="0"/>
                        </a:rPr>
                        <a:t> </a:t>
                      </a: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1050" b="1" i="0" u="none" strike="noStrike" dirty="0">
                          <a:solidFill>
                            <a:srgbClr val="A6A6A6"/>
                          </a:solidFill>
                          <a:effectLst/>
                          <a:latin typeface="Verdana" panose="020B0604030504040204" pitchFamily="34" charset="0"/>
                        </a:rPr>
                        <a:t> </a:t>
                      </a: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1050" b="1" i="0" u="none" strike="noStrike" dirty="0">
                          <a:solidFill>
                            <a:srgbClr val="A6A6A6"/>
                          </a:solidFill>
                          <a:effectLst/>
                          <a:latin typeface="Verdana" panose="020B0604030504040204" pitchFamily="34" charset="0"/>
                        </a:rPr>
                        <a:t> </a:t>
                      </a:r>
                    </a:p>
                  </a:txBody>
                  <a:tcPr marL="4203" marR="4203" marT="4203"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extLst>
                  <a:ext uri="{0D108BD9-81ED-4DB2-BD59-A6C34878D82A}">
                    <a16:rowId xmlns:a16="http://schemas.microsoft.com/office/drawing/2014/main" val="538604368"/>
                  </a:ext>
                </a:extLst>
              </a:tr>
              <a:tr h="290066">
                <a:tc>
                  <a:txBody>
                    <a:bodyPr/>
                    <a:lstStyle/>
                    <a:p>
                      <a:pPr algn="ctr" fontAlgn="ctr"/>
                      <a:r>
                        <a:rPr lang="en-US" sz="1200" b="0" i="0" u="none" strike="noStrike" dirty="0">
                          <a:solidFill>
                            <a:srgbClr val="000000"/>
                          </a:solidFill>
                          <a:effectLst/>
                          <a:latin typeface="Verdana" panose="020B0604030504040204" pitchFamily="34" charset="0"/>
                        </a:rPr>
                        <a:t>2</a:t>
                      </a:r>
                    </a:p>
                  </a:txBody>
                  <a:tcPr marL="4203" marR="4203" marT="4203"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Verdana" panose="020B0604030504040204" pitchFamily="34" charset="0"/>
                        </a:rPr>
                        <a:t>Mod. C, Task 9</a:t>
                      </a: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Verdana" panose="020B0604030504040204" pitchFamily="34" charset="0"/>
                        </a:rPr>
                        <a:t>C9</a:t>
                      </a: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b="0" i="0" u="none" strike="noStrike" dirty="0">
                          <a:solidFill>
                            <a:srgbClr val="000000"/>
                          </a:solidFill>
                          <a:effectLst/>
                          <a:latin typeface="Verdana" panose="020B0604030504040204" pitchFamily="34" charset="0"/>
                        </a:rPr>
                        <a:t>Study Tours++</a:t>
                      </a: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20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50" b="1" i="0" u="none" strike="noStrike" dirty="0">
                          <a:solidFill>
                            <a:srgbClr val="A6A6A6"/>
                          </a:solidFill>
                          <a:effectLst/>
                          <a:latin typeface="Verdana" panose="020B0604030504040204" pitchFamily="34" charset="0"/>
                        </a:rPr>
                        <a:t> </a:t>
                      </a: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50" b="1" i="0" u="none" strike="noStrike" dirty="0">
                          <a:solidFill>
                            <a:srgbClr val="A6A6A6"/>
                          </a:solidFill>
                          <a:effectLst/>
                          <a:latin typeface="Verdana" panose="020B0604030504040204" pitchFamily="34" charset="0"/>
                        </a:rPr>
                        <a:t> </a:t>
                      </a: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1050" b="1" i="0" u="none" strike="noStrike" dirty="0">
                          <a:solidFill>
                            <a:srgbClr val="A6A6A6"/>
                          </a:solidFill>
                          <a:effectLst/>
                          <a:latin typeface="Verdana" panose="020B0604030504040204" pitchFamily="34" charset="0"/>
                        </a:rPr>
                        <a:t> </a:t>
                      </a: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75223974"/>
                  </a:ext>
                </a:extLst>
              </a:tr>
              <a:tr h="720222">
                <a:tc>
                  <a:txBody>
                    <a:bodyPr/>
                    <a:lstStyle/>
                    <a:p>
                      <a:pPr algn="ctr" fontAlgn="ctr"/>
                      <a:r>
                        <a:rPr lang="en-US" sz="1200" b="0" i="0" u="none" strike="noStrike" dirty="0">
                          <a:solidFill>
                            <a:srgbClr val="000000"/>
                          </a:solidFill>
                          <a:effectLst/>
                          <a:latin typeface="Verdana" panose="020B0604030504040204" pitchFamily="34" charset="0"/>
                        </a:rPr>
                        <a:t>3</a:t>
                      </a:r>
                    </a:p>
                  </a:txBody>
                  <a:tcPr marL="4203" marR="4203" marT="4203"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Verdana" panose="020B0604030504040204" pitchFamily="34" charset="0"/>
                        </a:rPr>
                        <a:t>Mod. C, Topic 1</a:t>
                      </a: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Verdana" panose="020B0604030504040204" pitchFamily="34" charset="0"/>
                        </a:rPr>
                        <a:t>C1</a:t>
                      </a: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b="0" i="0" u="none" strike="noStrike" dirty="0">
                          <a:solidFill>
                            <a:srgbClr val="000000"/>
                          </a:solidFill>
                          <a:effectLst/>
                          <a:latin typeface="Verdana" panose="020B0604030504040204" pitchFamily="34" charset="0"/>
                        </a:rPr>
                        <a:t>General Concepts - Regulatory Framework</a:t>
                      </a: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20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50" b="1" i="0" u="none" strike="noStrike" dirty="0">
                          <a:solidFill>
                            <a:srgbClr val="A6A6A6"/>
                          </a:solidFill>
                          <a:effectLst/>
                          <a:latin typeface="Verdana" panose="020B0604030504040204" pitchFamily="34" charset="0"/>
                        </a:rPr>
                        <a:t> </a:t>
                      </a: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50" b="1" i="0" u="none" strike="noStrike" dirty="0">
                          <a:solidFill>
                            <a:srgbClr val="A6A6A6"/>
                          </a:solidFill>
                          <a:effectLst/>
                          <a:latin typeface="Verdana" panose="020B0604030504040204" pitchFamily="34" charset="0"/>
                        </a:rPr>
                        <a:t> </a:t>
                      </a: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50" b="1" i="0" u="none" strike="noStrike" dirty="0">
                          <a:solidFill>
                            <a:srgbClr val="A6A6A6"/>
                          </a:solidFill>
                          <a:effectLst/>
                          <a:latin typeface="Verdana" panose="020B0604030504040204" pitchFamily="34" charset="0"/>
                        </a:rPr>
                        <a:t> </a:t>
                      </a: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60710490"/>
                  </a:ext>
                </a:extLst>
              </a:tr>
              <a:tr h="433451">
                <a:tc>
                  <a:txBody>
                    <a:bodyPr/>
                    <a:lstStyle/>
                    <a:p>
                      <a:pPr algn="ctr" fontAlgn="ctr"/>
                      <a:r>
                        <a:rPr lang="en-US" sz="1200" b="0" i="0" u="none" strike="noStrike" dirty="0">
                          <a:solidFill>
                            <a:srgbClr val="000000"/>
                          </a:solidFill>
                          <a:effectLst/>
                          <a:latin typeface="Verdana" panose="020B0604030504040204" pitchFamily="34" charset="0"/>
                        </a:rPr>
                        <a:t>4</a:t>
                      </a:r>
                    </a:p>
                  </a:txBody>
                  <a:tcPr marL="4203" marR="4203" marT="4203"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Verdana" panose="020B0604030504040204" pitchFamily="34" charset="0"/>
                        </a:rPr>
                        <a:t>Mod. C, Topic 3</a:t>
                      </a: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Verdana" panose="020B0604030504040204" pitchFamily="34" charset="0"/>
                        </a:rPr>
                        <a:t>C5</a:t>
                      </a: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b="0" i="0" u="none" strike="noStrike" dirty="0">
                          <a:solidFill>
                            <a:srgbClr val="000000"/>
                          </a:solidFill>
                          <a:effectLst/>
                          <a:latin typeface="Verdana" panose="020B0604030504040204" pitchFamily="34" charset="0"/>
                        </a:rPr>
                        <a:t>Functioning of ERC and Rule Making</a:t>
                      </a: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20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50" b="1" i="0" u="none" strike="noStrike" dirty="0">
                          <a:solidFill>
                            <a:srgbClr val="A6A6A6"/>
                          </a:solidFill>
                          <a:effectLst/>
                          <a:latin typeface="Verdana" panose="020B0604030504040204" pitchFamily="34" charset="0"/>
                        </a:rPr>
                        <a:t> </a:t>
                      </a: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algn="ctr" defTabSz="1268366" rtl="0" eaLnBrk="1" fontAlgn="ctr" latinLnBrk="0" hangingPunct="1"/>
                      <a:endParaRPr lang="en-US" sz="1050" b="1" i="0" u="none" strike="noStrike" kern="1200" dirty="0">
                        <a:solidFill>
                          <a:srgbClr val="A6A6A6"/>
                        </a:solidFill>
                        <a:effectLst/>
                        <a:latin typeface="Verdana" panose="020B0604030504040204" pitchFamily="34" charset="0"/>
                        <a:ea typeface="+mn-ea"/>
                        <a:cs typeface="+mn-cs"/>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46030836"/>
                  </a:ext>
                </a:extLst>
              </a:tr>
              <a:tr h="720222">
                <a:tc>
                  <a:txBody>
                    <a:bodyPr/>
                    <a:lstStyle/>
                    <a:p>
                      <a:pPr algn="ctr" fontAlgn="ctr"/>
                      <a:r>
                        <a:rPr lang="en-US" sz="1200" b="0" i="0" u="none" strike="noStrike" dirty="0">
                          <a:solidFill>
                            <a:srgbClr val="000000"/>
                          </a:solidFill>
                          <a:effectLst/>
                          <a:latin typeface="Verdana" panose="020B0604030504040204" pitchFamily="34" charset="0"/>
                        </a:rPr>
                        <a:t>5</a:t>
                      </a:r>
                    </a:p>
                  </a:txBody>
                  <a:tcPr marL="4203" marR="4203" marT="4203"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Verdana" panose="020B0604030504040204" pitchFamily="34" charset="0"/>
                        </a:rPr>
                        <a:t>Mod. C, Topic 4</a:t>
                      </a: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Verdana" panose="020B0604030504040204" pitchFamily="34" charset="0"/>
                        </a:rPr>
                        <a:t>C2</a:t>
                      </a: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b="0" i="0" u="none" strike="noStrike" dirty="0">
                          <a:solidFill>
                            <a:srgbClr val="000000"/>
                          </a:solidFill>
                          <a:effectLst/>
                          <a:latin typeface="Verdana" panose="020B0604030504040204" pitchFamily="34" charset="0"/>
                        </a:rPr>
                        <a:t>Tariff Frameworks and Tariff Setting Methodology</a:t>
                      </a: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20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50" b="1" i="0" u="none" strike="noStrike" dirty="0">
                          <a:solidFill>
                            <a:srgbClr val="A6A6A6"/>
                          </a:solidFill>
                          <a:effectLst/>
                          <a:latin typeface="Verdana" panose="020B0604030504040204" pitchFamily="34" charset="0"/>
                        </a:rPr>
                        <a:t> </a:t>
                      </a: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80696548"/>
                  </a:ext>
                </a:extLst>
              </a:tr>
              <a:tr h="290066">
                <a:tc>
                  <a:txBody>
                    <a:bodyPr/>
                    <a:lstStyle/>
                    <a:p>
                      <a:pPr algn="ctr" fontAlgn="ctr"/>
                      <a:r>
                        <a:rPr lang="en-US" sz="1200" b="0" i="0" u="none" strike="noStrike" dirty="0">
                          <a:solidFill>
                            <a:srgbClr val="000000"/>
                          </a:solidFill>
                          <a:effectLst/>
                          <a:latin typeface="Verdana" panose="020B0604030504040204" pitchFamily="34" charset="0"/>
                        </a:rPr>
                        <a:t>6</a:t>
                      </a:r>
                    </a:p>
                  </a:txBody>
                  <a:tcPr marL="4203" marR="4203" marT="4203"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Verdana" panose="020B0604030504040204" pitchFamily="34" charset="0"/>
                        </a:rPr>
                        <a:t>Mod. C, Topic 2</a:t>
                      </a: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Verdana" panose="020B0604030504040204" pitchFamily="34" charset="0"/>
                        </a:rPr>
                        <a:t>C3</a:t>
                      </a: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b="0" i="0" u="none" strike="noStrike" dirty="0">
                          <a:solidFill>
                            <a:srgbClr val="000000"/>
                          </a:solidFill>
                          <a:effectLst/>
                          <a:latin typeface="Verdana" panose="020B0604030504040204" pitchFamily="34" charset="0"/>
                        </a:rPr>
                        <a:t>Technical Trainings</a:t>
                      </a: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200" b="0" i="0" u="none" strike="noStrike">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50" b="1" i="0" u="none" strike="noStrike">
                          <a:solidFill>
                            <a:srgbClr val="A6A6A6"/>
                          </a:solidFill>
                          <a:effectLst/>
                          <a:latin typeface="Verdana" panose="020B0604030504040204" pitchFamily="34" charset="0"/>
                        </a:rPr>
                        <a:t> </a:t>
                      </a: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1050" b="1" i="0" u="none" strike="noStrike">
                          <a:solidFill>
                            <a:srgbClr val="A6A6A6"/>
                          </a:solidFill>
                          <a:effectLst/>
                          <a:latin typeface="Verdana" panose="020B0604030504040204" pitchFamily="34" charset="0"/>
                        </a:rPr>
                        <a:t> </a:t>
                      </a: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l" fontAlgn="ctr"/>
                      <a:endParaRPr lang="en-US" sz="1050" b="0" i="0" u="none" strike="noStrike">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4203" marR="4203" marT="4203"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97609886"/>
                  </a:ext>
                </a:extLst>
              </a:tr>
              <a:tr h="290066">
                <a:tc>
                  <a:txBody>
                    <a:bodyPr/>
                    <a:lstStyle/>
                    <a:p>
                      <a:pPr algn="ctr" fontAlgn="ctr"/>
                      <a:r>
                        <a:rPr lang="en-US" sz="1200" b="0" i="0" u="none" strike="noStrike" dirty="0">
                          <a:solidFill>
                            <a:srgbClr val="538DD5"/>
                          </a:solidFill>
                          <a:effectLst/>
                          <a:latin typeface="Verdana" panose="020B0604030504040204" pitchFamily="34" charset="0"/>
                        </a:rPr>
                        <a:t>7</a:t>
                      </a:r>
                    </a:p>
                  </a:txBody>
                  <a:tcPr marL="4203" marR="4203" marT="4203"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4F81BD"/>
                          </a:solidFill>
                          <a:effectLst/>
                          <a:latin typeface="Verdana" panose="020B0604030504040204" pitchFamily="34" charset="0"/>
                        </a:rPr>
                        <a:t>Mod. C, Topic 5</a:t>
                      </a: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4F81BD"/>
                          </a:solidFill>
                          <a:effectLst/>
                          <a:latin typeface="Verdana" panose="020B0604030504040204" pitchFamily="34" charset="0"/>
                        </a:rPr>
                        <a:t>C4</a:t>
                      </a: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b="0" i="0" u="none" strike="noStrike" dirty="0">
                          <a:solidFill>
                            <a:srgbClr val="4F81BD"/>
                          </a:solidFill>
                          <a:effectLst/>
                          <a:latin typeface="Verdana" panose="020B0604030504040204" pitchFamily="34" charset="0"/>
                        </a:rPr>
                        <a:t>Task-based trainings</a:t>
                      </a:r>
                    </a:p>
                  </a:txBody>
                  <a:tcPr marL="4203" marR="4203" marT="4203"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4" gridSpan="24">
                  <a:txBody>
                    <a:bodyPr/>
                    <a:lstStyle/>
                    <a:p>
                      <a:pPr algn="l" fontAlgn="ctr"/>
                      <a:r>
                        <a:rPr lang="en-US" sz="1200" b="1" i="0" u="none" strike="noStrike" dirty="0">
                          <a:solidFill>
                            <a:srgbClr val="4F81BD"/>
                          </a:solidFill>
                          <a:effectLst/>
                          <a:latin typeface="Verdana" panose="020B0604030504040204" pitchFamily="34" charset="0"/>
                        </a:rPr>
                        <a:t>To be Discussed and Finalized</a:t>
                      </a:r>
                    </a:p>
                  </a:txBody>
                  <a:tcPr marL="4203" marR="4203" marT="4203"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4" hMerge="1">
                  <a:txBody>
                    <a:bodyPr/>
                    <a:lstStyle/>
                    <a:p>
                      <a:pPr algn="l" fontAlgn="ctr"/>
                      <a:endParaRPr lang="en-US" sz="1050" b="0" i="0" u="none" strike="noStrike">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rowSpan="4" hMerge="1">
                  <a:txBody>
                    <a:bodyPr/>
                    <a:lstStyle/>
                    <a:p>
                      <a:pPr algn="l" fontAlgn="ctr"/>
                      <a:endParaRPr lang="en-US" sz="1050" b="0" i="0" u="none" strike="noStrike">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rowSpan="4" hMerge="1">
                  <a:txBody>
                    <a:bodyPr/>
                    <a:lstStyle/>
                    <a:p>
                      <a:pPr algn="l" fontAlgn="ctr"/>
                      <a:endParaRPr lang="en-US" sz="1050" b="0" i="0" u="none" strike="noStrike">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rowSpan="4" hMerge="1">
                  <a:txBody>
                    <a:bodyPr/>
                    <a:lstStyle/>
                    <a:p>
                      <a:pPr algn="l" fontAlgn="ctr"/>
                      <a:endParaRPr lang="en-US" sz="1050" b="0" i="0" u="none" strike="noStrike">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rowSpan="4" hMerge="1">
                  <a:txBody>
                    <a:bodyPr/>
                    <a:lstStyle/>
                    <a:p>
                      <a:pPr algn="l" fontAlgn="ctr"/>
                      <a:endParaRPr lang="en-US" sz="1050" b="0" i="0" u="none" strike="noStrike">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rowSpan="4" hMerge="1">
                  <a:txBody>
                    <a:bodyPr/>
                    <a:lstStyle/>
                    <a:p>
                      <a:pPr algn="l" fontAlgn="ctr"/>
                      <a:endParaRPr lang="en-US" sz="1050" b="0" i="0" u="none" strike="noStrike">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rowSpan="4" hMerge="1">
                  <a:txBody>
                    <a:bodyPr/>
                    <a:lstStyle/>
                    <a:p>
                      <a:pPr algn="l" fontAlgn="ctr"/>
                      <a:endParaRPr lang="en-US" sz="1050" b="0" i="0" u="none" strike="noStrike">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rowSpan="4" hMerge="1">
                  <a:txBody>
                    <a:bodyPr/>
                    <a:lstStyle/>
                    <a:p>
                      <a:pPr algn="l" fontAlgn="ctr"/>
                      <a:endParaRPr lang="en-US" sz="1050" b="0" i="0" u="none" strike="noStrike">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rowSpan="4" hMerge="1">
                  <a:txBody>
                    <a:bodyPr/>
                    <a:lstStyle/>
                    <a:p>
                      <a:pPr algn="l" fontAlgn="ctr"/>
                      <a:endParaRPr lang="en-US" sz="1050" b="0" i="0" u="none" strike="noStrike">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rowSpan="4" hMerge="1">
                  <a:txBody>
                    <a:bodyPr/>
                    <a:lstStyle/>
                    <a:p>
                      <a:pPr algn="l" fontAlgn="ctr"/>
                      <a:endParaRPr lang="en-US" sz="1050" b="0" i="0" u="none" strike="noStrike">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rowSpan="4" hMerge="1">
                  <a:txBody>
                    <a:bodyPr/>
                    <a:lstStyle/>
                    <a:p>
                      <a:pPr algn="l" fontAlgn="ctr"/>
                      <a:endParaRPr lang="en-US" sz="1050" b="0" i="0" u="none" strike="noStrike">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rowSpan="4" hMerge="1">
                  <a:txBody>
                    <a:bodyPr/>
                    <a:lstStyle/>
                    <a:p>
                      <a:pPr algn="l" fontAlgn="ctr"/>
                      <a:endParaRPr lang="en-US" sz="1050" b="0" i="0" u="none" strike="noStrike">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rowSpan="4" hMerge="1">
                  <a:txBody>
                    <a:bodyPr/>
                    <a:lstStyle/>
                    <a:p>
                      <a:pPr algn="l" fontAlgn="ctr"/>
                      <a:endParaRPr lang="en-US" sz="1050" b="0" i="0" u="none" strike="noStrike">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rowSpan="4" hMerge="1">
                  <a:txBody>
                    <a:bodyPr/>
                    <a:lstStyle/>
                    <a:p>
                      <a:pPr algn="l" fontAlgn="ctr"/>
                      <a:endParaRPr lang="en-US" sz="1050" b="0" i="0" u="none" strike="noStrike">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rowSpan="4" hMerge="1">
                  <a:txBody>
                    <a:bodyPr/>
                    <a:lstStyle/>
                    <a:p>
                      <a:pPr algn="l" fontAlgn="ctr"/>
                      <a:endParaRPr lang="en-US" sz="1050" b="0" i="0" u="none" strike="noStrike">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rowSpan="4" hMerge="1">
                  <a:txBody>
                    <a:bodyPr/>
                    <a:lstStyle/>
                    <a:p>
                      <a:pPr algn="l" fontAlgn="ctr"/>
                      <a:endParaRPr lang="en-US" sz="1050" b="0" i="0" u="none" strike="noStrike">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rowSpan="4" hMerge="1">
                  <a:txBody>
                    <a:bodyPr/>
                    <a:lstStyle/>
                    <a:p>
                      <a:pPr algn="l" fontAlgn="ctr"/>
                      <a:endParaRPr lang="en-US" sz="1050" b="0" i="0" u="none" strike="noStrike">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rowSpan="4" hMerge="1">
                  <a:txBody>
                    <a:bodyPr/>
                    <a:lstStyle/>
                    <a:p>
                      <a:pPr algn="l" fontAlgn="ctr"/>
                      <a:endParaRPr lang="en-US" sz="1050" b="0" i="0" u="none" strike="noStrike">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rowSpan="4" hMerge="1">
                  <a:txBody>
                    <a:bodyPr/>
                    <a:lstStyle/>
                    <a:p>
                      <a:pPr algn="l" fontAlgn="ctr"/>
                      <a:endParaRPr lang="en-US" sz="1050" b="0" i="0" u="none" strike="noStrike">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rowSpan="4" hMerge="1">
                  <a:txBody>
                    <a:bodyPr/>
                    <a:lstStyle/>
                    <a:p>
                      <a:pPr algn="l" fontAlgn="ctr"/>
                      <a:endParaRPr lang="en-US" sz="1050" b="0" i="0" u="none" strike="noStrike">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rowSpan="4" hMerge="1">
                  <a:txBody>
                    <a:bodyPr/>
                    <a:lstStyle/>
                    <a:p>
                      <a:pPr algn="l" fontAlgn="ctr"/>
                      <a:endParaRPr lang="en-US" sz="1050" b="0" i="0" u="none" strike="noStrike">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rowSpan="4" hMerge="1">
                  <a:txBody>
                    <a:bodyPr/>
                    <a:lstStyle/>
                    <a:p>
                      <a:pPr algn="l" fontAlgn="ctr"/>
                      <a:endParaRPr lang="en-US" sz="1050" b="0" i="0" u="none" strike="noStrike">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rowSpan="4" hMerge="1">
                  <a:txBody>
                    <a:bodyPr/>
                    <a:lstStyle/>
                    <a:p>
                      <a:pPr algn="l" fontAlgn="ctr"/>
                      <a:endParaRPr lang="en-US" sz="1050" b="0" i="0" u="none" strike="noStrike">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extLst>
                  <a:ext uri="{0D108BD9-81ED-4DB2-BD59-A6C34878D82A}">
                    <a16:rowId xmlns:a16="http://schemas.microsoft.com/office/drawing/2014/main" val="1740507912"/>
                  </a:ext>
                </a:extLst>
              </a:tr>
              <a:tr h="433451">
                <a:tc>
                  <a:txBody>
                    <a:bodyPr/>
                    <a:lstStyle/>
                    <a:p>
                      <a:pPr algn="ctr" fontAlgn="ctr"/>
                      <a:r>
                        <a:rPr lang="en-US" sz="1200" b="0" i="0" u="none" strike="noStrike" dirty="0">
                          <a:solidFill>
                            <a:srgbClr val="538DD5"/>
                          </a:solidFill>
                          <a:effectLst/>
                          <a:latin typeface="Verdana" panose="020B0604030504040204" pitchFamily="34" charset="0"/>
                        </a:rPr>
                        <a:t>8</a:t>
                      </a:r>
                    </a:p>
                  </a:txBody>
                  <a:tcPr marL="4203" marR="4203" marT="4203"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4F81BD"/>
                          </a:solidFill>
                          <a:effectLst/>
                          <a:latin typeface="Verdana" panose="020B0604030504040204" pitchFamily="34" charset="0"/>
                        </a:rPr>
                        <a:t>Mod. C, Topic 6</a:t>
                      </a: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4F81BD"/>
                          </a:solidFill>
                          <a:effectLst/>
                          <a:latin typeface="Verdana" panose="020B0604030504040204" pitchFamily="34" charset="0"/>
                        </a:rPr>
                        <a:t>C6</a:t>
                      </a: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b="0" i="0" u="none" strike="noStrike" dirty="0">
                          <a:solidFill>
                            <a:srgbClr val="4F81BD"/>
                          </a:solidFill>
                          <a:effectLst/>
                          <a:latin typeface="Verdana" panose="020B0604030504040204" pitchFamily="34" charset="0"/>
                        </a:rPr>
                        <a:t>Generation related trainings</a:t>
                      </a:r>
                    </a:p>
                  </a:txBody>
                  <a:tcPr marL="4203" marR="4203" marT="4203"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4" vMerge="1">
                  <a:txBody>
                    <a:bodyPr/>
                    <a:lstStyle/>
                    <a:p>
                      <a:pPr algn="l" fontAlgn="ctr"/>
                      <a:endParaRPr lang="en-US" sz="1050" b="0" i="0" u="none" strike="noStrike" dirty="0">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hMerge="1" vMerge="1">
                  <a:txBody>
                    <a:bodyPr/>
                    <a:lstStyle/>
                    <a:p>
                      <a:pPr algn="l" fontAlgn="ctr"/>
                      <a:endParaRPr lang="en-US" sz="1050" b="0" i="0" u="none" strike="noStrike">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hMerge="1" vMerge="1">
                  <a:txBody>
                    <a:bodyPr/>
                    <a:lstStyle/>
                    <a:p>
                      <a:pPr algn="l" fontAlgn="ctr"/>
                      <a:endParaRPr lang="en-US" sz="1050" b="0" i="0" u="none" strike="noStrike">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hMerge="1" vMerge="1">
                  <a:txBody>
                    <a:bodyPr/>
                    <a:lstStyle/>
                    <a:p>
                      <a:pPr algn="l" fontAlgn="ctr"/>
                      <a:endParaRPr lang="en-US" sz="1050" b="0" i="0" u="none" strike="noStrike">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hMerge="1" vMerge="1">
                  <a:txBody>
                    <a:bodyPr/>
                    <a:lstStyle/>
                    <a:p>
                      <a:pPr algn="l" fontAlgn="ctr"/>
                      <a:endParaRPr lang="en-US" sz="1050" b="0" i="0" u="none" strike="noStrike">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hMerge="1" vMerge="1">
                  <a:txBody>
                    <a:bodyPr/>
                    <a:lstStyle/>
                    <a:p>
                      <a:pPr algn="l" fontAlgn="ctr"/>
                      <a:endParaRPr lang="en-US" sz="1050" b="0" i="0" u="none" strike="noStrike">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hMerge="1" vMerge="1">
                  <a:txBody>
                    <a:bodyPr/>
                    <a:lstStyle/>
                    <a:p>
                      <a:pPr algn="l" fontAlgn="ctr"/>
                      <a:endParaRPr lang="en-US" sz="1050" b="0" i="0" u="none" strike="noStrike">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hMerge="1" vMerge="1">
                  <a:txBody>
                    <a:bodyPr/>
                    <a:lstStyle/>
                    <a:p>
                      <a:pPr algn="l" fontAlgn="ctr"/>
                      <a:endParaRPr lang="en-US" sz="1050" b="0" i="0" u="none" strike="noStrike">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hMerge="1" vMerge="1">
                  <a:txBody>
                    <a:bodyPr/>
                    <a:lstStyle/>
                    <a:p>
                      <a:pPr algn="l" fontAlgn="ctr"/>
                      <a:endParaRPr lang="en-US" sz="1050" b="0" i="0" u="none" strike="noStrike">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hMerge="1" vMerge="1">
                  <a:txBody>
                    <a:bodyPr/>
                    <a:lstStyle/>
                    <a:p>
                      <a:pPr algn="l" fontAlgn="ctr"/>
                      <a:endParaRPr lang="en-US" sz="1050" b="0" i="0" u="none" strike="noStrike">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hMerge="1" vMerge="1">
                  <a:txBody>
                    <a:bodyPr/>
                    <a:lstStyle/>
                    <a:p>
                      <a:pPr algn="l" fontAlgn="ctr"/>
                      <a:endParaRPr lang="en-US" sz="1050" b="0" i="0" u="none" strike="noStrike">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hMerge="1" vMerge="1">
                  <a:txBody>
                    <a:bodyPr/>
                    <a:lstStyle/>
                    <a:p>
                      <a:pPr algn="l" fontAlgn="ctr"/>
                      <a:endParaRPr lang="en-US" sz="1050" b="0" i="0" u="none" strike="noStrike">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hMerge="1" vMerge="1">
                  <a:txBody>
                    <a:bodyPr/>
                    <a:lstStyle/>
                    <a:p>
                      <a:pPr algn="l" fontAlgn="ctr"/>
                      <a:endParaRPr lang="en-US" sz="1050" b="0" i="0" u="none" strike="noStrike">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hMerge="1" vMerge="1">
                  <a:txBody>
                    <a:bodyPr/>
                    <a:lstStyle/>
                    <a:p>
                      <a:pPr algn="l" fontAlgn="ctr"/>
                      <a:endParaRPr lang="en-US" sz="1050" b="0" i="0" u="none" strike="noStrike">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hMerge="1" vMerge="1">
                  <a:txBody>
                    <a:bodyPr/>
                    <a:lstStyle/>
                    <a:p>
                      <a:pPr algn="l" fontAlgn="ctr"/>
                      <a:endParaRPr lang="en-US" sz="1050" b="0" i="0" u="none" strike="noStrike">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hMerge="1" vMerge="1">
                  <a:txBody>
                    <a:bodyPr/>
                    <a:lstStyle/>
                    <a:p>
                      <a:pPr algn="l" fontAlgn="ctr"/>
                      <a:endParaRPr lang="en-US" sz="1050" b="0" i="0" u="none" strike="noStrike">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hMerge="1" vMerge="1">
                  <a:txBody>
                    <a:bodyPr/>
                    <a:lstStyle/>
                    <a:p>
                      <a:pPr algn="l" fontAlgn="ctr"/>
                      <a:endParaRPr lang="en-US" sz="1050" b="0" i="0" u="none" strike="noStrike">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hMerge="1" vMerge="1">
                  <a:txBody>
                    <a:bodyPr/>
                    <a:lstStyle/>
                    <a:p>
                      <a:pPr algn="l" fontAlgn="ctr"/>
                      <a:endParaRPr lang="en-US" sz="1050" b="0" i="0" u="none" strike="noStrike">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hMerge="1" vMerge="1">
                  <a:txBody>
                    <a:bodyPr/>
                    <a:lstStyle/>
                    <a:p>
                      <a:pPr algn="l" fontAlgn="ctr"/>
                      <a:endParaRPr lang="en-US" sz="1050" b="0" i="0" u="none" strike="noStrike">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hMerge="1" vMerge="1">
                  <a:txBody>
                    <a:bodyPr/>
                    <a:lstStyle/>
                    <a:p>
                      <a:pPr algn="l" fontAlgn="ctr"/>
                      <a:endParaRPr lang="en-US" sz="1050" b="0" i="0" u="none" strike="noStrike">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hMerge="1" vMerge="1">
                  <a:txBody>
                    <a:bodyPr/>
                    <a:lstStyle/>
                    <a:p>
                      <a:pPr algn="l" fontAlgn="ctr"/>
                      <a:endParaRPr lang="en-US" sz="1050" b="0" i="0" u="none" strike="noStrike">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hMerge="1" vMerge="1">
                  <a:txBody>
                    <a:bodyPr/>
                    <a:lstStyle/>
                    <a:p>
                      <a:pPr algn="l" fontAlgn="ctr"/>
                      <a:endParaRPr lang="en-US" sz="1050" b="0" i="0" u="none" strike="noStrike">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hMerge="1" vMerge="1">
                  <a:txBody>
                    <a:bodyPr/>
                    <a:lstStyle/>
                    <a:p>
                      <a:pPr algn="l" fontAlgn="ctr"/>
                      <a:endParaRPr lang="en-US" sz="1050" b="0" i="0" u="none" strike="noStrike">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hMerge="1" vMerge="1">
                  <a:txBody>
                    <a:bodyPr/>
                    <a:lstStyle/>
                    <a:p>
                      <a:pPr algn="l" fontAlgn="ctr"/>
                      <a:endParaRPr lang="en-US" sz="1050" b="0" i="0" u="none" strike="noStrike">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extLst>
                  <a:ext uri="{0D108BD9-81ED-4DB2-BD59-A6C34878D82A}">
                    <a16:rowId xmlns:a16="http://schemas.microsoft.com/office/drawing/2014/main" val="1558104719"/>
                  </a:ext>
                </a:extLst>
              </a:tr>
              <a:tr h="290066">
                <a:tc>
                  <a:txBody>
                    <a:bodyPr/>
                    <a:lstStyle/>
                    <a:p>
                      <a:pPr algn="ctr" fontAlgn="ctr"/>
                      <a:r>
                        <a:rPr lang="en-US" sz="1200" b="0" i="0" u="none" strike="noStrike" dirty="0">
                          <a:solidFill>
                            <a:srgbClr val="538DD5"/>
                          </a:solidFill>
                          <a:effectLst/>
                          <a:latin typeface="Verdana" panose="020B0604030504040204" pitchFamily="34" charset="0"/>
                        </a:rPr>
                        <a:t>9</a:t>
                      </a:r>
                    </a:p>
                  </a:txBody>
                  <a:tcPr marL="4203" marR="4203" marT="4203"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4F81BD"/>
                          </a:solidFill>
                          <a:effectLst/>
                          <a:latin typeface="Verdana" panose="020B0604030504040204" pitchFamily="34" charset="0"/>
                        </a:rPr>
                        <a:t>Mod. C, Topic 7</a:t>
                      </a: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4F81BD"/>
                          </a:solidFill>
                          <a:effectLst/>
                          <a:latin typeface="Verdana" panose="020B0604030504040204" pitchFamily="34" charset="0"/>
                        </a:rPr>
                        <a:t>C7</a:t>
                      </a: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b="0" i="0" u="none" strike="noStrike" dirty="0">
                          <a:solidFill>
                            <a:srgbClr val="4F81BD"/>
                          </a:solidFill>
                          <a:effectLst/>
                          <a:latin typeface="Verdana" panose="020B0604030504040204" pitchFamily="34" charset="0"/>
                        </a:rPr>
                        <a:t>Market Reforms </a:t>
                      </a:r>
                    </a:p>
                  </a:txBody>
                  <a:tcPr marL="4203" marR="4203" marT="4203"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4" vMerge="1">
                  <a:txBody>
                    <a:bodyPr/>
                    <a:lstStyle/>
                    <a:p>
                      <a:pPr algn="l" fontAlgn="ctr"/>
                      <a:endParaRPr lang="en-US" sz="1050" b="0" i="0" u="none" strike="noStrike" dirty="0">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hMerge="1" vMerge="1">
                  <a:txBody>
                    <a:bodyPr/>
                    <a:lstStyle/>
                    <a:p>
                      <a:pPr algn="l" fontAlgn="ctr"/>
                      <a:endParaRPr lang="en-US" sz="1050" b="0" i="0" u="none" strike="noStrike">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hMerge="1" vMerge="1">
                  <a:txBody>
                    <a:bodyPr/>
                    <a:lstStyle/>
                    <a:p>
                      <a:pPr algn="l" fontAlgn="ctr"/>
                      <a:endParaRPr lang="en-US" sz="1050" b="0" i="0" u="none" strike="noStrike">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hMerge="1" vMerge="1">
                  <a:txBody>
                    <a:bodyPr/>
                    <a:lstStyle/>
                    <a:p>
                      <a:pPr algn="l" fontAlgn="ctr"/>
                      <a:endParaRPr lang="en-US" sz="1050" b="0" i="0" u="none" strike="noStrike">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hMerge="1" vMerge="1">
                  <a:txBody>
                    <a:bodyPr/>
                    <a:lstStyle/>
                    <a:p>
                      <a:pPr algn="l" fontAlgn="ctr"/>
                      <a:endParaRPr lang="en-US" sz="1050" b="0" i="0" u="none" strike="noStrike">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hMerge="1" vMerge="1">
                  <a:txBody>
                    <a:bodyPr/>
                    <a:lstStyle/>
                    <a:p>
                      <a:pPr algn="l" fontAlgn="ctr"/>
                      <a:endParaRPr lang="en-US" sz="1050" b="0" i="0" u="none" strike="noStrike">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hMerge="1" vMerge="1">
                  <a:txBody>
                    <a:bodyPr/>
                    <a:lstStyle/>
                    <a:p>
                      <a:pPr algn="l" fontAlgn="ctr"/>
                      <a:endParaRPr lang="en-US" sz="1050" b="0" i="0" u="none" strike="noStrike">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hMerge="1" vMerge="1">
                  <a:txBody>
                    <a:bodyPr/>
                    <a:lstStyle/>
                    <a:p>
                      <a:pPr algn="l" fontAlgn="ctr"/>
                      <a:endParaRPr lang="en-US" sz="1050" b="0" i="0" u="none" strike="noStrike">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hMerge="1" vMerge="1">
                  <a:txBody>
                    <a:bodyPr/>
                    <a:lstStyle/>
                    <a:p>
                      <a:pPr algn="l" fontAlgn="ctr"/>
                      <a:endParaRPr lang="en-US" sz="1050" b="0" i="0" u="none" strike="noStrike">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hMerge="1" vMerge="1">
                  <a:txBody>
                    <a:bodyPr/>
                    <a:lstStyle/>
                    <a:p>
                      <a:pPr algn="l" fontAlgn="ctr"/>
                      <a:endParaRPr lang="en-US" sz="1050" b="0" i="0" u="none" strike="noStrike">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hMerge="1" vMerge="1">
                  <a:txBody>
                    <a:bodyPr/>
                    <a:lstStyle/>
                    <a:p>
                      <a:pPr algn="l" fontAlgn="ctr"/>
                      <a:endParaRPr lang="en-US" sz="1050" b="0" i="0" u="none" strike="noStrike">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hMerge="1" vMerge="1">
                  <a:txBody>
                    <a:bodyPr/>
                    <a:lstStyle/>
                    <a:p>
                      <a:pPr algn="l" fontAlgn="ctr"/>
                      <a:endParaRPr lang="en-US" sz="1050" b="0" i="0" u="none" strike="noStrike">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hMerge="1" vMerge="1">
                  <a:txBody>
                    <a:bodyPr/>
                    <a:lstStyle/>
                    <a:p>
                      <a:pPr algn="l" fontAlgn="ctr"/>
                      <a:endParaRPr lang="en-US" sz="1050" b="0" i="0" u="none" strike="noStrike">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hMerge="1" vMerge="1">
                  <a:txBody>
                    <a:bodyPr/>
                    <a:lstStyle/>
                    <a:p>
                      <a:pPr algn="l" fontAlgn="ctr"/>
                      <a:endParaRPr lang="en-US" sz="1050" b="0" i="0" u="none" strike="noStrike">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hMerge="1" vMerge="1">
                  <a:txBody>
                    <a:bodyPr/>
                    <a:lstStyle/>
                    <a:p>
                      <a:pPr algn="l" fontAlgn="ctr"/>
                      <a:endParaRPr lang="en-US" sz="1050" b="0" i="0" u="none" strike="noStrike">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hMerge="1" vMerge="1">
                  <a:txBody>
                    <a:bodyPr/>
                    <a:lstStyle/>
                    <a:p>
                      <a:pPr algn="l" fontAlgn="ctr"/>
                      <a:endParaRPr lang="en-US" sz="1050" b="0" i="0" u="none" strike="noStrike">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hMerge="1" vMerge="1">
                  <a:txBody>
                    <a:bodyPr/>
                    <a:lstStyle/>
                    <a:p>
                      <a:pPr algn="l" fontAlgn="ctr"/>
                      <a:endParaRPr lang="en-US" sz="1050" b="0" i="0" u="none" strike="noStrike">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hMerge="1" vMerge="1">
                  <a:txBody>
                    <a:bodyPr/>
                    <a:lstStyle/>
                    <a:p>
                      <a:pPr algn="l" fontAlgn="ctr"/>
                      <a:endParaRPr lang="en-US" sz="1050" b="0" i="0" u="none" strike="noStrike">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hMerge="1" vMerge="1">
                  <a:txBody>
                    <a:bodyPr/>
                    <a:lstStyle/>
                    <a:p>
                      <a:pPr algn="l" fontAlgn="ctr"/>
                      <a:endParaRPr lang="en-US" sz="1050" b="0" i="0" u="none" strike="noStrike">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hMerge="1" vMerge="1">
                  <a:txBody>
                    <a:bodyPr/>
                    <a:lstStyle/>
                    <a:p>
                      <a:pPr algn="l" fontAlgn="ctr"/>
                      <a:endParaRPr lang="en-US" sz="1050" b="0" i="0" u="none" strike="noStrike">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hMerge="1" vMerge="1">
                  <a:txBody>
                    <a:bodyPr/>
                    <a:lstStyle/>
                    <a:p>
                      <a:pPr algn="l" fontAlgn="ctr"/>
                      <a:endParaRPr lang="en-US" sz="1050" b="0" i="0" u="none" strike="noStrike">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hMerge="1" vMerge="1">
                  <a:txBody>
                    <a:bodyPr/>
                    <a:lstStyle/>
                    <a:p>
                      <a:pPr algn="l" fontAlgn="ctr"/>
                      <a:endParaRPr lang="en-US" sz="1050" b="0" i="0" u="none" strike="noStrike">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hMerge="1" vMerge="1">
                  <a:txBody>
                    <a:bodyPr/>
                    <a:lstStyle/>
                    <a:p>
                      <a:pPr algn="l" fontAlgn="ctr"/>
                      <a:endParaRPr lang="en-US" sz="1050" b="0" i="0" u="none" strike="noStrike">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hMerge="1" vMerge="1">
                  <a:txBody>
                    <a:bodyPr/>
                    <a:lstStyle/>
                    <a:p>
                      <a:pPr algn="l" fontAlgn="ctr"/>
                      <a:endParaRPr lang="en-US" sz="1050" b="0" i="0" u="none" strike="noStrike">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extLst>
                  <a:ext uri="{0D108BD9-81ED-4DB2-BD59-A6C34878D82A}">
                    <a16:rowId xmlns:a16="http://schemas.microsoft.com/office/drawing/2014/main" val="3922574104"/>
                  </a:ext>
                </a:extLst>
              </a:tr>
              <a:tr h="290066">
                <a:tc>
                  <a:txBody>
                    <a:bodyPr/>
                    <a:lstStyle/>
                    <a:p>
                      <a:pPr algn="ctr" fontAlgn="ctr"/>
                      <a:r>
                        <a:rPr lang="en-US" sz="1200" b="0" i="0" u="none" strike="noStrike" dirty="0">
                          <a:solidFill>
                            <a:srgbClr val="538DD5"/>
                          </a:solidFill>
                          <a:effectLst/>
                          <a:latin typeface="Verdana" panose="020B0604030504040204" pitchFamily="34" charset="0"/>
                        </a:rPr>
                        <a:t>10</a:t>
                      </a:r>
                    </a:p>
                  </a:txBody>
                  <a:tcPr marL="4203" marR="4203" marT="4203"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4F81BD"/>
                          </a:solidFill>
                          <a:effectLst/>
                          <a:latin typeface="Verdana" panose="020B0604030504040204" pitchFamily="34" charset="0"/>
                        </a:rPr>
                        <a:t>Mod. C, Topic 8</a:t>
                      </a: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4F81BD"/>
                          </a:solidFill>
                          <a:effectLst/>
                          <a:latin typeface="Verdana" panose="020B0604030504040204" pitchFamily="34" charset="0"/>
                        </a:rPr>
                        <a:t>C8</a:t>
                      </a:r>
                    </a:p>
                  </a:txBody>
                  <a:tcPr marL="4203" marR="4203" marT="420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b="0" i="0" u="none" strike="noStrike" dirty="0">
                          <a:solidFill>
                            <a:srgbClr val="4F81BD"/>
                          </a:solidFill>
                          <a:effectLst/>
                          <a:latin typeface="Verdana" panose="020B0604030504040204" pitchFamily="34" charset="0"/>
                        </a:rPr>
                        <a:t>Other Trainings++</a:t>
                      </a:r>
                    </a:p>
                  </a:txBody>
                  <a:tcPr marL="4203" marR="4203" marT="4203"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4" vMerge="1">
                  <a:txBody>
                    <a:bodyPr/>
                    <a:lstStyle/>
                    <a:p>
                      <a:pPr algn="l" fontAlgn="ctr"/>
                      <a:endParaRPr lang="en-US" sz="1050" b="0" i="0" u="none" strike="noStrike" dirty="0">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hMerge="1" vMerge="1">
                  <a:txBody>
                    <a:bodyPr/>
                    <a:lstStyle/>
                    <a:p>
                      <a:pPr algn="l" fontAlgn="ctr"/>
                      <a:endParaRPr lang="en-US" sz="1050" b="0" i="0" u="none" strike="noStrike" dirty="0">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hMerge="1" vMerge="1">
                  <a:txBody>
                    <a:bodyPr/>
                    <a:lstStyle/>
                    <a:p>
                      <a:pPr algn="l" fontAlgn="ctr"/>
                      <a:endParaRPr lang="en-US" sz="1050" b="0" i="0" u="none" strike="noStrike" dirty="0">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hMerge="1" vMerge="1">
                  <a:txBody>
                    <a:bodyPr/>
                    <a:lstStyle/>
                    <a:p>
                      <a:pPr algn="l" fontAlgn="ctr"/>
                      <a:endParaRPr lang="en-US" sz="1050" b="0" i="0" u="none" strike="noStrike" dirty="0">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hMerge="1" vMerge="1">
                  <a:txBody>
                    <a:bodyPr/>
                    <a:lstStyle/>
                    <a:p>
                      <a:pPr algn="l" fontAlgn="ctr"/>
                      <a:endParaRPr lang="en-US" sz="1050" b="0" i="0" u="none" strike="noStrike" dirty="0">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hMerge="1" vMerge="1">
                  <a:txBody>
                    <a:bodyPr/>
                    <a:lstStyle/>
                    <a:p>
                      <a:pPr algn="l" fontAlgn="ctr"/>
                      <a:endParaRPr lang="en-US" sz="1050" b="0" i="0" u="none" strike="noStrike" dirty="0">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hMerge="1" vMerge="1">
                  <a:txBody>
                    <a:bodyPr/>
                    <a:lstStyle/>
                    <a:p>
                      <a:pPr algn="l" fontAlgn="ctr"/>
                      <a:endParaRPr lang="en-US" sz="1050" b="0" i="0" u="none" strike="noStrike" dirty="0">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hMerge="1" vMerge="1">
                  <a:txBody>
                    <a:bodyPr/>
                    <a:lstStyle/>
                    <a:p>
                      <a:pPr algn="l" fontAlgn="ctr"/>
                      <a:endParaRPr lang="en-US" sz="1050" b="0" i="0" u="none" strike="noStrike" dirty="0">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hMerge="1" vMerge="1">
                  <a:txBody>
                    <a:bodyPr/>
                    <a:lstStyle/>
                    <a:p>
                      <a:pPr algn="l" fontAlgn="ctr"/>
                      <a:endParaRPr lang="en-US" sz="1050" b="0" i="0" u="none" strike="noStrike" dirty="0">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hMerge="1" vMerge="1">
                  <a:txBody>
                    <a:bodyPr/>
                    <a:lstStyle/>
                    <a:p>
                      <a:pPr algn="l" fontAlgn="ctr"/>
                      <a:endParaRPr lang="en-US" sz="1050" b="0" i="0" u="none" strike="noStrike" dirty="0">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hMerge="1" vMerge="1">
                  <a:txBody>
                    <a:bodyPr/>
                    <a:lstStyle/>
                    <a:p>
                      <a:pPr algn="l" fontAlgn="ctr"/>
                      <a:endParaRPr lang="en-US" sz="1050" b="0" i="0" u="none" strike="noStrike" dirty="0">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hMerge="1" vMerge="1">
                  <a:txBody>
                    <a:bodyPr/>
                    <a:lstStyle/>
                    <a:p>
                      <a:pPr algn="l" fontAlgn="ctr"/>
                      <a:endParaRPr lang="en-US" sz="1050" b="0" i="0" u="none" strike="noStrike" dirty="0">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hMerge="1" vMerge="1">
                  <a:txBody>
                    <a:bodyPr/>
                    <a:lstStyle/>
                    <a:p>
                      <a:pPr algn="l" fontAlgn="ctr"/>
                      <a:endParaRPr lang="en-US" sz="1050" b="0" i="0" u="none" strike="noStrike" dirty="0">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hMerge="1" vMerge="1">
                  <a:txBody>
                    <a:bodyPr/>
                    <a:lstStyle/>
                    <a:p>
                      <a:pPr algn="l" fontAlgn="ctr"/>
                      <a:endParaRPr lang="en-US" sz="1050" b="0" i="0" u="none" strike="noStrike" dirty="0">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hMerge="1" vMerge="1">
                  <a:txBody>
                    <a:bodyPr/>
                    <a:lstStyle/>
                    <a:p>
                      <a:pPr algn="l" fontAlgn="ctr"/>
                      <a:endParaRPr lang="en-US" sz="1050" b="0" i="0" u="none" strike="noStrike" dirty="0">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hMerge="1" vMerge="1">
                  <a:txBody>
                    <a:bodyPr/>
                    <a:lstStyle/>
                    <a:p>
                      <a:pPr algn="l" fontAlgn="ctr"/>
                      <a:endParaRPr lang="en-US" sz="1050" b="0" i="0" u="none" strike="noStrike" dirty="0">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hMerge="1" vMerge="1">
                  <a:txBody>
                    <a:bodyPr/>
                    <a:lstStyle/>
                    <a:p>
                      <a:pPr algn="l" fontAlgn="ctr"/>
                      <a:endParaRPr lang="en-US" sz="1050" b="0" i="0" u="none" strike="noStrike" dirty="0">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hMerge="1" vMerge="1">
                  <a:txBody>
                    <a:bodyPr/>
                    <a:lstStyle/>
                    <a:p>
                      <a:pPr algn="l" fontAlgn="ctr"/>
                      <a:endParaRPr lang="en-US" sz="1050" b="0" i="0" u="none" strike="noStrike" dirty="0">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hMerge="1" vMerge="1">
                  <a:txBody>
                    <a:bodyPr/>
                    <a:lstStyle/>
                    <a:p>
                      <a:pPr algn="l" fontAlgn="ctr"/>
                      <a:endParaRPr lang="en-US" sz="1050" b="0" i="0" u="none" strike="noStrike" dirty="0">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hMerge="1" vMerge="1">
                  <a:txBody>
                    <a:bodyPr/>
                    <a:lstStyle/>
                    <a:p>
                      <a:pPr algn="l" fontAlgn="ctr"/>
                      <a:endParaRPr lang="en-US" sz="1050" b="0" i="0" u="none" strike="noStrike" dirty="0">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hMerge="1" vMerge="1">
                  <a:txBody>
                    <a:bodyPr/>
                    <a:lstStyle/>
                    <a:p>
                      <a:pPr algn="l" fontAlgn="ctr"/>
                      <a:endParaRPr lang="en-US" sz="1050" b="0" i="0" u="none" strike="noStrike" dirty="0">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hMerge="1" vMerge="1">
                  <a:txBody>
                    <a:bodyPr/>
                    <a:lstStyle/>
                    <a:p>
                      <a:pPr algn="l" fontAlgn="ctr"/>
                      <a:endParaRPr lang="en-US" sz="1050" b="0" i="0" u="none" strike="noStrike" dirty="0">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hMerge="1" vMerge="1">
                  <a:txBody>
                    <a:bodyPr/>
                    <a:lstStyle/>
                    <a:p>
                      <a:pPr algn="l" fontAlgn="ctr"/>
                      <a:endParaRPr lang="en-US" sz="1050" b="0" i="0" u="none" strike="noStrike" dirty="0">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tc hMerge="1" vMerge="1">
                  <a:txBody>
                    <a:bodyPr/>
                    <a:lstStyle/>
                    <a:p>
                      <a:pPr algn="l" fontAlgn="ctr"/>
                      <a:endParaRPr lang="en-US" sz="1050" b="0" i="0" u="none" strike="noStrike" dirty="0">
                        <a:solidFill>
                          <a:srgbClr val="4F81BD"/>
                        </a:solidFill>
                        <a:effectLst/>
                        <a:latin typeface="Verdana" panose="020B0604030504040204" pitchFamily="34" charset="0"/>
                      </a:endParaRPr>
                    </a:p>
                  </a:txBody>
                  <a:tcPr marL="4203" marR="4203" marT="4203" marB="0" anchor="ctr">
                    <a:lnL>
                      <a:noFill/>
                    </a:lnL>
                    <a:lnR>
                      <a:noFill/>
                    </a:lnR>
                    <a:lnT>
                      <a:noFill/>
                    </a:lnT>
                    <a:lnB>
                      <a:noFill/>
                    </a:lnB>
                    <a:noFill/>
                  </a:tcPr>
                </a:tc>
                <a:extLst>
                  <a:ext uri="{0D108BD9-81ED-4DB2-BD59-A6C34878D82A}">
                    <a16:rowId xmlns:a16="http://schemas.microsoft.com/office/drawing/2014/main" val="2939357432"/>
                  </a:ext>
                </a:extLst>
              </a:tr>
            </a:tbl>
          </a:graphicData>
        </a:graphic>
      </p:graphicFrame>
    </p:spTree>
    <p:extLst>
      <p:ext uri="{BB962C8B-B14F-4D97-AF65-F5344CB8AC3E}">
        <p14:creationId xmlns:p14="http://schemas.microsoft.com/office/powerpoint/2010/main" val="4159381785"/>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a:extLst>
            <a:ext uri="{FF2B5EF4-FFF2-40B4-BE49-F238E27FC236}">
              <a16:creationId xmlns:a16="http://schemas.microsoft.com/office/drawing/2014/main" id="{19260360-7094-2DBC-5D1D-DCBE2B7BBE95}"/>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915D82A2-9C97-060F-9FB8-2B140E7D7F4E}"/>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915D82A2-9C97-060F-9FB8-2B140E7D7F4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Title 2">
            <a:extLst>
              <a:ext uri="{FF2B5EF4-FFF2-40B4-BE49-F238E27FC236}">
                <a16:creationId xmlns:a16="http://schemas.microsoft.com/office/drawing/2014/main" id="{5E3BA287-8E10-574F-11A7-B0FA72339D4E}"/>
              </a:ext>
            </a:extLst>
          </p:cNvPr>
          <p:cNvSpPr>
            <a:spLocks noGrp="1"/>
          </p:cNvSpPr>
          <p:nvPr>
            <p:ph type="title"/>
          </p:nvPr>
        </p:nvSpPr>
        <p:spPr>
          <a:xfrm>
            <a:off x="396779" y="3412986"/>
            <a:ext cx="12309107" cy="368439"/>
          </a:xfrm>
        </p:spPr>
        <p:txBody>
          <a:bodyPr vert="horz"/>
          <a:lstStyle/>
          <a:p>
            <a:r>
              <a:rPr lang="en-US" sz="4000" b="1" dirty="0">
                <a:solidFill>
                  <a:schemeClr val="bg1"/>
                </a:solidFill>
              </a:rPr>
              <a:t>Module D: Development of Bylaws/ Directives/ Rules</a:t>
            </a:r>
          </a:p>
        </p:txBody>
      </p:sp>
    </p:spTree>
    <p:extLst>
      <p:ext uri="{BB962C8B-B14F-4D97-AF65-F5344CB8AC3E}">
        <p14:creationId xmlns:p14="http://schemas.microsoft.com/office/powerpoint/2010/main" val="734765683"/>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DC2237-D03C-C6A9-CE81-7DD3AB92ED50}"/>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E50B8FD4-18D9-C91A-B949-0FAF17BDE585}"/>
              </a:ext>
            </a:extLst>
          </p:cNvPr>
          <p:cNvGraphicFramePr>
            <a:graphicFrameLocks noChangeAspect="1"/>
          </p:cNvGraphicFramePr>
          <p:nvPr>
            <p:custDataLst>
              <p:tags r:id="rId1"/>
            </p:custDataLst>
            <p:extLst>
              <p:ext uri="{D42A27DB-BD31-4B8C-83A1-F6EECF244321}">
                <p14:modId xmlns:p14="http://schemas.microsoft.com/office/powerpoint/2010/main" val="287845292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E50B8FD4-18D9-C91A-B949-0FAF17BDE585}"/>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65B4F5EC-1BE8-5B74-FECF-377849D2D171}"/>
              </a:ext>
            </a:extLst>
          </p:cNvPr>
          <p:cNvSpPr>
            <a:spLocks noGrp="1"/>
          </p:cNvSpPr>
          <p:nvPr>
            <p:ph type="title"/>
          </p:nvPr>
        </p:nvSpPr>
        <p:spPr/>
        <p:txBody>
          <a:bodyPr vert="horz"/>
          <a:lstStyle/>
          <a:p>
            <a:r>
              <a:rPr lang="en-US" dirty="0"/>
              <a:t>Module D: Development of Bylaws/ Directives/ Rules (1/4)</a:t>
            </a:r>
            <a:br>
              <a:rPr lang="en-US" dirty="0"/>
            </a:br>
            <a:endParaRPr lang="en-US" dirty="0"/>
          </a:p>
        </p:txBody>
      </p:sp>
      <p:sp>
        <p:nvSpPr>
          <p:cNvPr id="24" name="Oval 23">
            <a:extLst>
              <a:ext uri="{FF2B5EF4-FFF2-40B4-BE49-F238E27FC236}">
                <a16:creationId xmlns:a16="http://schemas.microsoft.com/office/drawing/2014/main" id="{E3CF20DC-234A-6EEE-D2E9-F2D5CEB20D7A}"/>
              </a:ext>
            </a:extLst>
          </p:cNvPr>
          <p:cNvSpPr/>
          <p:nvPr/>
        </p:nvSpPr>
        <p:spPr bwMode="gray">
          <a:xfrm>
            <a:off x="11540135" y="1229587"/>
            <a:ext cx="1252728" cy="560911"/>
          </a:xfrm>
          <a:prstGeom prst="ellipse">
            <a:avLst/>
          </a:prstGeom>
          <a:solidFill>
            <a:schemeClr val="accent3">
              <a:lumMod val="20000"/>
              <a:lumOff val="80000"/>
            </a:schemeClr>
          </a:solidFill>
          <a:ln w="19050" algn="ctr">
            <a:solidFill>
              <a:schemeClr val="tx1"/>
            </a:solidFill>
            <a:prstDash val="lgDash"/>
            <a:miter lim="800000"/>
            <a:headEnd/>
            <a:tailEnd/>
          </a:ln>
        </p:spPr>
        <p:txBody>
          <a:bodyPr wrap="square" lIns="88900" tIns="88900" rIns="88900" bIns="88900" rtlCol="0" anchor="ctr"/>
          <a:lstStyle/>
          <a:p>
            <a:pPr algn="ctr">
              <a:lnSpc>
                <a:spcPct val="106000"/>
              </a:lnSpc>
              <a:buFont typeface="Wingdings 2" pitchFamily="18" charset="2"/>
              <a:buNone/>
            </a:pPr>
            <a:r>
              <a:rPr lang="en-US" sz="1300" b="1" i="1" dirty="0"/>
              <a:t>4 Months</a:t>
            </a:r>
          </a:p>
        </p:txBody>
      </p:sp>
      <p:sp>
        <p:nvSpPr>
          <p:cNvPr id="43" name="TextBox 42">
            <a:extLst>
              <a:ext uri="{FF2B5EF4-FFF2-40B4-BE49-F238E27FC236}">
                <a16:creationId xmlns:a16="http://schemas.microsoft.com/office/drawing/2014/main" id="{576F6C72-7381-EE62-6322-9AEF4AC90B91}"/>
              </a:ext>
            </a:extLst>
          </p:cNvPr>
          <p:cNvSpPr txBox="1"/>
          <p:nvPr/>
        </p:nvSpPr>
        <p:spPr>
          <a:xfrm>
            <a:off x="3635564" y="1157387"/>
            <a:ext cx="7458421" cy="892552"/>
          </a:xfrm>
          <a:prstGeom prst="rect">
            <a:avLst/>
          </a:prstGeom>
          <a:solidFill>
            <a:srgbClr val="FFFFFF"/>
          </a:solidFill>
        </p:spPr>
        <p:txBody>
          <a:bodyPr wrap="square" lIns="0" tIns="0" rIns="0" bIns="0" rtlCol="0">
            <a:spAutoFit/>
          </a:bodyPr>
          <a:lstStyle/>
          <a:p>
            <a:pPr algn="just">
              <a:spcBef>
                <a:spcPts val="600"/>
              </a:spcBef>
              <a:buSzPct val="100000"/>
            </a:pPr>
            <a:r>
              <a:rPr lang="en-US" sz="1600" b="1" dirty="0">
                <a:solidFill>
                  <a:schemeClr val="accent2"/>
                </a:solidFill>
              </a:rPr>
              <a:t>Support in finalization of Internal Control System Bylaws</a:t>
            </a:r>
          </a:p>
          <a:p>
            <a:pPr marL="171450" indent="-171450" algn="just">
              <a:buSzPct val="100000"/>
              <a:buFont typeface="Arial" panose="020B0604020202020204" pitchFamily="34" charset="0"/>
              <a:buChar char="•"/>
            </a:pPr>
            <a:r>
              <a:rPr lang="en-US" sz="1400" i="1" dirty="0">
                <a:solidFill>
                  <a:srgbClr val="313131"/>
                </a:solidFill>
              </a:rPr>
              <a:t>Review of draft of Internal Control System bylaws and suggest changes</a:t>
            </a:r>
          </a:p>
          <a:p>
            <a:pPr marL="171450" indent="-171450" algn="just">
              <a:buSzPct val="100000"/>
              <a:buFont typeface="Arial" panose="020B0604020202020204" pitchFamily="34" charset="0"/>
              <a:buChar char="•"/>
            </a:pPr>
            <a:r>
              <a:rPr lang="en-US" sz="1400" i="1" dirty="0">
                <a:solidFill>
                  <a:srgbClr val="313131"/>
                </a:solidFill>
              </a:rPr>
              <a:t>Support in finalization of draft for circulation for public consultation</a:t>
            </a:r>
          </a:p>
          <a:p>
            <a:pPr marL="171450" indent="-171450" algn="just">
              <a:buSzPct val="100000"/>
              <a:buFont typeface="Arial" panose="020B0604020202020204" pitchFamily="34" charset="0"/>
              <a:buChar char="•"/>
            </a:pPr>
            <a:r>
              <a:rPr lang="en-US" sz="1400" i="1" dirty="0">
                <a:solidFill>
                  <a:srgbClr val="313131"/>
                </a:solidFill>
              </a:rPr>
              <a:t>Review of stakeholder comments and finalization</a:t>
            </a:r>
          </a:p>
        </p:txBody>
      </p:sp>
      <p:sp>
        <p:nvSpPr>
          <p:cNvPr id="53" name="TextBox 52">
            <a:extLst>
              <a:ext uri="{FF2B5EF4-FFF2-40B4-BE49-F238E27FC236}">
                <a16:creationId xmlns:a16="http://schemas.microsoft.com/office/drawing/2014/main" id="{E02A62EA-552D-2C00-0E1D-FDFB4219A932}"/>
              </a:ext>
            </a:extLst>
          </p:cNvPr>
          <p:cNvSpPr txBox="1"/>
          <p:nvPr/>
        </p:nvSpPr>
        <p:spPr>
          <a:xfrm>
            <a:off x="3635565" y="2314488"/>
            <a:ext cx="7205033" cy="1600438"/>
          </a:xfrm>
          <a:prstGeom prst="rect">
            <a:avLst/>
          </a:prstGeom>
          <a:noFill/>
        </p:spPr>
        <p:txBody>
          <a:bodyPr wrap="square" lIns="0" tIns="0" rIns="0" bIns="0" rtlCol="0">
            <a:spAutoFit/>
          </a:bodyPr>
          <a:lstStyle/>
          <a:p>
            <a:pPr algn="just">
              <a:spcBef>
                <a:spcPts val="600"/>
              </a:spcBef>
              <a:buSzPct val="100000"/>
            </a:pPr>
            <a:r>
              <a:rPr lang="en-US" sz="1600" b="1" dirty="0">
                <a:solidFill>
                  <a:srgbClr val="43B02A"/>
                </a:solidFill>
              </a:rPr>
              <a:t>Adopt procedural rules &amp; substantive rules including rules of practice &amp; procedure and an operationalized three-tier decision-making process</a:t>
            </a:r>
          </a:p>
          <a:p>
            <a:pPr marL="171450" indent="-171450" algn="just">
              <a:buSzPct val="100000"/>
              <a:buFont typeface="Arial" panose="020B0604020202020204" pitchFamily="34" charset="0"/>
              <a:buChar char="•"/>
            </a:pPr>
            <a:r>
              <a:rPr lang="en-US" sz="1400" i="1" dirty="0">
                <a:solidFill>
                  <a:srgbClr val="313131"/>
                </a:solidFill>
              </a:rPr>
              <a:t>Review support w.r.t procedures and practices; benchmarking study</a:t>
            </a:r>
          </a:p>
          <a:p>
            <a:pPr marL="171450" indent="-171450" algn="just">
              <a:buSzPct val="100000"/>
              <a:buFont typeface="Arial" panose="020B0604020202020204" pitchFamily="34" charset="0"/>
              <a:buChar char="•"/>
            </a:pPr>
            <a:r>
              <a:rPr lang="en-US" sz="1400" i="1" dirty="0">
                <a:solidFill>
                  <a:srgbClr val="313131"/>
                </a:solidFill>
              </a:rPr>
              <a:t>Support in draft preparation for </a:t>
            </a:r>
            <a:r>
              <a:rPr lang="en-US" sz="1400" i="1" dirty="0" err="1">
                <a:solidFill>
                  <a:srgbClr val="313131"/>
                </a:solidFill>
              </a:rPr>
              <a:t>Coduct</a:t>
            </a:r>
            <a:r>
              <a:rPr lang="en-US" sz="1400" i="1" dirty="0">
                <a:solidFill>
                  <a:srgbClr val="313131"/>
                </a:solidFill>
              </a:rPr>
              <a:t> of Business / SOP Directives</a:t>
            </a:r>
          </a:p>
          <a:p>
            <a:pPr marL="171450" indent="-171450" algn="just">
              <a:buSzPct val="100000"/>
              <a:buFont typeface="Arial" panose="020B0604020202020204" pitchFamily="34" charset="0"/>
              <a:buChar char="•"/>
            </a:pPr>
            <a:r>
              <a:rPr lang="en-US" sz="1400" i="1" dirty="0">
                <a:solidFill>
                  <a:srgbClr val="313131"/>
                </a:solidFill>
              </a:rPr>
              <a:t>Review of stakeholder comments and </a:t>
            </a:r>
          </a:p>
          <a:p>
            <a:pPr marL="171450" indent="-171450" algn="just">
              <a:buSzPct val="100000"/>
              <a:buFont typeface="Arial" panose="020B0604020202020204" pitchFamily="34" charset="0"/>
              <a:buChar char="•"/>
            </a:pPr>
            <a:r>
              <a:rPr lang="en-US" sz="1400" i="1" dirty="0">
                <a:solidFill>
                  <a:srgbClr val="313131"/>
                </a:solidFill>
              </a:rPr>
              <a:t>Support in finalization of Rules/ Directive</a:t>
            </a:r>
          </a:p>
        </p:txBody>
      </p:sp>
      <p:sp>
        <p:nvSpPr>
          <p:cNvPr id="54" name="Oval 53">
            <a:extLst>
              <a:ext uri="{FF2B5EF4-FFF2-40B4-BE49-F238E27FC236}">
                <a16:creationId xmlns:a16="http://schemas.microsoft.com/office/drawing/2014/main" id="{50C0C710-08BA-4978-16A7-57553CFBA094}"/>
              </a:ext>
            </a:extLst>
          </p:cNvPr>
          <p:cNvSpPr/>
          <p:nvPr/>
        </p:nvSpPr>
        <p:spPr bwMode="gray">
          <a:xfrm>
            <a:off x="11540135" y="2735641"/>
            <a:ext cx="1252728" cy="560911"/>
          </a:xfrm>
          <a:prstGeom prst="ellipse">
            <a:avLst/>
          </a:prstGeom>
          <a:solidFill>
            <a:schemeClr val="accent3">
              <a:lumMod val="20000"/>
              <a:lumOff val="80000"/>
            </a:schemeClr>
          </a:solidFill>
          <a:ln w="19050" algn="ctr">
            <a:solidFill>
              <a:schemeClr val="tx1"/>
            </a:solidFill>
            <a:prstDash val="lgDash"/>
            <a:miter lim="800000"/>
            <a:headEnd/>
            <a:tailEnd/>
          </a:ln>
        </p:spPr>
        <p:txBody>
          <a:bodyPr wrap="square" lIns="88900" tIns="88900" rIns="88900" bIns="88900" rtlCol="0" anchor="ctr"/>
          <a:lstStyle/>
          <a:p>
            <a:pPr algn="ctr">
              <a:lnSpc>
                <a:spcPct val="106000"/>
              </a:lnSpc>
              <a:buFont typeface="Wingdings 2" pitchFamily="18" charset="2"/>
              <a:buNone/>
            </a:pPr>
            <a:r>
              <a:rPr lang="en-US" sz="1300" b="1" i="1" dirty="0"/>
              <a:t>5 Months</a:t>
            </a:r>
          </a:p>
        </p:txBody>
      </p:sp>
      <p:sp>
        <p:nvSpPr>
          <p:cNvPr id="55" name="TextBox 54">
            <a:extLst>
              <a:ext uri="{FF2B5EF4-FFF2-40B4-BE49-F238E27FC236}">
                <a16:creationId xmlns:a16="http://schemas.microsoft.com/office/drawing/2014/main" id="{DC43610A-C1FB-58B7-AC82-D3843448A701}"/>
              </a:ext>
            </a:extLst>
          </p:cNvPr>
          <p:cNvSpPr txBox="1"/>
          <p:nvPr/>
        </p:nvSpPr>
        <p:spPr>
          <a:xfrm>
            <a:off x="3688812" y="4000765"/>
            <a:ext cx="7537376" cy="2062103"/>
          </a:xfrm>
          <a:prstGeom prst="rect">
            <a:avLst/>
          </a:prstGeom>
          <a:noFill/>
        </p:spPr>
        <p:txBody>
          <a:bodyPr wrap="square" lIns="0" tIns="0" rIns="0" bIns="0" rtlCol="0">
            <a:spAutoFit/>
          </a:bodyPr>
          <a:lstStyle/>
          <a:p>
            <a:pPr algn="just">
              <a:spcBef>
                <a:spcPts val="600"/>
              </a:spcBef>
              <a:buSzPct val="100000"/>
            </a:pPr>
            <a:r>
              <a:rPr lang="en-US" sz="1600" b="1" dirty="0">
                <a:solidFill>
                  <a:srgbClr val="004F59"/>
                </a:solidFill>
              </a:rPr>
              <a:t>Develop and/or update a Tariff Methodology, filing requirements &amp; transparent/robust review guidelines. Develop costing &amp; pricing bylaws/directives &amp; guidance on uniform chart of accounts.</a:t>
            </a:r>
          </a:p>
          <a:p>
            <a:pPr marL="171450" indent="-171450" algn="just">
              <a:buSzPct val="100000"/>
              <a:buFont typeface="Arial" panose="020B0604020202020204" pitchFamily="34" charset="0"/>
              <a:buChar char="•"/>
            </a:pPr>
            <a:r>
              <a:rPr lang="en-US" sz="1400" i="1" dirty="0">
                <a:solidFill>
                  <a:srgbClr val="313131"/>
                </a:solidFill>
              </a:rPr>
              <a:t>Support in appointment of Tariff Expert</a:t>
            </a:r>
          </a:p>
          <a:p>
            <a:pPr marL="171450" indent="-171450" algn="just">
              <a:buSzPct val="100000"/>
              <a:buFont typeface="Arial" panose="020B0604020202020204" pitchFamily="34" charset="0"/>
              <a:buChar char="•"/>
            </a:pPr>
            <a:r>
              <a:rPr lang="en-US" sz="1400" i="1" dirty="0">
                <a:solidFill>
                  <a:srgbClr val="313131"/>
                </a:solidFill>
              </a:rPr>
              <a:t>Interaction with the Consultant on the framework of Tariff determination</a:t>
            </a:r>
          </a:p>
          <a:p>
            <a:pPr marL="171450" indent="-171450" algn="just">
              <a:buSzPct val="100000"/>
              <a:buFont typeface="Arial" panose="020B0604020202020204" pitchFamily="34" charset="0"/>
              <a:buChar char="•"/>
            </a:pPr>
            <a:r>
              <a:rPr lang="en-US" sz="1400" i="1" dirty="0">
                <a:solidFill>
                  <a:srgbClr val="313131"/>
                </a:solidFill>
              </a:rPr>
              <a:t>Preparation of concept paper</a:t>
            </a:r>
          </a:p>
          <a:p>
            <a:pPr marL="171450" indent="-171450" algn="just">
              <a:buSzPct val="100000"/>
              <a:buFont typeface="Arial" panose="020B0604020202020204" pitchFamily="34" charset="0"/>
              <a:buChar char="•"/>
            </a:pPr>
            <a:r>
              <a:rPr lang="en-US" sz="1400" i="1" dirty="0">
                <a:solidFill>
                  <a:srgbClr val="313131"/>
                </a:solidFill>
              </a:rPr>
              <a:t>support in framing Tariff directives</a:t>
            </a:r>
          </a:p>
          <a:p>
            <a:pPr marL="171450" indent="-171450" algn="just">
              <a:buSzPct val="100000"/>
              <a:buFont typeface="Arial" panose="020B0604020202020204" pitchFamily="34" charset="0"/>
              <a:buChar char="•"/>
            </a:pPr>
            <a:r>
              <a:rPr lang="en-US" sz="1400" i="1" dirty="0">
                <a:solidFill>
                  <a:srgbClr val="313131"/>
                </a:solidFill>
              </a:rPr>
              <a:t>Workshop arrangement</a:t>
            </a:r>
          </a:p>
        </p:txBody>
      </p:sp>
      <p:sp>
        <p:nvSpPr>
          <p:cNvPr id="56" name="Oval 55">
            <a:extLst>
              <a:ext uri="{FF2B5EF4-FFF2-40B4-BE49-F238E27FC236}">
                <a16:creationId xmlns:a16="http://schemas.microsoft.com/office/drawing/2014/main" id="{F1BA2CC9-222D-7E88-A5C7-7786BEB78B7B}"/>
              </a:ext>
            </a:extLst>
          </p:cNvPr>
          <p:cNvSpPr/>
          <p:nvPr/>
        </p:nvSpPr>
        <p:spPr bwMode="gray">
          <a:xfrm>
            <a:off x="11540135" y="4531343"/>
            <a:ext cx="1252728" cy="560911"/>
          </a:xfrm>
          <a:prstGeom prst="ellipse">
            <a:avLst/>
          </a:prstGeom>
          <a:solidFill>
            <a:schemeClr val="accent3">
              <a:lumMod val="20000"/>
              <a:lumOff val="80000"/>
            </a:schemeClr>
          </a:solidFill>
          <a:ln w="19050" algn="ctr">
            <a:solidFill>
              <a:schemeClr val="tx1"/>
            </a:solidFill>
            <a:prstDash val="lgDash"/>
            <a:miter lim="800000"/>
            <a:headEnd/>
            <a:tailEnd/>
          </a:ln>
        </p:spPr>
        <p:txBody>
          <a:bodyPr wrap="square" lIns="88900" tIns="88900" rIns="88900" bIns="88900" rtlCol="0" anchor="ctr"/>
          <a:lstStyle/>
          <a:p>
            <a:pPr algn="ctr">
              <a:lnSpc>
                <a:spcPct val="106000"/>
              </a:lnSpc>
              <a:buFont typeface="Wingdings 2" pitchFamily="18" charset="2"/>
              <a:buNone/>
            </a:pPr>
            <a:r>
              <a:rPr lang="en-US" sz="1300" b="1" i="1" dirty="0"/>
              <a:t>16 Months</a:t>
            </a:r>
          </a:p>
        </p:txBody>
      </p:sp>
      <p:sp>
        <p:nvSpPr>
          <p:cNvPr id="62" name="TextBox 61">
            <a:extLst>
              <a:ext uri="{FF2B5EF4-FFF2-40B4-BE49-F238E27FC236}">
                <a16:creationId xmlns:a16="http://schemas.microsoft.com/office/drawing/2014/main" id="{A1482FCA-F57D-3097-4E05-290AD2B90AB3}"/>
              </a:ext>
            </a:extLst>
          </p:cNvPr>
          <p:cNvSpPr txBox="1"/>
          <p:nvPr/>
        </p:nvSpPr>
        <p:spPr>
          <a:xfrm>
            <a:off x="3688812" y="6133856"/>
            <a:ext cx="6709273" cy="677108"/>
          </a:xfrm>
          <a:prstGeom prst="rect">
            <a:avLst/>
          </a:prstGeom>
          <a:noFill/>
        </p:spPr>
        <p:txBody>
          <a:bodyPr wrap="square" lIns="0" tIns="0" rIns="0" bIns="0" rtlCol="0">
            <a:spAutoFit/>
          </a:bodyPr>
          <a:lstStyle/>
          <a:p>
            <a:pPr algn="just">
              <a:spcBef>
                <a:spcPts val="600"/>
              </a:spcBef>
              <a:buSzPct val="100000"/>
            </a:pPr>
            <a:r>
              <a:rPr lang="en-US" sz="1600" b="1" dirty="0">
                <a:solidFill>
                  <a:srgbClr val="000000"/>
                </a:solidFill>
              </a:rPr>
              <a:t>Directives on Appointment of Consultant</a:t>
            </a:r>
          </a:p>
          <a:p>
            <a:pPr marL="171450" indent="-171450" algn="just">
              <a:buSzPct val="100000"/>
              <a:buFont typeface="Arial" panose="020B0604020202020204" pitchFamily="34" charset="0"/>
              <a:buChar char="•"/>
            </a:pPr>
            <a:r>
              <a:rPr lang="en-US" sz="1400" i="1" dirty="0">
                <a:solidFill>
                  <a:srgbClr val="313131"/>
                </a:solidFill>
              </a:rPr>
              <a:t>Support in identification of key provisions for Appointment of Consultant </a:t>
            </a:r>
          </a:p>
          <a:p>
            <a:pPr marL="171450" indent="-171450" algn="just">
              <a:buSzPct val="100000"/>
              <a:buFont typeface="Arial" panose="020B0604020202020204" pitchFamily="34" charset="0"/>
              <a:buChar char="•"/>
            </a:pPr>
            <a:r>
              <a:rPr lang="en-US" sz="1400" i="1" dirty="0">
                <a:solidFill>
                  <a:srgbClr val="313131"/>
                </a:solidFill>
              </a:rPr>
              <a:t>Support in Preparation &amp; finalization of Directive</a:t>
            </a:r>
          </a:p>
        </p:txBody>
      </p:sp>
      <p:sp>
        <p:nvSpPr>
          <p:cNvPr id="63" name="Oval 62">
            <a:extLst>
              <a:ext uri="{FF2B5EF4-FFF2-40B4-BE49-F238E27FC236}">
                <a16:creationId xmlns:a16="http://schemas.microsoft.com/office/drawing/2014/main" id="{C5EFF09A-6D6E-24F9-2F02-EB8841F7D789}"/>
              </a:ext>
            </a:extLst>
          </p:cNvPr>
          <p:cNvSpPr/>
          <p:nvPr/>
        </p:nvSpPr>
        <p:spPr bwMode="gray">
          <a:xfrm>
            <a:off x="9572182" y="6942824"/>
            <a:ext cx="411480" cy="407719"/>
          </a:xfrm>
          <a:prstGeom prst="ellipse">
            <a:avLst/>
          </a:prstGeom>
          <a:solidFill>
            <a:srgbClr val="18F689"/>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64" name="TextBox 63">
            <a:extLst>
              <a:ext uri="{FF2B5EF4-FFF2-40B4-BE49-F238E27FC236}">
                <a16:creationId xmlns:a16="http://schemas.microsoft.com/office/drawing/2014/main" id="{F090F1EF-A1F9-247A-7496-BBDA17627151}"/>
              </a:ext>
            </a:extLst>
          </p:cNvPr>
          <p:cNvSpPr txBox="1"/>
          <p:nvPr/>
        </p:nvSpPr>
        <p:spPr>
          <a:xfrm>
            <a:off x="10058398" y="7080862"/>
            <a:ext cx="2594576" cy="153888"/>
          </a:xfrm>
          <a:prstGeom prst="rect">
            <a:avLst/>
          </a:prstGeom>
          <a:noFill/>
        </p:spPr>
        <p:txBody>
          <a:bodyPr wrap="square" lIns="0" tIns="0" rIns="0" bIns="0" rtlCol="0">
            <a:spAutoFit/>
          </a:bodyPr>
          <a:lstStyle/>
          <a:p>
            <a:pPr>
              <a:spcBef>
                <a:spcPts val="600"/>
              </a:spcBef>
              <a:buSzPct val="100000"/>
            </a:pPr>
            <a:r>
              <a:rPr lang="en-US" sz="1000" i="1" dirty="0">
                <a:solidFill>
                  <a:srgbClr val="313131"/>
                </a:solidFill>
              </a:rPr>
              <a:t>Requirement of External Support</a:t>
            </a:r>
          </a:p>
        </p:txBody>
      </p:sp>
      <p:sp>
        <p:nvSpPr>
          <p:cNvPr id="65" name="Oval 64">
            <a:extLst>
              <a:ext uri="{FF2B5EF4-FFF2-40B4-BE49-F238E27FC236}">
                <a16:creationId xmlns:a16="http://schemas.microsoft.com/office/drawing/2014/main" id="{C4DBE8DB-FB0D-880D-3BB3-8830D46587A2}"/>
              </a:ext>
            </a:extLst>
          </p:cNvPr>
          <p:cNvSpPr/>
          <p:nvPr/>
        </p:nvSpPr>
        <p:spPr bwMode="gray">
          <a:xfrm>
            <a:off x="11540135" y="6129478"/>
            <a:ext cx="1252728" cy="560911"/>
          </a:xfrm>
          <a:prstGeom prst="ellipse">
            <a:avLst/>
          </a:prstGeom>
          <a:solidFill>
            <a:schemeClr val="accent3">
              <a:lumMod val="20000"/>
              <a:lumOff val="80000"/>
            </a:schemeClr>
          </a:solidFill>
          <a:ln w="19050" algn="ctr">
            <a:solidFill>
              <a:schemeClr val="tx1"/>
            </a:solidFill>
            <a:prstDash val="lgDash"/>
            <a:miter lim="800000"/>
            <a:headEnd/>
            <a:tailEnd/>
          </a:ln>
        </p:spPr>
        <p:txBody>
          <a:bodyPr wrap="square" lIns="88900" tIns="88900" rIns="88900" bIns="88900" rtlCol="0" anchor="ctr"/>
          <a:lstStyle/>
          <a:p>
            <a:pPr algn="ctr">
              <a:lnSpc>
                <a:spcPct val="106000"/>
              </a:lnSpc>
              <a:buFont typeface="Wingdings 2" pitchFamily="18" charset="2"/>
              <a:buNone/>
            </a:pPr>
            <a:r>
              <a:rPr lang="en-US" sz="1300" b="1" i="1" dirty="0"/>
              <a:t>7 Months</a:t>
            </a:r>
          </a:p>
        </p:txBody>
      </p:sp>
      <p:sp>
        <p:nvSpPr>
          <p:cNvPr id="12" name="Freeform 11">
            <a:extLst>
              <a:ext uri="{FF2B5EF4-FFF2-40B4-BE49-F238E27FC236}">
                <a16:creationId xmlns:a16="http://schemas.microsoft.com/office/drawing/2014/main" id="{0AD209F6-08E0-4BAF-205D-B363D32E39AE}"/>
              </a:ext>
            </a:extLst>
          </p:cNvPr>
          <p:cNvSpPr>
            <a:spLocks/>
          </p:cNvSpPr>
          <p:nvPr/>
        </p:nvSpPr>
        <p:spPr bwMode="auto">
          <a:xfrm>
            <a:off x="879083" y="1234066"/>
            <a:ext cx="2635298" cy="831526"/>
          </a:xfrm>
          <a:custGeom>
            <a:avLst/>
            <a:gdLst>
              <a:gd name="T0" fmla="*/ 191 w 758"/>
              <a:gd name="T1" fmla="*/ 652 h 652"/>
              <a:gd name="T2" fmla="*/ 0 w 758"/>
              <a:gd name="T3" fmla="*/ 326 h 652"/>
              <a:gd name="T4" fmla="*/ 191 w 758"/>
              <a:gd name="T5" fmla="*/ 0 h 652"/>
              <a:gd name="T6" fmla="*/ 567 w 758"/>
              <a:gd name="T7" fmla="*/ 0 h 652"/>
              <a:gd name="T8" fmla="*/ 758 w 758"/>
              <a:gd name="T9" fmla="*/ 326 h 652"/>
              <a:gd name="T10" fmla="*/ 567 w 758"/>
              <a:gd name="T11" fmla="*/ 652 h 652"/>
              <a:gd name="T12" fmla="*/ 191 w 758"/>
              <a:gd name="T13" fmla="*/ 652 h 652"/>
            </a:gdLst>
            <a:ahLst/>
            <a:cxnLst>
              <a:cxn ang="0">
                <a:pos x="T0" y="T1"/>
              </a:cxn>
              <a:cxn ang="0">
                <a:pos x="T2" y="T3"/>
              </a:cxn>
              <a:cxn ang="0">
                <a:pos x="T4" y="T5"/>
              </a:cxn>
              <a:cxn ang="0">
                <a:pos x="T6" y="T7"/>
              </a:cxn>
              <a:cxn ang="0">
                <a:pos x="T8" y="T9"/>
              </a:cxn>
              <a:cxn ang="0">
                <a:pos x="T10" y="T11"/>
              </a:cxn>
              <a:cxn ang="0">
                <a:pos x="T12" y="T13"/>
              </a:cxn>
            </a:cxnLst>
            <a:rect l="0" t="0" r="r" b="b"/>
            <a:pathLst>
              <a:path w="758" h="652">
                <a:moveTo>
                  <a:pt x="191" y="652"/>
                </a:moveTo>
                <a:lnTo>
                  <a:pt x="0" y="326"/>
                </a:lnTo>
                <a:lnTo>
                  <a:pt x="191" y="0"/>
                </a:lnTo>
                <a:lnTo>
                  <a:pt x="567" y="0"/>
                </a:lnTo>
                <a:lnTo>
                  <a:pt x="758" y="326"/>
                </a:lnTo>
                <a:lnTo>
                  <a:pt x="567" y="652"/>
                </a:lnTo>
                <a:lnTo>
                  <a:pt x="191" y="652"/>
                </a:lnTo>
                <a:close/>
              </a:path>
            </a:pathLst>
          </a:custGeom>
          <a:solidFill>
            <a:srgbClr val="046A38"/>
          </a:solidFill>
          <a:ln w="12700" cap="flat">
            <a:solidFill>
              <a:schemeClr val="bg1"/>
            </a:solidFill>
            <a:prstDash val="solid"/>
            <a:miter lim="800000"/>
            <a:headEnd/>
            <a:tailEnd/>
          </a:ln>
        </p:spPr>
        <p:txBody>
          <a:bodyPr vert="horz" wrap="square" lIns="91370" tIns="45685" rIns="91370" bIns="45685" numCol="1" anchor="ctr" anchorCtr="0" compatLnSpc="1">
            <a:prstTxWarp prst="textNoShape">
              <a:avLst/>
            </a:prstTxWarp>
          </a:bodyPr>
          <a:lstStyle/>
          <a:p>
            <a:pPr algn="ctr">
              <a:spcBef>
                <a:spcPts val="600"/>
              </a:spcBef>
              <a:buSzPct val="100000"/>
            </a:pPr>
            <a:r>
              <a:rPr lang="en-US" sz="1500" b="1" dirty="0">
                <a:solidFill>
                  <a:schemeClr val="bg1"/>
                </a:solidFill>
              </a:rPr>
              <a:t>Task 1 </a:t>
            </a:r>
          </a:p>
          <a:p>
            <a:pPr algn="ctr">
              <a:spcBef>
                <a:spcPts val="600"/>
              </a:spcBef>
              <a:buSzPct val="100000"/>
            </a:pPr>
            <a:r>
              <a:rPr lang="en-US" sz="1500" b="1" dirty="0">
                <a:solidFill>
                  <a:schemeClr val="bg1"/>
                </a:solidFill>
              </a:rPr>
              <a:t>(++)</a:t>
            </a:r>
          </a:p>
        </p:txBody>
      </p:sp>
      <p:sp>
        <p:nvSpPr>
          <p:cNvPr id="16" name="Freeform 11">
            <a:extLst>
              <a:ext uri="{FF2B5EF4-FFF2-40B4-BE49-F238E27FC236}">
                <a16:creationId xmlns:a16="http://schemas.microsoft.com/office/drawing/2014/main" id="{AC0F30D8-06CC-E807-99E6-68C30AA97996}"/>
              </a:ext>
            </a:extLst>
          </p:cNvPr>
          <p:cNvSpPr>
            <a:spLocks/>
          </p:cNvSpPr>
          <p:nvPr/>
        </p:nvSpPr>
        <p:spPr bwMode="auto">
          <a:xfrm>
            <a:off x="879083" y="2584687"/>
            <a:ext cx="2635298" cy="831526"/>
          </a:xfrm>
          <a:custGeom>
            <a:avLst/>
            <a:gdLst>
              <a:gd name="T0" fmla="*/ 191 w 758"/>
              <a:gd name="T1" fmla="*/ 652 h 652"/>
              <a:gd name="T2" fmla="*/ 0 w 758"/>
              <a:gd name="T3" fmla="*/ 326 h 652"/>
              <a:gd name="T4" fmla="*/ 191 w 758"/>
              <a:gd name="T5" fmla="*/ 0 h 652"/>
              <a:gd name="T6" fmla="*/ 567 w 758"/>
              <a:gd name="T7" fmla="*/ 0 h 652"/>
              <a:gd name="T8" fmla="*/ 758 w 758"/>
              <a:gd name="T9" fmla="*/ 326 h 652"/>
              <a:gd name="T10" fmla="*/ 567 w 758"/>
              <a:gd name="T11" fmla="*/ 652 h 652"/>
              <a:gd name="T12" fmla="*/ 191 w 758"/>
              <a:gd name="T13" fmla="*/ 652 h 652"/>
            </a:gdLst>
            <a:ahLst/>
            <a:cxnLst>
              <a:cxn ang="0">
                <a:pos x="T0" y="T1"/>
              </a:cxn>
              <a:cxn ang="0">
                <a:pos x="T2" y="T3"/>
              </a:cxn>
              <a:cxn ang="0">
                <a:pos x="T4" y="T5"/>
              </a:cxn>
              <a:cxn ang="0">
                <a:pos x="T6" y="T7"/>
              </a:cxn>
              <a:cxn ang="0">
                <a:pos x="T8" y="T9"/>
              </a:cxn>
              <a:cxn ang="0">
                <a:pos x="T10" y="T11"/>
              </a:cxn>
              <a:cxn ang="0">
                <a:pos x="T12" y="T13"/>
              </a:cxn>
            </a:cxnLst>
            <a:rect l="0" t="0" r="r" b="b"/>
            <a:pathLst>
              <a:path w="758" h="652">
                <a:moveTo>
                  <a:pt x="191" y="652"/>
                </a:moveTo>
                <a:lnTo>
                  <a:pt x="0" y="326"/>
                </a:lnTo>
                <a:lnTo>
                  <a:pt x="191" y="0"/>
                </a:lnTo>
                <a:lnTo>
                  <a:pt x="567" y="0"/>
                </a:lnTo>
                <a:lnTo>
                  <a:pt x="758" y="326"/>
                </a:lnTo>
                <a:lnTo>
                  <a:pt x="567" y="652"/>
                </a:lnTo>
                <a:lnTo>
                  <a:pt x="191" y="652"/>
                </a:lnTo>
                <a:close/>
              </a:path>
            </a:pathLst>
          </a:custGeom>
          <a:solidFill>
            <a:srgbClr val="43B02A"/>
          </a:solidFill>
          <a:ln w="12700" cap="flat">
            <a:solidFill>
              <a:schemeClr val="bg1"/>
            </a:solidFill>
            <a:prstDash val="solid"/>
            <a:miter lim="800000"/>
            <a:headEnd/>
            <a:tailEnd/>
          </a:ln>
        </p:spPr>
        <p:txBody>
          <a:bodyPr vert="horz" wrap="square" lIns="91370" tIns="45685" rIns="91370" bIns="45685" numCol="1" anchor="ctr" anchorCtr="0" compatLnSpc="1">
            <a:prstTxWarp prst="textNoShape">
              <a:avLst/>
            </a:prstTxWarp>
          </a:bodyPr>
          <a:lstStyle/>
          <a:p>
            <a:pPr algn="ctr">
              <a:defRPr/>
            </a:pPr>
            <a:r>
              <a:rPr lang="en-US" sz="1500" b="1" dirty="0">
                <a:solidFill>
                  <a:schemeClr val="bg1"/>
                </a:solidFill>
                <a:ea typeface="ＭＳ Ｐゴシック" pitchFamily="50" charset="-128"/>
              </a:rPr>
              <a:t>Task 2 </a:t>
            </a:r>
          </a:p>
          <a:p>
            <a:pPr algn="ctr">
              <a:defRPr/>
            </a:pPr>
            <a:r>
              <a:rPr lang="en-US" sz="1500" b="1" dirty="0">
                <a:solidFill>
                  <a:schemeClr val="bg1"/>
                </a:solidFill>
                <a:ea typeface="ＭＳ Ｐゴシック" pitchFamily="50" charset="-128"/>
              </a:rPr>
              <a:t>(</a:t>
            </a:r>
            <a:r>
              <a:rPr lang="en-US" sz="1500" b="1" dirty="0" err="1">
                <a:solidFill>
                  <a:schemeClr val="bg1"/>
                </a:solidFill>
                <a:ea typeface="ＭＳ Ｐゴシック" pitchFamily="50" charset="-128"/>
              </a:rPr>
              <a:t>RfP</a:t>
            </a:r>
            <a:r>
              <a:rPr lang="en-US" sz="1500" b="1" dirty="0">
                <a:solidFill>
                  <a:schemeClr val="bg1"/>
                </a:solidFill>
                <a:ea typeface="ＭＳ Ｐゴシック" pitchFamily="50" charset="-128"/>
              </a:rPr>
              <a:t> Ref No. 8)</a:t>
            </a:r>
          </a:p>
        </p:txBody>
      </p:sp>
      <p:sp>
        <p:nvSpPr>
          <p:cNvPr id="17" name="Freeform 11">
            <a:extLst>
              <a:ext uri="{FF2B5EF4-FFF2-40B4-BE49-F238E27FC236}">
                <a16:creationId xmlns:a16="http://schemas.microsoft.com/office/drawing/2014/main" id="{7EA44834-894E-F9D8-954A-5AD9FFB2E02D}"/>
              </a:ext>
            </a:extLst>
          </p:cNvPr>
          <p:cNvSpPr>
            <a:spLocks/>
          </p:cNvSpPr>
          <p:nvPr/>
        </p:nvSpPr>
        <p:spPr bwMode="auto">
          <a:xfrm>
            <a:off x="873588" y="4295709"/>
            <a:ext cx="2635298" cy="1032177"/>
          </a:xfrm>
          <a:custGeom>
            <a:avLst/>
            <a:gdLst>
              <a:gd name="T0" fmla="*/ 191 w 758"/>
              <a:gd name="T1" fmla="*/ 652 h 652"/>
              <a:gd name="T2" fmla="*/ 0 w 758"/>
              <a:gd name="T3" fmla="*/ 326 h 652"/>
              <a:gd name="T4" fmla="*/ 191 w 758"/>
              <a:gd name="T5" fmla="*/ 0 h 652"/>
              <a:gd name="T6" fmla="*/ 567 w 758"/>
              <a:gd name="T7" fmla="*/ 0 h 652"/>
              <a:gd name="T8" fmla="*/ 758 w 758"/>
              <a:gd name="T9" fmla="*/ 326 h 652"/>
              <a:gd name="T10" fmla="*/ 567 w 758"/>
              <a:gd name="T11" fmla="*/ 652 h 652"/>
              <a:gd name="T12" fmla="*/ 191 w 758"/>
              <a:gd name="T13" fmla="*/ 652 h 652"/>
            </a:gdLst>
            <a:ahLst/>
            <a:cxnLst>
              <a:cxn ang="0">
                <a:pos x="T0" y="T1"/>
              </a:cxn>
              <a:cxn ang="0">
                <a:pos x="T2" y="T3"/>
              </a:cxn>
              <a:cxn ang="0">
                <a:pos x="T4" y="T5"/>
              </a:cxn>
              <a:cxn ang="0">
                <a:pos x="T6" y="T7"/>
              </a:cxn>
              <a:cxn ang="0">
                <a:pos x="T8" y="T9"/>
              </a:cxn>
              <a:cxn ang="0">
                <a:pos x="T10" y="T11"/>
              </a:cxn>
              <a:cxn ang="0">
                <a:pos x="T12" y="T13"/>
              </a:cxn>
            </a:cxnLst>
            <a:rect l="0" t="0" r="r" b="b"/>
            <a:pathLst>
              <a:path w="758" h="652">
                <a:moveTo>
                  <a:pt x="191" y="652"/>
                </a:moveTo>
                <a:lnTo>
                  <a:pt x="0" y="326"/>
                </a:lnTo>
                <a:lnTo>
                  <a:pt x="191" y="0"/>
                </a:lnTo>
                <a:lnTo>
                  <a:pt x="567" y="0"/>
                </a:lnTo>
                <a:lnTo>
                  <a:pt x="758" y="326"/>
                </a:lnTo>
                <a:lnTo>
                  <a:pt x="567" y="652"/>
                </a:lnTo>
                <a:lnTo>
                  <a:pt x="191" y="652"/>
                </a:lnTo>
                <a:close/>
              </a:path>
            </a:pathLst>
          </a:custGeom>
          <a:solidFill>
            <a:srgbClr val="004F59"/>
          </a:solidFill>
          <a:ln w="12700" cap="flat">
            <a:solidFill>
              <a:schemeClr val="bg1"/>
            </a:solidFill>
            <a:prstDash val="solid"/>
            <a:miter lim="800000"/>
            <a:headEnd/>
            <a:tailEnd/>
          </a:ln>
        </p:spPr>
        <p:txBody>
          <a:bodyPr vert="horz" wrap="square" lIns="91370" tIns="45685" rIns="91370" bIns="45685" numCol="1" anchor="ctr" anchorCtr="0" compatLnSpc="1">
            <a:prstTxWarp prst="textNoShape">
              <a:avLst/>
            </a:prstTxWarp>
          </a:bodyPr>
          <a:lstStyle/>
          <a:p>
            <a:pPr algn="ctr">
              <a:defRPr/>
            </a:pPr>
            <a:r>
              <a:rPr lang="en-US" sz="1500" b="1" dirty="0">
                <a:solidFill>
                  <a:schemeClr val="bg1"/>
                </a:solidFill>
                <a:ea typeface="ＭＳ Ｐゴシック" pitchFamily="50" charset="-128"/>
              </a:rPr>
              <a:t>Task 3 </a:t>
            </a:r>
          </a:p>
          <a:p>
            <a:pPr algn="ctr">
              <a:defRPr/>
            </a:pPr>
            <a:r>
              <a:rPr lang="en-US" sz="1500" b="1" dirty="0">
                <a:solidFill>
                  <a:schemeClr val="bg1"/>
                </a:solidFill>
                <a:ea typeface="ＭＳ Ｐゴシック" pitchFamily="50" charset="-128"/>
              </a:rPr>
              <a:t>(</a:t>
            </a:r>
            <a:r>
              <a:rPr lang="en-US" sz="1500" b="1" dirty="0" err="1">
                <a:solidFill>
                  <a:schemeClr val="bg1"/>
                </a:solidFill>
                <a:ea typeface="ＭＳ Ｐゴシック" pitchFamily="50" charset="-128"/>
              </a:rPr>
              <a:t>RfP</a:t>
            </a:r>
            <a:r>
              <a:rPr lang="en-US" sz="1500" b="1" dirty="0">
                <a:solidFill>
                  <a:schemeClr val="bg1"/>
                </a:solidFill>
                <a:ea typeface="ＭＳ Ｐゴシック" pitchFamily="50" charset="-128"/>
              </a:rPr>
              <a:t> Ref No. 13)</a:t>
            </a:r>
          </a:p>
        </p:txBody>
      </p:sp>
      <p:sp>
        <p:nvSpPr>
          <p:cNvPr id="18" name="Freeform 11">
            <a:extLst>
              <a:ext uri="{FF2B5EF4-FFF2-40B4-BE49-F238E27FC236}">
                <a16:creationId xmlns:a16="http://schemas.microsoft.com/office/drawing/2014/main" id="{560FA73E-4FC4-7C65-67E2-F5BBD49A79ED}"/>
              </a:ext>
            </a:extLst>
          </p:cNvPr>
          <p:cNvSpPr>
            <a:spLocks/>
          </p:cNvSpPr>
          <p:nvPr/>
        </p:nvSpPr>
        <p:spPr bwMode="auto">
          <a:xfrm>
            <a:off x="873588" y="6066389"/>
            <a:ext cx="2635298" cy="831526"/>
          </a:xfrm>
          <a:custGeom>
            <a:avLst/>
            <a:gdLst>
              <a:gd name="T0" fmla="*/ 191 w 758"/>
              <a:gd name="T1" fmla="*/ 652 h 652"/>
              <a:gd name="T2" fmla="*/ 0 w 758"/>
              <a:gd name="T3" fmla="*/ 326 h 652"/>
              <a:gd name="T4" fmla="*/ 191 w 758"/>
              <a:gd name="T5" fmla="*/ 0 h 652"/>
              <a:gd name="T6" fmla="*/ 567 w 758"/>
              <a:gd name="T7" fmla="*/ 0 h 652"/>
              <a:gd name="T8" fmla="*/ 758 w 758"/>
              <a:gd name="T9" fmla="*/ 326 h 652"/>
              <a:gd name="T10" fmla="*/ 567 w 758"/>
              <a:gd name="T11" fmla="*/ 652 h 652"/>
              <a:gd name="T12" fmla="*/ 191 w 758"/>
              <a:gd name="T13" fmla="*/ 652 h 652"/>
            </a:gdLst>
            <a:ahLst/>
            <a:cxnLst>
              <a:cxn ang="0">
                <a:pos x="T0" y="T1"/>
              </a:cxn>
              <a:cxn ang="0">
                <a:pos x="T2" y="T3"/>
              </a:cxn>
              <a:cxn ang="0">
                <a:pos x="T4" y="T5"/>
              </a:cxn>
              <a:cxn ang="0">
                <a:pos x="T6" y="T7"/>
              </a:cxn>
              <a:cxn ang="0">
                <a:pos x="T8" y="T9"/>
              </a:cxn>
              <a:cxn ang="0">
                <a:pos x="T10" y="T11"/>
              </a:cxn>
              <a:cxn ang="0">
                <a:pos x="T12" y="T13"/>
              </a:cxn>
            </a:cxnLst>
            <a:rect l="0" t="0" r="r" b="b"/>
            <a:pathLst>
              <a:path w="758" h="652">
                <a:moveTo>
                  <a:pt x="191" y="652"/>
                </a:moveTo>
                <a:lnTo>
                  <a:pt x="0" y="326"/>
                </a:lnTo>
                <a:lnTo>
                  <a:pt x="191" y="0"/>
                </a:lnTo>
                <a:lnTo>
                  <a:pt x="567" y="0"/>
                </a:lnTo>
                <a:lnTo>
                  <a:pt x="758" y="326"/>
                </a:lnTo>
                <a:lnTo>
                  <a:pt x="567" y="652"/>
                </a:lnTo>
                <a:lnTo>
                  <a:pt x="191" y="652"/>
                </a:lnTo>
                <a:close/>
              </a:path>
            </a:pathLst>
          </a:custGeom>
          <a:solidFill>
            <a:srgbClr val="000000"/>
          </a:solidFill>
          <a:ln w="12700" cap="flat">
            <a:solidFill>
              <a:schemeClr val="bg1"/>
            </a:solidFill>
            <a:prstDash val="solid"/>
            <a:miter lim="800000"/>
            <a:headEnd/>
            <a:tailEnd/>
          </a:ln>
        </p:spPr>
        <p:txBody>
          <a:bodyPr vert="horz" wrap="square" lIns="91370" tIns="45685" rIns="91370" bIns="45685" numCol="1" anchor="ctr" anchorCtr="0" compatLnSpc="1">
            <a:prstTxWarp prst="textNoShape">
              <a:avLst/>
            </a:prstTxWarp>
          </a:bodyPr>
          <a:lstStyle/>
          <a:p>
            <a:pPr algn="ctr">
              <a:defRPr/>
            </a:pPr>
            <a:r>
              <a:rPr lang="en-US" sz="1500" b="1" dirty="0">
                <a:solidFill>
                  <a:schemeClr val="bg1"/>
                </a:solidFill>
                <a:ea typeface="ＭＳ Ｐゴシック" pitchFamily="50" charset="-128"/>
              </a:rPr>
              <a:t>Task 4 </a:t>
            </a:r>
          </a:p>
          <a:p>
            <a:pPr algn="ctr">
              <a:defRPr/>
            </a:pPr>
            <a:r>
              <a:rPr lang="en-US" sz="1500" b="1" dirty="0">
                <a:solidFill>
                  <a:schemeClr val="bg1"/>
                </a:solidFill>
                <a:ea typeface="ＭＳ Ｐゴシック" pitchFamily="50" charset="-128"/>
              </a:rPr>
              <a:t>(++)</a:t>
            </a:r>
          </a:p>
        </p:txBody>
      </p:sp>
      <p:sp>
        <p:nvSpPr>
          <p:cNvPr id="19" name="Oval 18">
            <a:extLst>
              <a:ext uri="{FF2B5EF4-FFF2-40B4-BE49-F238E27FC236}">
                <a16:creationId xmlns:a16="http://schemas.microsoft.com/office/drawing/2014/main" id="{9593692D-2269-ADD0-0FEB-D53F5F35D771}"/>
              </a:ext>
            </a:extLst>
          </p:cNvPr>
          <p:cNvSpPr/>
          <p:nvPr/>
        </p:nvSpPr>
        <p:spPr bwMode="gray">
          <a:xfrm>
            <a:off x="347449" y="4610652"/>
            <a:ext cx="411480" cy="407719"/>
          </a:xfrm>
          <a:prstGeom prst="ellipse">
            <a:avLst/>
          </a:prstGeom>
          <a:solidFill>
            <a:schemeClr val="accent2">
              <a:lumMod val="60000"/>
              <a:lumOff val="40000"/>
            </a:schemeClr>
          </a:solidFill>
          <a:ln w="19050" algn="ctr">
            <a:noFill/>
            <a:miter lim="800000"/>
            <a:headEnd/>
            <a:tailEnd/>
          </a:ln>
        </p:spPr>
        <p:txBody>
          <a:bodyPr wrap="square" lIns="88900" tIns="88900" rIns="88900" bIns="88900" rtlCol="0" anchor="ctr"/>
          <a:lstStyle/>
          <a:p>
            <a:pPr algn="ctr">
              <a:lnSpc>
                <a:spcPct val="106000"/>
              </a:lnSpc>
            </a:pPr>
            <a:endParaRPr lang="en-US" sz="1500" b="1" dirty="0">
              <a:solidFill>
                <a:schemeClr val="bg1"/>
              </a:solidFill>
            </a:endParaRPr>
          </a:p>
        </p:txBody>
      </p:sp>
      <p:sp>
        <p:nvSpPr>
          <p:cNvPr id="2" name="TextBox 1">
            <a:extLst>
              <a:ext uri="{FF2B5EF4-FFF2-40B4-BE49-F238E27FC236}">
                <a16:creationId xmlns:a16="http://schemas.microsoft.com/office/drawing/2014/main" id="{C27AB644-AB60-B192-2E4A-60BB175E52BF}"/>
              </a:ext>
            </a:extLst>
          </p:cNvPr>
          <p:cNvSpPr txBox="1"/>
          <p:nvPr/>
        </p:nvSpPr>
        <p:spPr>
          <a:xfrm>
            <a:off x="736293" y="7044833"/>
            <a:ext cx="6720288" cy="276999"/>
          </a:xfrm>
          <a:prstGeom prst="rect">
            <a:avLst/>
          </a:prstGeom>
          <a:noFill/>
        </p:spPr>
        <p:txBody>
          <a:bodyPr wrap="square">
            <a:spAutoFit/>
          </a:bodyPr>
          <a:lstStyle/>
          <a:p>
            <a:r>
              <a:rPr lang="en-US" sz="1200" b="1" i="1" dirty="0">
                <a:solidFill>
                  <a:srgbClr val="313131"/>
                </a:solidFill>
              </a:rPr>
              <a:t>Note:</a:t>
            </a:r>
            <a:r>
              <a:rPr lang="en-US" sz="1200" i="1" dirty="0">
                <a:solidFill>
                  <a:srgbClr val="313131"/>
                </a:solidFill>
              </a:rPr>
              <a:t> “++” denotes additional inclusion beyond mentioned scope in </a:t>
            </a:r>
            <a:r>
              <a:rPr lang="en-US" sz="1200" i="1" dirty="0" err="1">
                <a:solidFill>
                  <a:srgbClr val="313131"/>
                </a:solidFill>
              </a:rPr>
              <a:t>RfP</a:t>
            </a:r>
            <a:endParaRPr lang="en-US" sz="1200" dirty="0"/>
          </a:p>
        </p:txBody>
      </p:sp>
    </p:spTree>
    <p:extLst>
      <p:ext uri="{BB962C8B-B14F-4D97-AF65-F5344CB8AC3E}">
        <p14:creationId xmlns:p14="http://schemas.microsoft.com/office/powerpoint/2010/main" val="742680662"/>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A6F17-58B1-78B6-FA29-1D8342450D0E}"/>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8F0F6F5C-C31A-0EE2-1FF4-6621D3F73A63}"/>
              </a:ext>
            </a:extLst>
          </p:cNvPr>
          <p:cNvGraphicFramePr>
            <a:graphicFrameLocks noChangeAspect="1"/>
          </p:cNvGraphicFramePr>
          <p:nvPr>
            <p:custDataLst>
              <p:tags r:id="rId1"/>
            </p:custDataLst>
            <p:extLst>
              <p:ext uri="{D42A27DB-BD31-4B8C-83A1-F6EECF244321}">
                <p14:modId xmlns:p14="http://schemas.microsoft.com/office/powerpoint/2010/main" val="38346745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8F0F6F5C-C31A-0EE2-1FF4-6621D3F73A6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D0FF1465-42CA-50A5-A3BF-895B0EEFEFD3}"/>
              </a:ext>
            </a:extLst>
          </p:cNvPr>
          <p:cNvSpPr>
            <a:spLocks noGrp="1"/>
          </p:cNvSpPr>
          <p:nvPr>
            <p:ph type="title"/>
          </p:nvPr>
        </p:nvSpPr>
        <p:spPr/>
        <p:txBody>
          <a:bodyPr vert="horz"/>
          <a:lstStyle/>
          <a:p>
            <a:r>
              <a:rPr lang="en-US" dirty="0"/>
              <a:t>Module D: Development of Bylaws/ Directives/ Rules (2/4)</a:t>
            </a:r>
            <a:br>
              <a:rPr lang="en-US" dirty="0"/>
            </a:br>
            <a:endParaRPr lang="en-US" dirty="0"/>
          </a:p>
        </p:txBody>
      </p:sp>
      <p:sp>
        <p:nvSpPr>
          <p:cNvPr id="24" name="Oval 23">
            <a:extLst>
              <a:ext uri="{FF2B5EF4-FFF2-40B4-BE49-F238E27FC236}">
                <a16:creationId xmlns:a16="http://schemas.microsoft.com/office/drawing/2014/main" id="{A1B0BDE1-F5FB-1063-65AB-931892E268A4}"/>
              </a:ext>
            </a:extLst>
          </p:cNvPr>
          <p:cNvSpPr/>
          <p:nvPr/>
        </p:nvSpPr>
        <p:spPr bwMode="gray">
          <a:xfrm>
            <a:off x="11452002" y="1229587"/>
            <a:ext cx="1252728" cy="560911"/>
          </a:xfrm>
          <a:prstGeom prst="ellipse">
            <a:avLst/>
          </a:prstGeom>
          <a:solidFill>
            <a:schemeClr val="accent3">
              <a:lumMod val="20000"/>
              <a:lumOff val="80000"/>
            </a:schemeClr>
          </a:solidFill>
          <a:ln w="19050" algn="ctr">
            <a:solidFill>
              <a:schemeClr val="tx1"/>
            </a:solidFill>
            <a:prstDash val="lgDash"/>
            <a:miter lim="800000"/>
            <a:headEnd/>
            <a:tailEnd/>
          </a:ln>
        </p:spPr>
        <p:txBody>
          <a:bodyPr wrap="square" lIns="88900" tIns="88900" rIns="88900" bIns="88900" rtlCol="0" anchor="ctr"/>
          <a:lstStyle/>
          <a:p>
            <a:pPr algn="ctr">
              <a:lnSpc>
                <a:spcPct val="106000"/>
              </a:lnSpc>
              <a:buFont typeface="Wingdings 2" pitchFamily="18" charset="2"/>
              <a:buNone/>
            </a:pPr>
            <a:r>
              <a:rPr lang="en-US" sz="1300" b="1" i="1" dirty="0"/>
              <a:t>8 Months</a:t>
            </a:r>
          </a:p>
        </p:txBody>
      </p:sp>
      <p:sp>
        <p:nvSpPr>
          <p:cNvPr id="43" name="TextBox 42">
            <a:extLst>
              <a:ext uri="{FF2B5EF4-FFF2-40B4-BE49-F238E27FC236}">
                <a16:creationId xmlns:a16="http://schemas.microsoft.com/office/drawing/2014/main" id="{233C5E38-643C-00BC-91FE-1CC92ED84D7D}"/>
              </a:ext>
            </a:extLst>
          </p:cNvPr>
          <p:cNvSpPr txBox="1"/>
          <p:nvPr/>
        </p:nvSpPr>
        <p:spPr>
          <a:xfrm>
            <a:off x="3635565" y="1157387"/>
            <a:ext cx="7370286" cy="1107996"/>
          </a:xfrm>
          <a:prstGeom prst="rect">
            <a:avLst/>
          </a:prstGeom>
          <a:solidFill>
            <a:srgbClr val="FFFFFF"/>
          </a:solidFill>
        </p:spPr>
        <p:txBody>
          <a:bodyPr wrap="square" lIns="0" tIns="0" rIns="0" bIns="0" rtlCol="0">
            <a:spAutoFit/>
          </a:bodyPr>
          <a:lstStyle/>
          <a:p>
            <a:pPr algn="just">
              <a:spcBef>
                <a:spcPts val="600"/>
              </a:spcBef>
              <a:buSzPct val="100000"/>
            </a:pPr>
            <a:r>
              <a:rPr lang="en-US" sz="1600" b="1" dirty="0">
                <a:solidFill>
                  <a:srgbClr val="0D0D0D"/>
                </a:solidFill>
              </a:rPr>
              <a:t>Grievance Redressal Bylaws</a:t>
            </a:r>
            <a:endParaRPr lang="en-US" sz="1400" b="1" dirty="0">
              <a:solidFill>
                <a:srgbClr val="0D0D0D"/>
              </a:solidFill>
            </a:endParaRPr>
          </a:p>
          <a:p>
            <a:pPr marL="171450" indent="-171450" algn="just">
              <a:buSzPct val="100000"/>
              <a:buFont typeface="Arial" panose="020B0604020202020204" pitchFamily="34" charset="0"/>
              <a:buChar char="•"/>
            </a:pPr>
            <a:r>
              <a:rPr lang="en-US" sz="1400" i="1" dirty="0">
                <a:solidFill>
                  <a:srgbClr val="313131"/>
                </a:solidFill>
              </a:rPr>
              <a:t>Support ERC Staff in Study the existing provisions and process for grievance redressal</a:t>
            </a:r>
          </a:p>
          <a:p>
            <a:pPr marL="171450" indent="-171450" algn="just">
              <a:buSzPct val="100000"/>
              <a:buFont typeface="Arial" panose="020B0604020202020204" pitchFamily="34" charset="0"/>
              <a:buChar char="•"/>
            </a:pPr>
            <a:r>
              <a:rPr lang="en-US" sz="1400" i="1" dirty="0">
                <a:solidFill>
                  <a:srgbClr val="313131"/>
                </a:solidFill>
              </a:rPr>
              <a:t>Support in Stakeholder consultation of the various options</a:t>
            </a:r>
          </a:p>
          <a:p>
            <a:pPr marL="171450" indent="-171450" algn="just">
              <a:buSzPct val="100000"/>
              <a:buFont typeface="Arial" panose="020B0604020202020204" pitchFamily="34" charset="0"/>
              <a:buChar char="•"/>
            </a:pPr>
            <a:r>
              <a:rPr lang="en-US" sz="1400" i="1" dirty="0">
                <a:solidFill>
                  <a:srgbClr val="313131"/>
                </a:solidFill>
              </a:rPr>
              <a:t>Support in preparation and finalization of related bylaws</a:t>
            </a:r>
          </a:p>
        </p:txBody>
      </p:sp>
      <p:sp>
        <p:nvSpPr>
          <p:cNvPr id="53" name="TextBox 52">
            <a:extLst>
              <a:ext uri="{FF2B5EF4-FFF2-40B4-BE49-F238E27FC236}">
                <a16:creationId xmlns:a16="http://schemas.microsoft.com/office/drawing/2014/main" id="{D237B706-51BC-1644-826C-DC9E4075EBFB}"/>
              </a:ext>
            </a:extLst>
          </p:cNvPr>
          <p:cNvSpPr txBox="1"/>
          <p:nvPr/>
        </p:nvSpPr>
        <p:spPr>
          <a:xfrm>
            <a:off x="3635565" y="2413641"/>
            <a:ext cx="7535539" cy="1600438"/>
          </a:xfrm>
          <a:prstGeom prst="rect">
            <a:avLst/>
          </a:prstGeom>
          <a:noFill/>
        </p:spPr>
        <p:txBody>
          <a:bodyPr wrap="square" lIns="0" tIns="0" rIns="0" bIns="0" rtlCol="0">
            <a:spAutoFit/>
          </a:bodyPr>
          <a:lstStyle/>
          <a:p>
            <a:pPr algn="just">
              <a:spcBef>
                <a:spcPts val="600"/>
              </a:spcBef>
              <a:buSzPct val="100000"/>
            </a:pPr>
            <a:r>
              <a:rPr lang="en-US" sz="1600" b="1" dirty="0">
                <a:solidFill>
                  <a:srgbClr val="004F59"/>
                </a:solidFill>
              </a:rPr>
              <a:t>Generation Tariff Directive/ Framework for Alternate Energy Sources (other than Hydro) - including BESS, Storage, PSP, Wind, etc.</a:t>
            </a:r>
          </a:p>
          <a:p>
            <a:pPr marL="171450" indent="-171450" algn="just">
              <a:buSzPct val="100000"/>
              <a:buFont typeface="Arial" panose="020B0604020202020204" pitchFamily="34" charset="0"/>
              <a:buChar char="•"/>
            </a:pPr>
            <a:r>
              <a:rPr lang="en-US" sz="1400" i="1" dirty="0">
                <a:solidFill>
                  <a:srgbClr val="313131"/>
                </a:solidFill>
              </a:rPr>
              <a:t>Support in appointment of Consultant</a:t>
            </a:r>
          </a:p>
          <a:p>
            <a:pPr marL="171450" indent="-171450" algn="just">
              <a:buSzPct val="100000"/>
              <a:buFont typeface="Arial" panose="020B0604020202020204" pitchFamily="34" charset="0"/>
              <a:buChar char="•"/>
            </a:pPr>
            <a:r>
              <a:rPr lang="en-US" sz="1400" i="1" dirty="0">
                <a:solidFill>
                  <a:srgbClr val="313131"/>
                </a:solidFill>
              </a:rPr>
              <a:t>Support to ERC in reviewing Consultant's study</a:t>
            </a:r>
          </a:p>
          <a:p>
            <a:pPr marL="171450" indent="-171450" algn="just">
              <a:buSzPct val="100000"/>
              <a:buFont typeface="Arial" panose="020B0604020202020204" pitchFamily="34" charset="0"/>
              <a:buChar char="•"/>
            </a:pPr>
            <a:r>
              <a:rPr lang="en-US" sz="1400" i="1" dirty="0">
                <a:solidFill>
                  <a:srgbClr val="313131"/>
                </a:solidFill>
              </a:rPr>
              <a:t>Support in preparation and finalization of draft generation tariff framework, directive</a:t>
            </a:r>
          </a:p>
        </p:txBody>
      </p:sp>
      <p:sp>
        <p:nvSpPr>
          <p:cNvPr id="54" name="Oval 53">
            <a:extLst>
              <a:ext uri="{FF2B5EF4-FFF2-40B4-BE49-F238E27FC236}">
                <a16:creationId xmlns:a16="http://schemas.microsoft.com/office/drawing/2014/main" id="{560EF365-4C6A-3BA9-C66E-DAF4F5D2E7A2}"/>
              </a:ext>
            </a:extLst>
          </p:cNvPr>
          <p:cNvSpPr/>
          <p:nvPr/>
        </p:nvSpPr>
        <p:spPr bwMode="gray">
          <a:xfrm>
            <a:off x="11452002" y="2735641"/>
            <a:ext cx="1252728" cy="560911"/>
          </a:xfrm>
          <a:prstGeom prst="ellipse">
            <a:avLst/>
          </a:prstGeom>
          <a:solidFill>
            <a:schemeClr val="accent3">
              <a:lumMod val="20000"/>
              <a:lumOff val="80000"/>
            </a:schemeClr>
          </a:solidFill>
          <a:ln w="19050" algn="ctr">
            <a:solidFill>
              <a:schemeClr val="tx1"/>
            </a:solidFill>
            <a:prstDash val="lgDash"/>
            <a:miter lim="800000"/>
            <a:headEnd/>
            <a:tailEnd/>
          </a:ln>
        </p:spPr>
        <p:txBody>
          <a:bodyPr wrap="square" lIns="88900" tIns="88900" rIns="88900" bIns="88900" rtlCol="0" anchor="ctr"/>
          <a:lstStyle/>
          <a:p>
            <a:pPr algn="ctr">
              <a:lnSpc>
                <a:spcPct val="106000"/>
              </a:lnSpc>
              <a:buFont typeface="Wingdings 2" pitchFamily="18" charset="2"/>
              <a:buNone/>
            </a:pPr>
            <a:r>
              <a:rPr lang="en-US" sz="1300" b="1" i="1" dirty="0"/>
              <a:t>14 Months</a:t>
            </a:r>
          </a:p>
        </p:txBody>
      </p:sp>
      <p:sp>
        <p:nvSpPr>
          <p:cNvPr id="55" name="TextBox 54">
            <a:extLst>
              <a:ext uri="{FF2B5EF4-FFF2-40B4-BE49-F238E27FC236}">
                <a16:creationId xmlns:a16="http://schemas.microsoft.com/office/drawing/2014/main" id="{744ED909-B9EB-26D2-F433-FE402227F9EB}"/>
              </a:ext>
            </a:extLst>
          </p:cNvPr>
          <p:cNvSpPr txBox="1"/>
          <p:nvPr/>
        </p:nvSpPr>
        <p:spPr>
          <a:xfrm>
            <a:off x="3688812" y="4177185"/>
            <a:ext cx="7535539" cy="677108"/>
          </a:xfrm>
          <a:prstGeom prst="rect">
            <a:avLst/>
          </a:prstGeom>
          <a:noFill/>
        </p:spPr>
        <p:txBody>
          <a:bodyPr wrap="square" lIns="0" tIns="0" rIns="0" bIns="0" rtlCol="0">
            <a:spAutoFit/>
          </a:bodyPr>
          <a:lstStyle/>
          <a:p>
            <a:pPr algn="just">
              <a:spcBef>
                <a:spcPts val="600"/>
              </a:spcBef>
              <a:buSzPct val="100000"/>
            </a:pPr>
            <a:r>
              <a:rPr lang="en-US" sz="1600" b="1" dirty="0">
                <a:solidFill>
                  <a:srgbClr val="43B02A"/>
                </a:solidFill>
              </a:rPr>
              <a:t>Directive on Standard of Performance Regulations</a:t>
            </a:r>
            <a:endParaRPr lang="en-US" sz="1400" b="1" dirty="0">
              <a:solidFill>
                <a:srgbClr val="004F59"/>
              </a:solidFill>
            </a:endParaRPr>
          </a:p>
          <a:p>
            <a:pPr marL="171450" indent="-171450" algn="just">
              <a:buSzPct val="100000"/>
              <a:buFont typeface="Arial" panose="020B0604020202020204" pitchFamily="34" charset="0"/>
              <a:buChar char="•"/>
            </a:pPr>
            <a:r>
              <a:rPr lang="en-US" sz="1400" i="1" dirty="0">
                <a:solidFill>
                  <a:srgbClr val="313131"/>
                </a:solidFill>
              </a:rPr>
              <a:t>Support ERC Staff in identification of key standard of performance parameters</a:t>
            </a:r>
          </a:p>
          <a:p>
            <a:pPr marL="171450" indent="-171450" algn="just">
              <a:buSzPct val="100000"/>
              <a:buFont typeface="Arial" panose="020B0604020202020204" pitchFamily="34" charset="0"/>
              <a:buChar char="•"/>
            </a:pPr>
            <a:r>
              <a:rPr lang="en-US" sz="1400" i="1" dirty="0">
                <a:solidFill>
                  <a:srgbClr val="313131"/>
                </a:solidFill>
              </a:rPr>
              <a:t>Support in preparation and finalization of Directives on SOP</a:t>
            </a:r>
          </a:p>
        </p:txBody>
      </p:sp>
      <p:sp>
        <p:nvSpPr>
          <p:cNvPr id="56" name="Oval 55">
            <a:extLst>
              <a:ext uri="{FF2B5EF4-FFF2-40B4-BE49-F238E27FC236}">
                <a16:creationId xmlns:a16="http://schemas.microsoft.com/office/drawing/2014/main" id="{DE0CCE75-CC3E-851E-DD4D-F6B09D6CFFC9}"/>
              </a:ext>
            </a:extLst>
          </p:cNvPr>
          <p:cNvSpPr/>
          <p:nvPr/>
        </p:nvSpPr>
        <p:spPr bwMode="gray">
          <a:xfrm>
            <a:off x="11452002" y="4240553"/>
            <a:ext cx="1252728" cy="560911"/>
          </a:xfrm>
          <a:prstGeom prst="ellipse">
            <a:avLst/>
          </a:prstGeom>
          <a:solidFill>
            <a:schemeClr val="accent3">
              <a:lumMod val="20000"/>
              <a:lumOff val="80000"/>
            </a:schemeClr>
          </a:solidFill>
          <a:ln w="19050" algn="ctr">
            <a:solidFill>
              <a:schemeClr val="tx1"/>
            </a:solidFill>
            <a:prstDash val="lgDash"/>
            <a:miter lim="800000"/>
            <a:headEnd/>
            <a:tailEnd/>
          </a:ln>
        </p:spPr>
        <p:txBody>
          <a:bodyPr wrap="square" lIns="88900" tIns="88900" rIns="88900" bIns="88900" rtlCol="0" anchor="ctr"/>
          <a:lstStyle/>
          <a:p>
            <a:pPr algn="ctr">
              <a:lnSpc>
                <a:spcPct val="106000"/>
              </a:lnSpc>
              <a:buFont typeface="Wingdings 2" pitchFamily="18" charset="2"/>
              <a:buNone/>
            </a:pPr>
            <a:r>
              <a:rPr lang="en-US" sz="1300" b="1" i="1" dirty="0"/>
              <a:t>8 Months</a:t>
            </a:r>
          </a:p>
        </p:txBody>
      </p:sp>
      <p:sp>
        <p:nvSpPr>
          <p:cNvPr id="62" name="TextBox 61">
            <a:extLst>
              <a:ext uri="{FF2B5EF4-FFF2-40B4-BE49-F238E27FC236}">
                <a16:creationId xmlns:a16="http://schemas.microsoft.com/office/drawing/2014/main" id="{CC49E03B-CF65-7FB6-ECA9-590FD3D41A06}"/>
              </a:ext>
            </a:extLst>
          </p:cNvPr>
          <p:cNvSpPr txBox="1"/>
          <p:nvPr/>
        </p:nvSpPr>
        <p:spPr>
          <a:xfrm>
            <a:off x="3688812" y="5169575"/>
            <a:ext cx="7535539" cy="1785104"/>
          </a:xfrm>
          <a:prstGeom prst="rect">
            <a:avLst/>
          </a:prstGeom>
          <a:noFill/>
        </p:spPr>
        <p:txBody>
          <a:bodyPr wrap="square" lIns="0" tIns="0" rIns="0" bIns="0" rtlCol="0">
            <a:spAutoFit/>
          </a:bodyPr>
          <a:lstStyle/>
          <a:p>
            <a:pPr algn="just">
              <a:spcBef>
                <a:spcPts val="600"/>
              </a:spcBef>
              <a:buSzPct val="100000"/>
            </a:pPr>
            <a:r>
              <a:rPr lang="en-US" sz="1600" b="1" dirty="0">
                <a:solidFill>
                  <a:srgbClr val="648D1C"/>
                </a:solidFill>
              </a:rPr>
              <a:t>Develop rules &amp; framework for open-access regime for transmission network &amp; support transition process</a:t>
            </a:r>
            <a:endParaRPr lang="en-US" sz="1400" b="1" dirty="0">
              <a:solidFill>
                <a:srgbClr val="648D1C"/>
              </a:solidFill>
            </a:endParaRPr>
          </a:p>
          <a:p>
            <a:pPr marL="171450" indent="-171450" algn="just">
              <a:buSzPct val="100000"/>
              <a:buFont typeface="Arial" panose="020B0604020202020204" pitchFamily="34" charset="0"/>
              <a:buChar char="•"/>
            </a:pPr>
            <a:r>
              <a:rPr lang="en-US" sz="1400" i="1" dirty="0">
                <a:solidFill>
                  <a:srgbClr val="313131"/>
                </a:solidFill>
              </a:rPr>
              <a:t>Support ERC in preparation of concept note and undertaking efforts for operationalization of open access</a:t>
            </a:r>
          </a:p>
          <a:p>
            <a:pPr marL="171450" indent="-171450" algn="just">
              <a:buSzPct val="100000"/>
              <a:buFont typeface="Arial" panose="020B0604020202020204" pitchFamily="34" charset="0"/>
              <a:buChar char="•"/>
            </a:pPr>
            <a:r>
              <a:rPr lang="en-US" sz="1400" i="1" dirty="0">
                <a:solidFill>
                  <a:srgbClr val="313131"/>
                </a:solidFill>
              </a:rPr>
              <a:t>Engagement of Consultant</a:t>
            </a:r>
          </a:p>
          <a:p>
            <a:pPr marL="171450" indent="-171450" algn="just">
              <a:buSzPct val="100000"/>
              <a:buFont typeface="Arial" panose="020B0604020202020204" pitchFamily="34" charset="0"/>
              <a:buChar char="•"/>
            </a:pPr>
            <a:r>
              <a:rPr lang="en-US" sz="1400" i="1" dirty="0">
                <a:solidFill>
                  <a:srgbClr val="313131"/>
                </a:solidFill>
              </a:rPr>
              <a:t>Support ERC in undertaking a detailed review of Open Access framework and identify necessary changes</a:t>
            </a:r>
          </a:p>
          <a:p>
            <a:pPr marL="171450" indent="-171450" algn="just">
              <a:buSzPct val="100000"/>
              <a:buFont typeface="Arial" panose="020B0604020202020204" pitchFamily="34" charset="0"/>
              <a:buChar char="•"/>
            </a:pPr>
            <a:r>
              <a:rPr lang="en-US" sz="1400" i="1" dirty="0">
                <a:solidFill>
                  <a:srgbClr val="313131"/>
                </a:solidFill>
              </a:rPr>
              <a:t>Support in preparation and finalization of open access framework</a:t>
            </a:r>
            <a:endParaRPr lang="en-US" sz="1200" i="1" dirty="0">
              <a:solidFill>
                <a:srgbClr val="313131"/>
              </a:solidFill>
            </a:endParaRPr>
          </a:p>
        </p:txBody>
      </p:sp>
      <p:sp>
        <p:nvSpPr>
          <p:cNvPr id="63" name="Oval 62">
            <a:extLst>
              <a:ext uri="{FF2B5EF4-FFF2-40B4-BE49-F238E27FC236}">
                <a16:creationId xmlns:a16="http://schemas.microsoft.com/office/drawing/2014/main" id="{F6B80CED-5993-7EFE-8C95-657F970139C5}"/>
              </a:ext>
            </a:extLst>
          </p:cNvPr>
          <p:cNvSpPr/>
          <p:nvPr/>
        </p:nvSpPr>
        <p:spPr bwMode="gray">
          <a:xfrm>
            <a:off x="9572182" y="6942824"/>
            <a:ext cx="411480" cy="407719"/>
          </a:xfrm>
          <a:prstGeom prst="ellipse">
            <a:avLst/>
          </a:prstGeom>
          <a:solidFill>
            <a:srgbClr val="18F689"/>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64" name="TextBox 63">
            <a:extLst>
              <a:ext uri="{FF2B5EF4-FFF2-40B4-BE49-F238E27FC236}">
                <a16:creationId xmlns:a16="http://schemas.microsoft.com/office/drawing/2014/main" id="{30ADFA4D-6FF0-5F3E-D4B7-8A1243A22188}"/>
              </a:ext>
            </a:extLst>
          </p:cNvPr>
          <p:cNvSpPr txBox="1"/>
          <p:nvPr/>
        </p:nvSpPr>
        <p:spPr>
          <a:xfrm>
            <a:off x="10058398" y="7080862"/>
            <a:ext cx="2594576" cy="153888"/>
          </a:xfrm>
          <a:prstGeom prst="rect">
            <a:avLst/>
          </a:prstGeom>
          <a:noFill/>
        </p:spPr>
        <p:txBody>
          <a:bodyPr wrap="square" lIns="0" tIns="0" rIns="0" bIns="0" rtlCol="0">
            <a:spAutoFit/>
          </a:bodyPr>
          <a:lstStyle/>
          <a:p>
            <a:pPr>
              <a:spcBef>
                <a:spcPts val="600"/>
              </a:spcBef>
              <a:buSzPct val="100000"/>
            </a:pPr>
            <a:r>
              <a:rPr lang="en-US" sz="1000" i="1" dirty="0">
                <a:solidFill>
                  <a:srgbClr val="313131"/>
                </a:solidFill>
              </a:rPr>
              <a:t>Requirement of External Support</a:t>
            </a:r>
          </a:p>
        </p:txBody>
      </p:sp>
      <p:sp>
        <p:nvSpPr>
          <p:cNvPr id="65" name="Oval 64">
            <a:extLst>
              <a:ext uri="{FF2B5EF4-FFF2-40B4-BE49-F238E27FC236}">
                <a16:creationId xmlns:a16="http://schemas.microsoft.com/office/drawing/2014/main" id="{9A8D8882-CF39-9AFD-36BF-F2E6839DCF81}"/>
              </a:ext>
            </a:extLst>
          </p:cNvPr>
          <p:cNvSpPr/>
          <p:nvPr/>
        </p:nvSpPr>
        <p:spPr bwMode="gray">
          <a:xfrm>
            <a:off x="11452002" y="5432940"/>
            <a:ext cx="1252728" cy="560911"/>
          </a:xfrm>
          <a:prstGeom prst="ellipse">
            <a:avLst/>
          </a:prstGeom>
          <a:solidFill>
            <a:schemeClr val="accent3">
              <a:lumMod val="20000"/>
              <a:lumOff val="80000"/>
            </a:schemeClr>
          </a:solidFill>
          <a:ln w="19050" algn="ctr">
            <a:solidFill>
              <a:schemeClr val="tx1"/>
            </a:solidFill>
            <a:prstDash val="lgDash"/>
            <a:miter lim="800000"/>
            <a:headEnd/>
            <a:tailEnd/>
          </a:ln>
        </p:spPr>
        <p:txBody>
          <a:bodyPr wrap="square" lIns="88900" tIns="88900" rIns="88900" bIns="88900" rtlCol="0" anchor="ctr"/>
          <a:lstStyle/>
          <a:p>
            <a:pPr algn="ctr">
              <a:lnSpc>
                <a:spcPct val="106000"/>
              </a:lnSpc>
              <a:buFont typeface="Wingdings 2" pitchFamily="18" charset="2"/>
              <a:buNone/>
            </a:pPr>
            <a:r>
              <a:rPr lang="en-US" sz="1300" b="1" i="1" dirty="0"/>
              <a:t>15 Months</a:t>
            </a:r>
          </a:p>
        </p:txBody>
      </p:sp>
      <p:sp>
        <p:nvSpPr>
          <p:cNvPr id="12" name="Freeform 11">
            <a:extLst>
              <a:ext uri="{FF2B5EF4-FFF2-40B4-BE49-F238E27FC236}">
                <a16:creationId xmlns:a16="http://schemas.microsoft.com/office/drawing/2014/main" id="{9C226579-8B9F-1E83-6F74-A834806F1541}"/>
              </a:ext>
            </a:extLst>
          </p:cNvPr>
          <p:cNvSpPr>
            <a:spLocks/>
          </p:cNvSpPr>
          <p:nvPr/>
        </p:nvSpPr>
        <p:spPr bwMode="auto">
          <a:xfrm>
            <a:off x="879083" y="1234066"/>
            <a:ext cx="2635298" cy="831526"/>
          </a:xfrm>
          <a:custGeom>
            <a:avLst/>
            <a:gdLst>
              <a:gd name="T0" fmla="*/ 191 w 758"/>
              <a:gd name="T1" fmla="*/ 652 h 652"/>
              <a:gd name="T2" fmla="*/ 0 w 758"/>
              <a:gd name="T3" fmla="*/ 326 h 652"/>
              <a:gd name="T4" fmla="*/ 191 w 758"/>
              <a:gd name="T5" fmla="*/ 0 h 652"/>
              <a:gd name="T6" fmla="*/ 567 w 758"/>
              <a:gd name="T7" fmla="*/ 0 h 652"/>
              <a:gd name="T8" fmla="*/ 758 w 758"/>
              <a:gd name="T9" fmla="*/ 326 h 652"/>
              <a:gd name="T10" fmla="*/ 567 w 758"/>
              <a:gd name="T11" fmla="*/ 652 h 652"/>
              <a:gd name="T12" fmla="*/ 191 w 758"/>
              <a:gd name="T13" fmla="*/ 652 h 652"/>
            </a:gdLst>
            <a:ahLst/>
            <a:cxnLst>
              <a:cxn ang="0">
                <a:pos x="T0" y="T1"/>
              </a:cxn>
              <a:cxn ang="0">
                <a:pos x="T2" y="T3"/>
              </a:cxn>
              <a:cxn ang="0">
                <a:pos x="T4" y="T5"/>
              </a:cxn>
              <a:cxn ang="0">
                <a:pos x="T6" y="T7"/>
              </a:cxn>
              <a:cxn ang="0">
                <a:pos x="T8" y="T9"/>
              </a:cxn>
              <a:cxn ang="0">
                <a:pos x="T10" y="T11"/>
              </a:cxn>
              <a:cxn ang="0">
                <a:pos x="T12" y="T13"/>
              </a:cxn>
            </a:cxnLst>
            <a:rect l="0" t="0" r="r" b="b"/>
            <a:pathLst>
              <a:path w="758" h="652">
                <a:moveTo>
                  <a:pt x="191" y="652"/>
                </a:moveTo>
                <a:lnTo>
                  <a:pt x="0" y="326"/>
                </a:lnTo>
                <a:lnTo>
                  <a:pt x="191" y="0"/>
                </a:lnTo>
                <a:lnTo>
                  <a:pt x="567" y="0"/>
                </a:lnTo>
                <a:lnTo>
                  <a:pt x="758" y="326"/>
                </a:lnTo>
                <a:lnTo>
                  <a:pt x="567" y="652"/>
                </a:lnTo>
                <a:lnTo>
                  <a:pt x="191" y="652"/>
                </a:lnTo>
                <a:close/>
              </a:path>
            </a:pathLst>
          </a:custGeom>
          <a:solidFill>
            <a:schemeClr val="tx1">
              <a:lumMod val="95000"/>
              <a:lumOff val="5000"/>
            </a:schemeClr>
          </a:solidFill>
          <a:ln w="12700" cap="flat">
            <a:solidFill>
              <a:schemeClr val="bg1"/>
            </a:solidFill>
            <a:prstDash val="solid"/>
            <a:miter lim="800000"/>
            <a:headEnd/>
            <a:tailEnd/>
          </a:ln>
        </p:spPr>
        <p:txBody>
          <a:bodyPr vert="horz" wrap="square" lIns="91370" tIns="45685" rIns="91370" bIns="45685" numCol="1" anchor="ctr" anchorCtr="0" compatLnSpc="1">
            <a:prstTxWarp prst="textNoShape">
              <a:avLst/>
            </a:prstTxWarp>
          </a:bodyPr>
          <a:lstStyle/>
          <a:p>
            <a:pPr algn="ctr">
              <a:spcBef>
                <a:spcPts val="600"/>
              </a:spcBef>
              <a:buSzPct val="100000"/>
            </a:pPr>
            <a:r>
              <a:rPr lang="en-US" sz="1500" b="1" dirty="0">
                <a:solidFill>
                  <a:schemeClr val="bg1"/>
                </a:solidFill>
              </a:rPr>
              <a:t>Task 5 </a:t>
            </a:r>
          </a:p>
          <a:p>
            <a:pPr algn="ctr">
              <a:spcBef>
                <a:spcPts val="600"/>
              </a:spcBef>
              <a:buSzPct val="100000"/>
            </a:pPr>
            <a:r>
              <a:rPr lang="en-US" sz="1500" b="1" dirty="0">
                <a:solidFill>
                  <a:schemeClr val="bg1"/>
                </a:solidFill>
              </a:rPr>
              <a:t>(++)</a:t>
            </a:r>
          </a:p>
        </p:txBody>
      </p:sp>
      <p:sp>
        <p:nvSpPr>
          <p:cNvPr id="16" name="Freeform 11">
            <a:extLst>
              <a:ext uri="{FF2B5EF4-FFF2-40B4-BE49-F238E27FC236}">
                <a16:creationId xmlns:a16="http://schemas.microsoft.com/office/drawing/2014/main" id="{0B8BB015-9822-CE0C-D041-87585E9A7419}"/>
              </a:ext>
            </a:extLst>
          </p:cNvPr>
          <p:cNvSpPr>
            <a:spLocks/>
          </p:cNvSpPr>
          <p:nvPr/>
        </p:nvSpPr>
        <p:spPr bwMode="auto">
          <a:xfrm>
            <a:off x="879083" y="2584687"/>
            <a:ext cx="2635298" cy="831526"/>
          </a:xfrm>
          <a:custGeom>
            <a:avLst/>
            <a:gdLst>
              <a:gd name="T0" fmla="*/ 191 w 758"/>
              <a:gd name="T1" fmla="*/ 652 h 652"/>
              <a:gd name="T2" fmla="*/ 0 w 758"/>
              <a:gd name="T3" fmla="*/ 326 h 652"/>
              <a:gd name="T4" fmla="*/ 191 w 758"/>
              <a:gd name="T5" fmla="*/ 0 h 652"/>
              <a:gd name="T6" fmla="*/ 567 w 758"/>
              <a:gd name="T7" fmla="*/ 0 h 652"/>
              <a:gd name="T8" fmla="*/ 758 w 758"/>
              <a:gd name="T9" fmla="*/ 326 h 652"/>
              <a:gd name="T10" fmla="*/ 567 w 758"/>
              <a:gd name="T11" fmla="*/ 652 h 652"/>
              <a:gd name="T12" fmla="*/ 191 w 758"/>
              <a:gd name="T13" fmla="*/ 652 h 652"/>
            </a:gdLst>
            <a:ahLst/>
            <a:cxnLst>
              <a:cxn ang="0">
                <a:pos x="T0" y="T1"/>
              </a:cxn>
              <a:cxn ang="0">
                <a:pos x="T2" y="T3"/>
              </a:cxn>
              <a:cxn ang="0">
                <a:pos x="T4" y="T5"/>
              </a:cxn>
              <a:cxn ang="0">
                <a:pos x="T6" y="T7"/>
              </a:cxn>
              <a:cxn ang="0">
                <a:pos x="T8" y="T9"/>
              </a:cxn>
              <a:cxn ang="0">
                <a:pos x="T10" y="T11"/>
              </a:cxn>
              <a:cxn ang="0">
                <a:pos x="T12" y="T13"/>
              </a:cxn>
            </a:cxnLst>
            <a:rect l="0" t="0" r="r" b="b"/>
            <a:pathLst>
              <a:path w="758" h="652">
                <a:moveTo>
                  <a:pt x="191" y="652"/>
                </a:moveTo>
                <a:lnTo>
                  <a:pt x="0" y="326"/>
                </a:lnTo>
                <a:lnTo>
                  <a:pt x="191" y="0"/>
                </a:lnTo>
                <a:lnTo>
                  <a:pt x="567" y="0"/>
                </a:lnTo>
                <a:lnTo>
                  <a:pt x="758" y="326"/>
                </a:lnTo>
                <a:lnTo>
                  <a:pt x="567" y="652"/>
                </a:lnTo>
                <a:lnTo>
                  <a:pt x="191" y="652"/>
                </a:lnTo>
                <a:close/>
              </a:path>
            </a:pathLst>
          </a:custGeom>
          <a:solidFill>
            <a:srgbClr val="004F59"/>
          </a:solidFill>
          <a:ln w="12700" cap="flat">
            <a:solidFill>
              <a:schemeClr val="bg1"/>
            </a:solidFill>
            <a:prstDash val="solid"/>
            <a:miter lim="800000"/>
            <a:headEnd/>
            <a:tailEnd/>
          </a:ln>
        </p:spPr>
        <p:txBody>
          <a:bodyPr vert="horz" wrap="square" lIns="91370" tIns="45685" rIns="91370" bIns="45685" numCol="1" anchor="ctr" anchorCtr="0" compatLnSpc="1">
            <a:prstTxWarp prst="textNoShape">
              <a:avLst/>
            </a:prstTxWarp>
          </a:bodyPr>
          <a:lstStyle/>
          <a:p>
            <a:pPr algn="ctr">
              <a:defRPr/>
            </a:pPr>
            <a:r>
              <a:rPr lang="en-US" sz="1500" b="1" dirty="0">
                <a:solidFill>
                  <a:schemeClr val="bg1"/>
                </a:solidFill>
                <a:ea typeface="ＭＳ Ｐゴシック" pitchFamily="50" charset="-128"/>
              </a:rPr>
              <a:t>Task 6 </a:t>
            </a:r>
          </a:p>
          <a:p>
            <a:pPr algn="ctr">
              <a:defRPr/>
            </a:pPr>
            <a:r>
              <a:rPr lang="en-US" sz="1500" b="1" dirty="0">
                <a:solidFill>
                  <a:schemeClr val="bg1"/>
                </a:solidFill>
                <a:ea typeface="ＭＳ Ｐゴシック" pitchFamily="50" charset="-128"/>
              </a:rPr>
              <a:t>(++)</a:t>
            </a:r>
          </a:p>
        </p:txBody>
      </p:sp>
      <p:sp>
        <p:nvSpPr>
          <p:cNvPr id="17" name="Freeform 11">
            <a:extLst>
              <a:ext uri="{FF2B5EF4-FFF2-40B4-BE49-F238E27FC236}">
                <a16:creationId xmlns:a16="http://schemas.microsoft.com/office/drawing/2014/main" id="{4A92D016-CF21-1FA7-E8DB-1F6FEE992B9E}"/>
              </a:ext>
            </a:extLst>
          </p:cNvPr>
          <p:cNvSpPr>
            <a:spLocks/>
          </p:cNvSpPr>
          <p:nvPr/>
        </p:nvSpPr>
        <p:spPr bwMode="auto">
          <a:xfrm>
            <a:off x="873588" y="4053048"/>
            <a:ext cx="2635298" cy="831526"/>
          </a:xfrm>
          <a:custGeom>
            <a:avLst/>
            <a:gdLst>
              <a:gd name="T0" fmla="*/ 191 w 758"/>
              <a:gd name="T1" fmla="*/ 652 h 652"/>
              <a:gd name="T2" fmla="*/ 0 w 758"/>
              <a:gd name="T3" fmla="*/ 326 h 652"/>
              <a:gd name="T4" fmla="*/ 191 w 758"/>
              <a:gd name="T5" fmla="*/ 0 h 652"/>
              <a:gd name="T6" fmla="*/ 567 w 758"/>
              <a:gd name="T7" fmla="*/ 0 h 652"/>
              <a:gd name="T8" fmla="*/ 758 w 758"/>
              <a:gd name="T9" fmla="*/ 326 h 652"/>
              <a:gd name="T10" fmla="*/ 567 w 758"/>
              <a:gd name="T11" fmla="*/ 652 h 652"/>
              <a:gd name="T12" fmla="*/ 191 w 758"/>
              <a:gd name="T13" fmla="*/ 652 h 652"/>
            </a:gdLst>
            <a:ahLst/>
            <a:cxnLst>
              <a:cxn ang="0">
                <a:pos x="T0" y="T1"/>
              </a:cxn>
              <a:cxn ang="0">
                <a:pos x="T2" y="T3"/>
              </a:cxn>
              <a:cxn ang="0">
                <a:pos x="T4" y="T5"/>
              </a:cxn>
              <a:cxn ang="0">
                <a:pos x="T6" y="T7"/>
              </a:cxn>
              <a:cxn ang="0">
                <a:pos x="T8" y="T9"/>
              </a:cxn>
              <a:cxn ang="0">
                <a:pos x="T10" y="T11"/>
              </a:cxn>
              <a:cxn ang="0">
                <a:pos x="T12" y="T13"/>
              </a:cxn>
            </a:cxnLst>
            <a:rect l="0" t="0" r="r" b="b"/>
            <a:pathLst>
              <a:path w="758" h="652">
                <a:moveTo>
                  <a:pt x="191" y="652"/>
                </a:moveTo>
                <a:lnTo>
                  <a:pt x="0" y="326"/>
                </a:lnTo>
                <a:lnTo>
                  <a:pt x="191" y="0"/>
                </a:lnTo>
                <a:lnTo>
                  <a:pt x="567" y="0"/>
                </a:lnTo>
                <a:lnTo>
                  <a:pt x="758" y="326"/>
                </a:lnTo>
                <a:lnTo>
                  <a:pt x="567" y="652"/>
                </a:lnTo>
                <a:lnTo>
                  <a:pt x="191" y="652"/>
                </a:lnTo>
                <a:close/>
              </a:path>
            </a:pathLst>
          </a:custGeom>
          <a:solidFill>
            <a:srgbClr val="43B02A"/>
          </a:solidFill>
          <a:ln w="12700" cap="flat">
            <a:solidFill>
              <a:schemeClr val="bg1"/>
            </a:solidFill>
            <a:prstDash val="solid"/>
            <a:miter lim="800000"/>
            <a:headEnd/>
            <a:tailEnd/>
          </a:ln>
        </p:spPr>
        <p:txBody>
          <a:bodyPr vert="horz" wrap="square" lIns="91370" tIns="45685" rIns="91370" bIns="45685" numCol="1" anchor="ctr" anchorCtr="0" compatLnSpc="1">
            <a:prstTxWarp prst="textNoShape">
              <a:avLst/>
            </a:prstTxWarp>
          </a:bodyPr>
          <a:lstStyle/>
          <a:p>
            <a:pPr algn="ctr">
              <a:defRPr/>
            </a:pPr>
            <a:r>
              <a:rPr lang="en-US" sz="1500" b="1" dirty="0">
                <a:solidFill>
                  <a:schemeClr val="bg1"/>
                </a:solidFill>
                <a:ea typeface="ＭＳ Ｐゴシック" pitchFamily="50" charset="-128"/>
              </a:rPr>
              <a:t>Task 7 </a:t>
            </a:r>
          </a:p>
          <a:p>
            <a:pPr algn="ctr">
              <a:defRPr/>
            </a:pPr>
            <a:r>
              <a:rPr lang="en-US" sz="1500" b="1" dirty="0">
                <a:solidFill>
                  <a:schemeClr val="bg1"/>
                </a:solidFill>
                <a:ea typeface="ＭＳ Ｐゴシック" pitchFamily="50" charset="-128"/>
              </a:rPr>
              <a:t>(++)</a:t>
            </a:r>
          </a:p>
        </p:txBody>
      </p:sp>
      <p:sp>
        <p:nvSpPr>
          <p:cNvPr id="18" name="Freeform 11">
            <a:extLst>
              <a:ext uri="{FF2B5EF4-FFF2-40B4-BE49-F238E27FC236}">
                <a16:creationId xmlns:a16="http://schemas.microsoft.com/office/drawing/2014/main" id="{ECBE116A-BD83-230A-7847-CF023EF7FAFF}"/>
              </a:ext>
            </a:extLst>
          </p:cNvPr>
          <p:cNvSpPr>
            <a:spLocks/>
          </p:cNvSpPr>
          <p:nvPr/>
        </p:nvSpPr>
        <p:spPr bwMode="auto">
          <a:xfrm>
            <a:off x="873588" y="5489683"/>
            <a:ext cx="2635298" cy="1194208"/>
          </a:xfrm>
          <a:custGeom>
            <a:avLst/>
            <a:gdLst>
              <a:gd name="T0" fmla="*/ 191 w 758"/>
              <a:gd name="T1" fmla="*/ 652 h 652"/>
              <a:gd name="T2" fmla="*/ 0 w 758"/>
              <a:gd name="T3" fmla="*/ 326 h 652"/>
              <a:gd name="T4" fmla="*/ 191 w 758"/>
              <a:gd name="T5" fmla="*/ 0 h 652"/>
              <a:gd name="T6" fmla="*/ 567 w 758"/>
              <a:gd name="T7" fmla="*/ 0 h 652"/>
              <a:gd name="T8" fmla="*/ 758 w 758"/>
              <a:gd name="T9" fmla="*/ 326 h 652"/>
              <a:gd name="T10" fmla="*/ 567 w 758"/>
              <a:gd name="T11" fmla="*/ 652 h 652"/>
              <a:gd name="T12" fmla="*/ 191 w 758"/>
              <a:gd name="T13" fmla="*/ 652 h 652"/>
            </a:gdLst>
            <a:ahLst/>
            <a:cxnLst>
              <a:cxn ang="0">
                <a:pos x="T0" y="T1"/>
              </a:cxn>
              <a:cxn ang="0">
                <a:pos x="T2" y="T3"/>
              </a:cxn>
              <a:cxn ang="0">
                <a:pos x="T4" y="T5"/>
              </a:cxn>
              <a:cxn ang="0">
                <a:pos x="T6" y="T7"/>
              </a:cxn>
              <a:cxn ang="0">
                <a:pos x="T8" y="T9"/>
              </a:cxn>
              <a:cxn ang="0">
                <a:pos x="T10" y="T11"/>
              </a:cxn>
              <a:cxn ang="0">
                <a:pos x="T12" y="T13"/>
              </a:cxn>
            </a:cxnLst>
            <a:rect l="0" t="0" r="r" b="b"/>
            <a:pathLst>
              <a:path w="758" h="652">
                <a:moveTo>
                  <a:pt x="191" y="652"/>
                </a:moveTo>
                <a:lnTo>
                  <a:pt x="0" y="326"/>
                </a:lnTo>
                <a:lnTo>
                  <a:pt x="191" y="0"/>
                </a:lnTo>
                <a:lnTo>
                  <a:pt x="567" y="0"/>
                </a:lnTo>
                <a:lnTo>
                  <a:pt x="758" y="326"/>
                </a:lnTo>
                <a:lnTo>
                  <a:pt x="567" y="652"/>
                </a:lnTo>
                <a:lnTo>
                  <a:pt x="191" y="652"/>
                </a:lnTo>
                <a:close/>
              </a:path>
            </a:pathLst>
          </a:custGeom>
          <a:solidFill>
            <a:schemeClr val="accent1">
              <a:lumMod val="75000"/>
            </a:schemeClr>
          </a:solidFill>
          <a:ln w="12700" cap="flat">
            <a:solidFill>
              <a:schemeClr val="bg1"/>
            </a:solidFill>
            <a:prstDash val="solid"/>
            <a:miter lim="800000"/>
            <a:headEnd/>
            <a:tailEnd/>
          </a:ln>
        </p:spPr>
        <p:txBody>
          <a:bodyPr vert="horz" wrap="square" lIns="91370" tIns="45685" rIns="91370" bIns="45685" numCol="1" anchor="ctr" anchorCtr="0" compatLnSpc="1">
            <a:prstTxWarp prst="textNoShape">
              <a:avLst/>
            </a:prstTxWarp>
          </a:bodyPr>
          <a:lstStyle/>
          <a:p>
            <a:pPr algn="ctr">
              <a:defRPr/>
            </a:pPr>
            <a:r>
              <a:rPr lang="en-US" sz="1500" b="1" dirty="0">
                <a:solidFill>
                  <a:schemeClr val="bg1"/>
                </a:solidFill>
                <a:ea typeface="ＭＳ Ｐゴシック" pitchFamily="50" charset="-128"/>
              </a:rPr>
              <a:t>Task 8 </a:t>
            </a:r>
          </a:p>
          <a:p>
            <a:pPr algn="ctr">
              <a:defRPr/>
            </a:pPr>
            <a:r>
              <a:rPr lang="en-US" sz="1500" b="1" dirty="0">
                <a:solidFill>
                  <a:schemeClr val="bg1"/>
                </a:solidFill>
                <a:ea typeface="ＭＳ Ｐゴシック" pitchFamily="50" charset="-128"/>
              </a:rPr>
              <a:t>(</a:t>
            </a:r>
            <a:r>
              <a:rPr lang="en-US" sz="1500" b="1" dirty="0" err="1">
                <a:solidFill>
                  <a:schemeClr val="bg1"/>
                </a:solidFill>
                <a:ea typeface="ＭＳ Ｐゴシック" pitchFamily="50" charset="-128"/>
              </a:rPr>
              <a:t>RfP</a:t>
            </a:r>
            <a:r>
              <a:rPr lang="en-US" sz="1500" b="1" dirty="0">
                <a:solidFill>
                  <a:schemeClr val="bg1"/>
                </a:solidFill>
                <a:ea typeface="ＭＳ Ｐゴシック" pitchFamily="50" charset="-128"/>
              </a:rPr>
              <a:t> Ref No 24)</a:t>
            </a:r>
          </a:p>
        </p:txBody>
      </p:sp>
      <p:sp>
        <p:nvSpPr>
          <p:cNvPr id="19" name="Oval 18">
            <a:extLst>
              <a:ext uri="{FF2B5EF4-FFF2-40B4-BE49-F238E27FC236}">
                <a16:creationId xmlns:a16="http://schemas.microsoft.com/office/drawing/2014/main" id="{22D76AFE-7F9F-E4C2-7180-7B70562FF2ED}"/>
              </a:ext>
            </a:extLst>
          </p:cNvPr>
          <p:cNvSpPr/>
          <p:nvPr/>
        </p:nvSpPr>
        <p:spPr bwMode="gray">
          <a:xfrm>
            <a:off x="347449" y="2789967"/>
            <a:ext cx="411480" cy="407719"/>
          </a:xfrm>
          <a:prstGeom prst="ellipse">
            <a:avLst/>
          </a:prstGeom>
          <a:solidFill>
            <a:schemeClr val="accent2">
              <a:lumMod val="60000"/>
              <a:lumOff val="40000"/>
            </a:schemeClr>
          </a:solidFill>
          <a:ln w="19050" algn="ctr">
            <a:noFill/>
            <a:miter lim="800000"/>
            <a:headEnd/>
            <a:tailEnd/>
          </a:ln>
        </p:spPr>
        <p:txBody>
          <a:bodyPr wrap="square" lIns="88900" tIns="88900" rIns="88900" bIns="88900" rtlCol="0" anchor="ctr"/>
          <a:lstStyle/>
          <a:p>
            <a:pPr algn="ctr">
              <a:lnSpc>
                <a:spcPct val="106000"/>
              </a:lnSpc>
            </a:pPr>
            <a:endParaRPr lang="en-US" sz="1500" b="1" dirty="0">
              <a:solidFill>
                <a:schemeClr val="bg1"/>
              </a:solidFill>
            </a:endParaRPr>
          </a:p>
        </p:txBody>
      </p:sp>
      <p:sp>
        <p:nvSpPr>
          <p:cNvPr id="20" name="Oval 19">
            <a:extLst>
              <a:ext uri="{FF2B5EF4-FFF2-40B4-BE49-F238E27FC236}">
                <a16:creationId xmlns:a16="http://schemas.microsoft.com/office/drawing/2014/main" id="{124B3B67-2DA2-DFA5-3BFA-808DCB76BB2E}"/>
              </a:ext>
            </a:extLst>
          </p:cNvPr>
          <p:cNvSpPr/>
          <p:nvPr/>
        </p:nvSpPr>
        <p:spPr bwMode="gray">
          <a:xfrm>
            <a:off x="375684" y="5836314"/>
            <a:ext cx="411480" cy="407719"/>
          </a:xfrm>
          <a:prstGeom prst="ellipse">
            <a:avLst/>
          </a:prstGeom>
          <a:solidFill>
            <a:schemeClr val="accent2">
              <a:lumMod val="60000"/>
              <a:lumOff val="40000"/>
            </a:schemeClr>
          </a:solidFill>
          <a:ln w="19050" algn="ctr">
            <a:noFill/>
            <a:miter lim="800000"/>
            <a:headEnd/>
            <a:tailEnd/>
          </a:ln>
        </p:spPr>
        <p:txBody>
          <a:bodyPr wrap="square" lIns="88900" tIns="88900" rIns="88900" bIns="88900" rtlCol="0" anchor="ctr"/>
          <a:lstStyle/>
          <a:p>
            <a:pPr algn="ctr">
              <a:lnSpc>
                <a:spcPct val="106000"/>
              </a:lnSpc>
            </a:pPr>
            <a:endParaRPr lang="en-US" sz="1500" b="1" dirty="0">
              <a:solidFill>
                <a:schemeClr val="bg1"/>
              </a:solidFill>
            </a:endParaRPr>
          </a:p>
        </p:txBody>
      </p:sp>
      <p:sp>
        <p:nvSpPr>
          <p:cNvPr id="4" name="TextBox 3">
            <a:extLst>
              <a:ext uri="{FF2B5EF4-FFF2-40B4-BE49-F238E27FC236}">
                <a16:creationId xmlns:a16="http://schemas.microsoft.com/office/drawing/2014/main" id="{0B724988-EA4D-1FB5-146A-54C0D3399B45}"/>
              </a:ext>
            </a:extLst>
          </p:cNvPr>
          <p:cNvSpPr txBox="1"/>
          <p:nvPr/>
        </p:nvSpPr>
        <p:spPr>
          <a:xfrm>
            <a:off x="11385901" y="5953493"/>
            <a:ext cx="1428623" cy="830997"/>
          </a:xfrm>
          <a:prstGeom prst="rect">
            <a:avLst/>
          </a:prstGeom>
          <a:noFill/>
        </p:spPr>
        <p:txBody>
          <a:bodyPr wrap="square">
            <a:spAutoFit/>
          </a:bodyPr>
          <a:lstStyle/>
          <a:p>
            <a:pPr algn="ctr"/>
            <a:r>
              <a:rPr lang="en-US" sz="1200" b="0" i="1" u="none" strike="noStrike" dirty="0">
                <a:solidFill>
                  <a:srgbClr val="963634"/>
                </a:solidFill>
                <a:effectLst/>
                <a:latin typeface="Verdana" panose="020B0604030504040204" pitchFamily="34" charset="0"/>
              </a:rPr>
              <a:t>Majority of activities to be taken Up in Year 3 onwards</a:t>
            </a:r>
            <a:endParaRPr lang="en-US" sz="1200" i="1" dirty="0"/>
          </a:p>
        </p:txBody>
      </p:sp>
      <p:sp>
        <p:nvSpPr>
          <p:cNvPr id="5" name="TextBox 4">
            <a:extLst>
              <a:ext uri="{FF2B5EF4-FFF2-40B4-BE49-F238E27FC236}">
                <a16:creationId xmlns:a16="http://schemas.microsoft.com/office/drawing/2014/main" id="{EF7409EF-4038-B882-62F8-53995BA15403}"/>
              </a:ext>
            </a:extLst>
          </p:cNvPr>
          <p:cNvSpPr txBox="1"/>
          <p:nvPr/>
        </p:nvSpPr>
        <p:spPr>
          <a:xfrm>
            <a:off x="736293" y="7044833"/>
            <a:ext cx="6720288" cy="276999"/>
          </a:xfrm>
          <a:prstGeom prst="rect">
            <a:avLst/>
          </a:prstGeom>
          <a:noFill/>
        </p:spPr>
        <p:txBody>
          <a:bodyPr wrap="square">
            <a:spAutoFit/>
          </a:bodyPr>
          <a:lstStyle/>
          <a:p>
            <a:r>
              <a:rPr lang="en-US" sz="1200" b="1" i="1" dirty="0">
                <a:solidFill>
                  <a:srgbClr val="313131"/>
                </a:solidFill>
              </a:rPr>
              <a:t>Note:</a:t>
            </a:r>
            <a:r>
              <a:rPr lang="en-US" sz="1200" i="1" dirty="0">
                <a:solidFill>
                  <a:srgbClr val="313131"/>
                </a:solidFill>
              </a:rPr>
              <a:t> “++” denotes additional inclusion beyond mentioned scope in </a:t>
            </a:r>
            <a:r>
              <a:rPr lang="en-US" sz="1200" i="1" dirty="0" err="1">
                <a:solidFill>
                  <a:srgbClr val="313131"/>
                </a:solidFill>
              </a:rPr>
              <a:t>RfP</a:t>
            </a:r>
            <a:endParaRPr lang="en-US" sz="1200" dirty="0"/>
          </a:p>
        </p:txBody>
      </p:sp>
    </p:spTree>
    <p:extLst>
      <p:ext uri="{BB962C8B-B14F-4D97-AF65-F5344CB8AC3E}">
        <p14:creationId xmlns:p14="http://schemas.microsoft.com/office/powerpoint/2010/main" val="4030942624"/>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1D039-5167-3B9D-18E6-51E7C8D548D7}"/>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63F3B4B8-D6BF-18AE-CED7-690AD181223B}"/>
              </a:ext>
            </a:extLst>
          </p:cNvPr>
          <p:cNvGraphicFramePr>
            <a:graphicFrameLocks noChangeAspect="1"/>
          </p:cNvGraphicFramePr>
          <p:nvPr>
            <p:custDataLst>
              <p:tags r:id="rId1"/>
            </p:custDataLst>
            <p:extLst>
              <p:ext uri="{D42A27DB-BD31-4B8C-83A1-F6EECF244321}">
                <p14:modId xmlns:p14="http://schemas.microsoft.com/office/powerpoint/2010/main" val="7542932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63F3B4B8-D6BF-18AE-CED7-690AD181223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FEEFE1DB-EEF3-FF47-1FFD-8DC332235781}"/>
              </a:ext>
            </a:extLst>
          </p:cNvPr>
          <p:cNvSpPr>
            <a:spLocks noGrp="1"/>
          </p:cNvSpPr>
          <p:nvPr>
            <p:ph type="title"/>
          </p:nvPr>
        </p:nvSpPr>
        <p:spPr/>
        <p:txBody>
          <a:bodyPr vert="horz"/>
          <a:lstStyle/>
          <a:p>
            <a:r>
              <a:rPr lang="en-US" dirty="0"/>
              <a:t>Module D: Development of Bylaws/ Directives/ Rules (3/4)</a:t>
            </a:r>
            <a:br>
              <a:rPr lang="en-US" dirty="0"/>
            </a:br>
            <a:endParaRPr lang="en-US" dirty="0"/>
          </a:p>
        </p:txBody>
      </p:sp>
      <p:sp>
        <p:nvSpPr>
          <p:cNvPr id="24" name="Oval 23">
            <a:extLst>
              <a:ext uri="{FF2B5EF4-FFF2-40B4-BE49-F238E27FC236}">
                <a16:creationId xmlns:a16="http://schemas.microsoft.com/office/drawing/2014/main" id="{09BD4747-2405-256B-BD9A-4C0EB0B9D076}"/>
              </a:ext>
            </a:extLst>
          </p:cNvPr>
          <p:cNvSpPr/>
          <p:nvPr/>
        </p:nvSpPr>
        <p:spPr bwMode="gray">
          <a:xfrm>
            <a:off x="11407935" y="1229587"/>
            <a:ext cx="1252728" cy="560911"/>
          </a:xfrm>
          <a:prstGeom prst="ellipse">
            <a:avLst/>
          </a:prstGeom>
          <a:solidFill>
            <a:schemeClr val="accent3">
              <a:lumMod val="20000"/>
              <a:lumOff val="80000"/>
            </a:schemeClr>
          </a:solidFill>
          <a:ln w="19050" algn="ctr">
            <a:solidFill>
              <a:schemeClr val="tx1"/>
            </a:solidFill>
            <a:prstDash val="lgDash"/>
            <a:miter lim="800000"/>
            <a:headEnd/>
            <a:tailEnd/>
          </a:ln>
        </p:spPr>
        <p:txBody>
          <a:bodyPr wrap="square" lIns="88900" tIns="88900" rIns="88900" bIns="88900" rtlCol="0" anchor="ctr"/>
          <a:lstStyle/>
          <a:p>
            <a:pPr algn="ctr">
              <a:lnSpc>
                <a:spcPct val="106000"/>
              </a:lnSpc>
              <a:buFont typeface="Wingdings 2" pitchFamily="18" charset="2"/>
              <a:buNone/>
            </a:pPr>
            <a:r>
              <a:rPr lang="en-US" sz="1300" b="1" i="1" dirty="0"/>
              <a:t>TBD</a:t>
            </a:r>
          </a:p>
        </p:txBody>
      </p:sp>
      <p:sp>
        <p:nvSpPr>
          <p:cNvPr id="43" name="TextBox 42">
            <a:extLst>
              <a:ext uri="{FF2B5EF4-FFF2-40B4-BE49-F238E27FC236}">
                <a16:creationId xmlns:a16="http://schemas.microsoft.com/office/drawing/2014/main" id="{754CD6AE-8571-219A-7621-F014E50DCF7A}"/>
              </a:ext>
            </a:extLst>
          </p:cNvPr>
          <p:cNvSpPr txBox="1"/>
          <p:nvPr/>
        </p:nvSpPr>
        <p:spPr>
          <a:xfrm>
            <a:off x="3635565" y="1157387"/>
            <a:ext cx="7006729" cy="1138773"/>
          </a:xfrm>
          <a:prstGeom prst="rect">
            <a:avLst/>
          </a:prstGeom>
          <a:solidFill>
            <a:srgbClr val="FFFFFF"/>
          </a:solidFill>
        </p:spPr>
        <p:txBody>
          <a:bodyPr wrap="square" lIns="0" tIns="0" rIns="0" bIns="0" rtlCol="0">
            <a:spAutoFit/>
          </a:bodyPr>
          <a:lstStyle/>
          <a:p>
            <a:pPr algn="just">
              <a:spcBef>
                <a:spcPts val="600"/>
              </a:spcBef>
              <a:buSzPct val="100000"/>
            </a:pPr>
            <a:r>
              <a:rPr lang="en-US" sz="1600" b="1" dirty="0">
                <a:solidFill>
                  <a:schemeClr val="accent2"/>
                </a:solidFill>
              </a:rPr>
              <a:t>Establish market rules/regulations regarding scheduling, dispatch and settlement</a:t>
            </a:r>
          </a:p>
          <a:p>
            <a:pPr marL="171450" indent="-171450" algn="just">
              <a:buSzPct val="100000"/>
              <a:buFont typeface="Arial" panose="020B0604020202020204" pitchFamily="34" charset="0"/>
              <a:buChar char="•"/>
            </a:pPr>
            <a:r>
              <a:rPr lang="en-US" sz="1400" i="1" dirty="0">
                <a:solidFill>
                  <a:srgbClr val="313131"/>
                </a:solidFill>
              </a:rPr>
              <a:t>Support in appointment of technical consultant</a:t>
            </a:r>
          </a:p>
          <a:p>
            <a:pPr marL="171450" indent="-171450" algn="just">
              <a:buSzPct val="100000"/>
              <a:buFont typeface="Arial" panose="020B0604020202020204" pitchFamily="34" charset="0"/>
              <a:buChar char="•"/>
            </a:pPr>
            <a:r>
              <a:rPr lang="en-US" sz="1400" i="1" dirty="0">
                <a:solidFill>
                  <a:srgbClr val="313131"/>
                </a:solidFill>
              </a:rPr>
              <a:t>Review and provide feedback on the study and draft rules/regulations</a:t>
            </a:r>
          </a:p>
          <a:p>
            <a:pPr marL="171450" indent="-171450" algn="just">
              <a:buSzPct val="100000"/>
              <a:buFont typeface="Arial" panose="020B0604020202020204" pitchFamily="34" charset="0"/>
              <a:buChar char="•"/>
            </a:pPr>
            <a:r>
              <a:rPr lang="en-US" sz="1400" i="1" dirty="0">
                <a:solidFill>
                  <a:srgbClr val="313131"/>
                </a:solidFill>
              </a:rPr>
              <a:t>Support during stakeholder consultation and finalization of rules</a:t>
            </a:r>
          </a:p>
        </p:txBody>
      </p:sp>
      <p:sp>
        <p:nvSpPr>
          <p:cNvPr id="53" name="TextBox 52">
            <a:extLst>
              <a:ext uri="{FF2B5EF4-FFF2-40B4-BE49-F238E27FC236}">
                <a16:creationId xmlns:a16="http://schemas.microsoft.com/office/drawing/2014/main" id="{86959FEA-DCC6-B4C0-D80C-EC0C0745311D}"/>
              </a:ext>
            </a:extLst>
          </p:cNvPr>
          <p:cNvSpPr txBox="1"/>
          <p:nvPr/>
        </p:nvSpPr>
        <p:spPr>
          <a:xfrm>
            <a:off x="3635565" y="2777199"/>
            <a:ext cx="7116898" cy="1569660"/>
          </a:xfrm>
          <a:prstGeom prst="rect">
            <a:avLst/>
          </a:prstGeom>
          <a:noFill/>
        </p:spPr>
        <p:txBody>
          <a:bodyPr wrap="square" lIns="0" tIns="0" rIns="0" bIns="0" rtlCol="0">
            <a:spAutoFit/>
          </a:bodyPr>
          <a:lstStyle/>
          <a:p>
            <a:pPr algn="just">
              <a:spcBef>
                <a:spcPts val="600"/>
              </a:spcBef>
              <a:buSzPct val="100000"/>
            </a:pPr>
            <a:r>
              <a:rPr lang="en-US" sz="1600" b="1" dirty="0">
                <a:solidFill>
                  <a:srgbClr val="43B02A"/>
                </a:solidFill>
              </a:rPr>
              <a:t>Directives/rules on IRP / system analysis and planning for GTD</a:t>
            </a:r>
          </a:p>
          <a:p>
            <a:pPr marL="171450" indent="-171450" algn="just">
              <a:buSzPct val="100000"/>
              <a:buFont typeface="Arial" panose="020B0604020202020204" pitchFamily="34" charset="0"/>
              <a:buChar char="•"/>
            </a:pPr>
            <a:r>
              <a:rPr lang="en-US" sz="1400" i="1" dirty="0">
                <a:solidFill>
                  <a:srgbClr val="313131"/>
                </a:solidFill>
              </a:rPr>
              <a:t>Support in appointment of Consultant</a:t>
            </a:r>
          </a:p>
          <a:p>
            <a:pPr marL="171450" indent="-171450" algn="just">
              <a:buSzPct val="100000"/>
              <a:buFont typeface="Arial" panose="020B0604020202020204" pitchFamily="34" charset="0"/>
              <a:buChar char="•"/>
            </a:pPr>
            <a:r>
              <a:rPr lang="en-US" sz="1400" i="1" dirty="0">
                <a:solidFill>
                  <a:srgbClr val="313131"/>
                </a:solidFill>
              </a:rPr>
              <a:t>Support in reviewing Consultant's study</a:t>
            </a:r>
          </a:p>
          <a:p>
            <a:pPr marL="171450" indent="-171450" algn="just">
              <a:buSzPct val="100000"/>
              <a:buFont typeface="Arial" panose="020B0604020202020204" pitchFamily="34" charset="0"/>
              <a:buChar char="•"/>
            </a:pPr>
            <a:r>
              <a:rPr lang="en-US" sz="1400" i="1" dirty="0">
                <a:solidFill>
                  <a:srgbClr val="313131"/>
                </a:solidFill>
              </a:rPr>
              <a:t>Providing comments on draft Directives/ Rules</a:t>
            </a:r>
          </a:p>
          <a:p>
            <a:pPr marL="171450" indent="-171450" algn="just">
              <a:buSzPct val="100000"/>
              <a:buFont typeface="Arial" panose="020B0604020202020204" pitchFamily="34" charset="0"/>
              <a:buChar char="•"/>
            </a:pPr>
            <a:r>
              <a:rPr lang="en-US" sz="1400" i="1" dirty="0">
                <a:solidFill>
                  <a:srgbClr val="313131"/>
                </a:solidFill>
              </a:rPr>
              <a:t>Stakeholder consultation support and support in finalization of Directives/ Rules</a:t>
            </a:r>
          </a:p>
        </p:txBody>
      </p:sp>
      <p:sp>
        <p:nvSpPr>
          <p:cNvPr id="54" name="Oval 53">
            <a:extLst>
              <a:ext uri="{FF2B5EF4-FFF2-40B4-BE49-F238E27FC236}">
                <a16:creationId xmlns:a16="http://schemas.microsoft.com/office/drawing/2014/main" id="{5519AB46-3259-48CD-9440-B046F12BF328}"/>
              </a:ext>
            </a:extLst>
          </p:cNvPr>
          <p:cNvSpPr/>
          <p:nvPr/>
        </p:nvSpPr>
        <p:spPr bwMode="gray">
          <a:xfrm>
            <a:off x="11407935" y="2885527"/>
            <a:ext cx="1252728" cy="560911"/>
          </a:xfrm>
          <a:prstGeom prst="ellipse">
            <a:avLst/>
          </a:prstGeom>
          <a:solidFill>
            <a:schemeClr val="accent3">
              <a:lumMod val="20000"/>
              <a:lumOff val="80000"/>
            </a:schemeClr>
          </a:solidFill>
          <a:ln w="19050" algn="ctr">
            <a:solidFill>
              <a:schemeClr val="tx1"/>
            </a:solidFill>
            <a:prstDash val="lgDash"/>
            <a:miter lim="800000"/>
            <a:headEnd/>
            <a:tailEnd/>
          </a:ln>
        </p:spPr>
        <p:txBody>
          <a:bodyPr wrap="square" lIns="88900" tIns="88900" rIns="88900" bIns="88900" rtlCol="0" anchor="ctr"/>
          <a:lstStyle/>
          <a:p>
            <a:pPr algn="ctr">
              <a:lnSpc>
                <a:spcPct val="106000"/>
              </a:lnSpc>
              <a:buFont typeface="Wingdings 2" pitchFamily="18" charset="2"/>
              <a:buNone/>
            </a:pPr>
            <a:r>
              <a:rPr lang="en-US" sz="1300" b="1" i="1" dirty="0"/>
              <a:t>TBD</a:t>
            </a:r>
          </a:p>
        </p:txBody>
      </p:sp>
      <p:sp>
        <p:nvSpPr>
          <p:cNvPr id="55" name="TextBox 54">
            <a:extLst>
              <a:ext uri="{FF2B5EF4-FFF2-40B4-BE49-F238E27FC236}">
                <a16:creationId xmlns:a16="http://schemas.microsoft.com/office/drawing/2014/main" id="{8FD227B7-3AE8-3554-67F3-2F89D78327B4}"/>
              </a:ext>
            </a:extLst>
          </p:cNvPr>
          <p:cNvSpPr txBox="1"/>
          <p:nvPr/>
        </p:nvSpPr>
        <p:spPr>
          <a:xfrm>
            <a:off x="3688812" y="4842542"/>
            <a:ext cx="7116898" cy="1354217"/>
          </a:xfrm>
          <a:prstGeom prst="rect">
            <a:avLst/>
          </a:prstGeom>
          <a:noFill/>
        </p:spPr>
        <p:txBody>
          <a:bodyPr wrap="square" lIns="0" tIns="0" rIns="0" bIns="0" rtlCol="0">
            <a:spAutoFit/>
          </a:bodyPr>
          <a:lstStyle/>
          <a:p>
            <a:pPr algn="just">
              <a:spcBef>
                <a:spcPts val="600"/>
              </a:spcBef>
              <a:buSzPct val="100000"/>
            </a:pPr>
            <a:r>
              <a:rPr lang="en-US" sz="1600" b="1" dirty="0">
                <a:solidFill>
                  <a:srgbClr val="004F59"/>
                </a:solidFill>
              </a:rPr>
              <a:t>Develop and/or update rules &amp; directives on integration of energy efficiency &amp; demand response into sector planning</a:t>
            </a:r>
            <a:r>
              <a:rPr lang="en-US" sz="1400" b="1" dirty="0">
                <a:solidFill>
                  <a:srgbClr val="004F59"/>
                </a:solidFill>
              </a:rPr>
              <a:t> </a:t>
            </a:r>
          </a:p>
          <a:p>
            <a:pPr marL="171450" indent="-171450" algn="just">
              <a:buSzPct val="100000"/>
              <a:buFont typeface="Arial" panose="020B0604020202020204" pitchFamily="34" charset="0"/>
              <a:buChar char="•"/>
            </a:pPr>
            <a:r>
              <a:rPr lang="en-US" sz="1400" i="1" dirty="0">
                <a:solidFill>
                  <a:srgbClr val="313131"/>
                </a:solidFill>
              </a:rPr>
              <a:t>Support ERC staff in preparing draft rules/ directives for energy </a:t>
            </a:r>
            <a:r>
              <a:rPr lang="en-US" sz="1400" i="1" dirty="0" err="1">
                <a:solidFill>
                  <a:srgbClr val="313131"/>
                </a:solidFill>
              </a:rPr>
              <a:t>effiiciency</a:t>
            </a:r>
            <a:r>
              <a:rPr lang="en-US" sz="1400" i="1" dirty="0">
                <a:solidFill>
                  <a:srgbClr val="313131"/>
                </a:solidFill>
              </a:rPr>
              <a:t> and demand response</a:t>
            </a:r>
          </a:p>
          <a:p>
            <a:pPr marL="171450" indent="-171450" algn="just">
              <a:buSzPct val="100000"/>
              <a:buFont typeface="Arial" panose="020B0604020202020204" pitchFamily="34" charset="0"/>
              <a:buChar char="•"/>
            </a:pPr>
            <a:r>
              <a:rPr lang="en-US" sz="1400" i="1" dirty="0">
                <a:solidFill>
                  <a:srgbClr val="313131"/>
                </a:solidFill>
              </a:rPr>
              <a:t>Review of stakeholder comments and support in finalization of Rules/ Directive</a:t>
            </a:r>
          </a:p>
        </p:txBody>
      </p:sp>
      <p:sp>
        <p:nvSpPr>
          <p:cNvPr id="56" name="Oval 55">
            <a:extLst>
              <a:ext uri="{FF2B5EF4-FFF2-40B4-BE49-F238E27FC236}">
                <a16:creationId xmlns:a16="http://schemas.microsoft.com/office/drawing/2014/main" id="{53A233A4-D2C0-2F4F-8058-8A6306087B58}"/>
              </a:ext>
            </a:extLst>
          </p:cNvPr>
          <p:cNvSpPr/>
          <p:nvPr/>
        </p:nvSpPr>
        <p:spPr bwMode="gray">
          <a:xfrm>
            <a:off x="11407935" y="4927950"/>
            <a:ext cx="1252728" cy="560911"/>
          </a:xfrm>
          <a:prstGeom prst="ellipse">
            <a:avLst/>
          </a:prstGeom>
          <a:solidFill>
            <a:schemeClr val="accent3">
              <a:lumMod val="20000"/>
              <a:lumOff val="80000"/>
            </a:schemeClr>
          </a:solidFill>
          <a:ln w="19050" algn="ctr">
            <a:solidFill>
              <a:schemeClr val="tx1"/>
            </a:solidFill>
            <a:prstDash val="lgDash"/>
            <a:miter lim="800000"/>
            <a:headEnd/>
            <a:tailEnd/>
          </a:ln>
        </p:spPr>
        <p:txBody>
          <a:bodyPr wrap="square" lIns="88900" tIns="88900" rIns="88900" bIns="88900" rtlCol="0" anchor="ctr"/>
          <a:lstStyle/>
          <a:p>
            <a:pPr algn="ctr">
              <a:lnSpc>
                <a:spcPct val="106000"/>
              </a:lnSpc>
              <a:buFont typeface="Wingdings 2" pitchFamily="18" charset="2"/>
              <a:buNone/>
            </a:pPr>
            <a:r>
              <a:rPr lang="en-US" sz="1300" b="1" i="1" dirty="0"/>
              <a:t>TBD</a:t>
            </a:r>
          </a:p>
        </p:txBody>
      </p:sp>
      <p:sp>
        <p:nvSpPr>
          <p:cNvPr id="63" name="Oval 62">
            <a:extLst>
              <a:ext uri="{FF2B5EF4-FFF2-40B4-BE49-F238E27FC236}">
                <a16:creationId xmlns:a16="http://schemas.microsoft.com/office/drawing/2014/main" id="{0B79BE4D-56F5-C20F-ABE6-540F3FBD95BE}"/>
              </a:ext>
            </a:extLst>
          </p:cNvPr>
          <p:cNvSpPr/>
          <p:nvPr/>
        </p:nvSpPr>
        <p:spPr bwMode="gray">
          <a:xfrm>
            <a:off x="9572182" y="6942824"/>
            <a:ext cx="411480" cy="407719"/>
          </a:xfrm>
          <a:prstGeom prst="ellipse">
            <a:avLst/>
          </a:prstGeom>
          <a:solidFill>
            <a:srgbClr val="18F689"/>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64" name="TextBox 63">
            <a:extLst>
              <a:ext uri="{FF2B5EF4-FFF2-40B4-BE49-F238E27FC236}">
                <a16:creationId xmlns:a16="http://schemas.microsoft.com/office/drawing/2014/main" id="{AD02F21F-7FC2-D0F1-247A-E4D7EFD5C04E}"/>
              </a:ext>
            </a:extLst>
          </p:cNvPr>
          <p:cNvSpPr txBox="1"/>
          <p:nvPr/>
        </p:nvSpPr>
        <p:spPr>
          <a:xfrm>
            <a:off x="10058398" y="7080862"/>
            <a:ext cx="2594576" cy="153888"/>
          </a:xfrm>
          <a:prstGeom prst="rect">
            <a:avLst/>
          </a:prstGeom>
          <a:noFill/>
        </p:spPr>
        <p:txBody>
          <a:bodyPr wrap="square" lIns="0" tIns="0" rIns="0" bIns="0" rtlCol="0">
            <a:spAutoFit/>
          </a:bodyPr>
          <a:lstStyle/>
          <a:p>
            <a:pPr>
              <a:spcBef>
                <a:spcPts val="600"/>
              </a:spcBef>
              <a:buSzPct val="100000"/>
            </a:pPr>
            <a:r>
              <a:rPr lang="en-US" sz="1000" i="1" dirty="0">
                <a:solidFill>
                  <a:srgbClr val="313131"/>
                </a:solidFill>
              </a:rPr>
              <a:t>Requirement of External Support</a:t>
            </a:r>
          </a:p>
        </p:txBody>
      </p:sp>
      <p:sp>
        <p:nvSpPr>
          <p:cNvPr id="12" name="Freeform 11">
            <a:extLst>
              <a:ext uri="{FF2B5EF4-FFF2-40B4-BE49-F238E27FC236}">
                <a16:creationId xmlns:a16="http://schemas.microsoft.com/office/drawing/2014/main" id="{9DD05D0A-2A70-7B9B-DCA7-35D2483AC093}"/>
              </a:ext>
            </a:extLst>
          </p:cNvPr>
          <p:cNvSpPr>
            <a:spLocks/>
          </p:cNvSpPr>
          <p:nvPr/>
        </p:nvSpPr>
        <p:spPr bwMode="auto">
          <a:xfrm>
            <a:off x="879083" y="1234066"/>
            <a:ext cx="2635298" cy="831526"/>
          </a:xfrm>
          <a:custGeom>
            <a:avLst/>
            <a:gdLst>
              <a:gd name="T0" fmla="*/ 191 w 758"/>
              <a:gd name="T1" fmla="*/ 652 h 652"/>
              <a:gd name="T2" fmla="*/ 0 w 758"/>
              <a:gd name="T3" fmla="*/ 326 h 652"/>
              <a:gd name="T4" fmla="*/ 191 w 758"/>
              <a:gd name="T5" fmla="*/ 0 h 652"/>
              <a:gd name="T6" fmla="*/ 567 w 758"/>
              <a:gd name="T7" fmla="*/ 0 h 652"/>
              <a:gd name="T8" fmla="*/ 758 w 758"/>
              <a:gd name="T9" fmla="*/ 326 h 652"/>
              <a:gd name="T10" fmla="*/ 567 w 758"/>
              <a:gd name="T11" fmla="*/ 652 h 652"/>
              <a:gd name="T12" fmla="*/ 191 w 758"/>
              <a:gd name="T13" fmla="*/ 652 h 652"/>
            </a:gdLst>
            <a:ahLst/>
            <a:cxnLst>
              <a:cxn ang="0">
                <a:pos x="T0" y="T1"/>
              </a:cxn>
              <a:cxn ang="0">
                <a:pos x="T2" y="T3"/>
              </a:cxn>
              <a:cxn ang="0">
                <a:pos x="T4" y="T5"/>
              </a:cxn>
              <a:cxn ang="0">
                <a:pos x="T6" y="T7"/>
              </a:cxn>
              <a:cxn ang="0">
                <a:pos x="T8" y="T9"/>
              </a:cxn>
              <a:cxn ang="0">
                <a:pos x="T10" y="T11"/>
              </a:cxn>
              <a:cxn ang="0">
                <a:pos x="T12" y="T13"/>
              </a:cxn>
            </a:cxnLst>
            <a:rect l="0" t="0" r="r" b="b"/>
            <a:pathLst>
              <a:path w="758" h="652">
                <a:moveTo>
                  <a:pt x="191" y="652"/>
                </a:moveTo>
                <a:lnTo>
                  <a:pt x="0" y="326"/>
                </a:lnTo>
                <a:lnTo>
                  <a:pt x="191" y="0"/>
                </a:lnTo>
                <a:lnTo>
                  <a:pt x="567" y="0"/>
                </a:lnTo>
                <a:lnTo>
                  <a:pt x="758" y="326"/>
                </a:lnTo>
                <a:lnTo>
                  <a:pt x="567" y="652"/>
                </a:lnTo>
                <a:lnTo>
                  <a:pt x="191" y="652"/>
                </a:lnTo>
                <a:close/>
              </a:path>
            </a:pathLst>
          </a:custGeom>
          <a:solidFill>
            <a:srgbClr val="046A38"/>
          </a:solidFill>
          <a:ln w="12700" cap="flat">
            <a:solidFill>
              <a:schemeClr val="bg1"/>
            </a:solidFill>
            <a:prstDash val="solid"/>
            <a:miter lim="800000"/>
            <a:headEnd/>
            <a:tailEnd/>
          </a:ln>
        </p:spPr>
        <p:txBody>
          <a:bodyPr vert="horz" wrap="square" lIns="91370" tIns="45685" rIns="91370" bIns="45685" numCol="1" anchor="ctr" anchorCtr="0" compatLnSpc="1">
            <a:prstTxWarp prst="textNoShape">
              <a:avLst/>
            </a:prstTxWarp>
          </a:bodyPr>
          <a:lstStyle/>
          <a:p>
            <a:pPr algn="ctr">
              <a:defRPr/>
            </a:pPr>
            <a:r>
              <a:rPr lang="en-US" sz="1500" b="1" dirty="0">
                <a:solidFill>
                  <a:schemeClr val="bg1"/>
                </a:solidFill>
                <a:ea typeface="ＭＳ Ｐゴシック" pitchFamily="50" charset="-128"/>
              </a:rPr>
              <a:t>Task 9 </a:t>
            </a:r>
          </a:p>
          <a:p>
            <a:pPr algn="ctr">
              <a:defRPr/>
            </a:pPr>
            <a:r>
              <a:rPr lang="en-US" sz="1500" b="1" dirty="0">
                <a:solidFill>
                  <a:schemeClr val="bg1"/>
                </a:solidFill>
                <a:ea typeface="ＭＳ Ｐゴシック" pitchFamily="50" charset="-128"/>
              </a:rPr>
              <a:t>(</a:t>
            </a:r>
            <a:r>
              <a:rPr lang="en-US" sz="1500" b="1" dirty="0" err="1">
                <a:solidFill>
                  <a:schemeClr val="bg1"/>
                </a:solidFill>
                <a:ea typeface="ＭＳ Ｐゴシック" pitchFamily="50" charset="-128"/>
              </a:rPr>
              <a:t>RfP</a:t>
            </a:r>
            <a:r>
              <a:rPr lang="en-US" sz="1500" b="1" dirty="0">
                <a:solidFill>
                  <a:schemeClr val="bg1"/>
                </a:solidFill>
                <a:ea typeface="ＭＳ Ｐゴシック" pitchFamily="50" charset="-128"/>
              </a:rPr>
              <a:t> Ref No. 17)</a:t>
            </a:r>
          </a:p>
        </p:txBody>
      </p:sp>
      <p:sp>
        <p:nvSpPr>
          <p:cNvPr id="16" name="Freeform 11">
            <a:extLst>
              <a:ext uri="{FF2B5EF4-FFF2-40B4-BE49-F238E27FC236}">
                <a16:creationId xmlns:a16="http://schemas.microsoft.com/office/drawing/2014/main" id="{3F074697-6371-3D1E-4ED9-67D72BC9C856}"/>
              </a:ext>
            </a:extLst>
          </p:cNvPr>
          <p:cNvSpPr>
            <a:spLocks/>
          </p:cNvSpPr>
          <p:nvPr/>
        </p:nvSpPr>
        <p:spPr bwMode="auto">
          <a:xfrm>
            <a:off x="879083" y="2854886"/>
            <a:ext cx="2635298" cy="831526"/>
          </a:xfrm>
          <a:custGeom>
            <a:avLst/>
            <a:gdLst>
              <a:gd name="T0" fmla="*/ 191 w 758"/>
              <a:gd name="T1" fmla="*/ 652 h 652"/>
              <a:gd name="T2" fmla="*/ 0 w 758"/>
              <a:gd name="T3" fmla="*/ 326 h 652"/>
              <a:gd name="T4" fmla="*/ 191 w 758"/>
              <a:gd name="T5" fmla="*/ 0 h 652"/>
              <a:gd name="T6" fmla="*/ 567 w 758"/>
              <a:gd name="T7" fmla="*/ 0 h 652"/>
              <a:gd name="T8" fmla="*/ 758 w 758"/>
              <a:gd name="T9" fmla="*/ 326 h 652"/>
              <a:gd name="T10" fmla="*/ 567 w 758"/>
              <a:gd name="T11" fmla="*/ 652 h 652"/>
              <a:gd name="T12" fmla="*/ 191 w 758"/>
              <a:gd name="T13" fmla="*/ 652 h 652"/>
            </a:gdLst>
            <a:ahLst/>
            <a:cxnLst>
              <a:cxn ang="0">
                <a:pos x="T0" y="T1"/>
              </a:cxn>
              <a:cxn ang="0">
                <a:pos x="T2" y="T3"/>
              </a:cxn>
              <a:cxn ang="0">
                <a:pos x="T4" y="T5"/>
              </a:cxn>
              <a:cxn ang="0">
                <a:pos x="T6" y="T7"/>
              </a:cxn>
              <a:cxn ang="0">
                <a:pos x="T8" y="T9"/>
              </a:cxn>
              <a:cxn ang="0">
                <a:pos x="T10" y="T11"/>
              </a:cxn>
              <a:cxn ang="0">
                <a:pos x="T12" y="T13"/>
              </a:cxn>
            </a:cxnLst>
            <a:rect l="0" t="0" r="r" b="b"/>
            <a:pathLst>
              <a:path w="758" h="652">
                <a:moveTo>
                  <a:pt x="191" y="652"/>
                </a:moveTo>
                <a:lnTo>
                  <a:pt x="0" y="326"/>
                </a:lnTo>
                <a:lnTo>
                  <a:pt x="191" y="0"/>
                </a:lnTo>
                <a:lnTo>
                  <a:pt x="567" y="0"/>
                </a:lnTo>
                <a:lnTo>
                  <a:pt x="758" y="326"/>
                </a:lnTo>
                <a:lnTo>
                  <a:pt x="567" y="652"/>
                </a:lnTo>
                <a:lnTo>
                  <a:pt x="191" y="652"/>
                </a:lnTo>
                <a:close/>
              </a:path>
            </a:pathLst>
          </a:custGeom>
          <a:solidFill>
            <a:srgbClr val="43B02A"/>
          </a:solidFill>
          <a:ln w="12700" cap="flat">
            <a:solidFill>
              <a:schemeClr val="bg1"/>
            </a:solidFill>
            <a:prstDash val="solid"/>
            <a:miter lim="800000"/>
            <a:headEnd/>
            <a:tailEnd/>
          </a:ln>
        </p:spPr>
        <p:txBody>
          <a:bodyPr vert="horz" wrap="square" lIns="91370" tIns="45685" rIns="91370" bIns="45685" numCol="1" anchor="ctr" anchorCtr="0" compatLnSpc="1">
            <a:prstTxWarp prst="textNoShape">
              <a:avLst/>
            </a:prstTxWarp>
          </a:bodyPr>
          <a:lstStyle/>
          <a:p>
            <a:pPr algn="ctr">
              <a:defRPr/>
            </a:pPr>
            <a:r>
              <a:rPr lang="en-US" sz="1500" b="1" dirty="0">
                <a:solidFill>
                  <a:schemeClr val="bg1"/>
                </a:solidFill>
                <a:ea typeface="ＭＳ Ｐゴシック" pitchFamily="50" charset="-128"/>
              </a:rPr>
              <a:t>Task 10 </a:t>
            </a:r>
          </a:p>
          <a:p>
            <a:pPr algn="ctr">
              <a:defRPr/>
            </a:pPr>
            <a:r>
              <a:rPr lang="en-US" sz="1500" b="1" dirty="0">
                <a:solidFill>
                  <a:schemeClr val="bg1"/>
                </a:solidFill>
                <a:ea typeface="ＭＳ Ｐゴシック" pitchFamily="50" charset="-128"/>
              </a:rPr>
              <a:t>(</a:t>
            </a:r>
            <a:r>
              <a:rPr lang="en-US" sz="1500" b="1" dirty="0" err="1">
                <a:solidFill>
                  <a:schemeClr val="bg1"/>
                </a:solidFill>
                <a:ea typeface="ＭＳ Ｐゴシック" pitchFamily="50" charset="-128"/>
              </a:rPr>
              <a:t>RfP</a:t>
            </a:r>
            <a:r>
              <a:rPr lang="en-US" sz="1500" b="1" dirty="0">
                <a:solidFill>
                  <a:schemeClr val="bg1"/>
                </a:solidFill>
                <a:ea typeface="ＭＳ Ｐゴシック" pitchFamily="50" charset="-128"/>
              </a:rPr>
              <a:t> Ref No. 22)</a:t>
            </a:r>
          </a:p>
        </p:txBody>
      </p:sp>
      <p:sp>
        <p:nvSpPr>
          <p:cNvPr id="17" name="Freeform 11">
            <a:extLst>
              <a:ext uri="{FF2B5EF4-FFF2-40B4-BE49-F238E27FC236}">
                <a16:creationId xmlns:a16="http://schemas.microsoft.com/office/drawing/2014/main" id="{1F920C38-C453-3C98-CD19-4DEF7DDD81E5}"/>
              </a:ext>
            </a:extLst>
          </p:cNvPr>
          <p:cNvSpPr>
            <a:spLocks/>
          </p:cNvSpPr>
          <p:nvPr/>
        </p:nvSpPr>
        <p:spPr bwMode="auto">
          <a:xfrm>
            <a:off x="873588" y="4896851"/>
            <a:ext cx="2635298" cy="831527"/>
          </a:xfrm>
          <a:custGeom>
            <a:avLst/>
            <a:gdLst>
              <a:gd name="T0" fmla="*/ 191 w 758"/>
              <a:gd name="T1" fmla="*/ 652 h 652"/>
              <a:gd name="T2" fmla="*/ 0 w 758"/>
              <a:gd name="T3" fmla="*/ 326 h 652"/>
              <a:gd name="T4" fmla="*/ 191 w 758"/>
              <a:gd name="T5" fmla="*/ 0 h 652"/>
              <a:gd name="T6" fmla="*/ 567 w 758"/>
              <a:gd name="T7" fmla="*/ 0 h 652"/>
              <a:gd name="T8" fmla="*/ 758 w 758"/>
              <a:gd name="T9" fmla="*/ 326 h 652"/>
              <a:gd name="T10" fmla="*/ 567 w 758"/>
              <a:gd name="T11" fmla="*/ 652 h 652"/>
              <a:gd name="T12" fmla="*/ 191 w 758"/>
              <a:gd name="T13" fmla="*/ 652 h 652"/>
            </a:gdLst>
            <a:ahLst/>
            <a:cxnLst>
              <a:cxn ang="0">
                <a:pos x="T0" y="T1"/>
              </a:cxn>
              <a:cxn ang="0">
                <a:pos x="T2" y="T3"/>
              </a:cxn>
              <a:cxn ang="0">
                <a:pos x="T4" y="T5"/>
              </a:cxn>
              <a:cxn ang="0">
                <a:pos x="T6" y="T7"/>
              </a:cxn>
              <a:cxn ang="0">
                <a:pos x="T8" y="T9"/>
              </a:cxn>
              <a:cxn ang="0">
                <a:pos x="T10" y="T11"/>
              </a:cxn>
              <a:cxn ang="0">
                <a:pos x="T12" y="T13"/>
              </a:cxn>
            </a:cxnLst>
            <a:rect l="0" t="0" r="r" b="b"/>
            <a:pathLst>
              <a:path w="758" h="652">
                <a:moveTo>
                  <a:pt x="191" y="652"/>
                </a:moveTo>
                <a:lnTo>
                  <a:pt x="0" y="326"/>
                </a:lnTo>
                <a:lnTo>
                  <a:pt x="191" y="0"/>
                </a:lnTo>
                <a:lnTo>
                  <a:pt x="567" y="0"/>
                </a:lnTo>
                <a:lnTo>
                  <a:pt x="758" y="326"/>
                </a:lnTo>
                <a:lnTo>
                  <a:pt x="567" y="652"/>
                </a:lnTo>
                <a:lnTo>
                  <a:pt x="191" y="652"/>
                </a:lnTo>
                <a:close/>
              </a:path>
            </a:pathLst>
          </a:custGeom>
          <a:solidFill>
            <a:srgbClr val="004F59"/>
          </a:solidFill>
          <a:ln w="12700" cap="flat">
            <a:solidFill>
              <a:schemeClr val="bg1"/>
            </a:solidFill>
            <a:prstDash val="solid"/>
            <a:miter lim="800000"/>
            <a:headEnd/>
            <a:tailEnd/>
          </a:ln>
        </p:spPr>
        <p:txBody>
          <a:bodyPr vert="horz" wrap="square" lIns="91370" tIns="45685" rIns="91370" bIns="45685" numCol="1" anchor="ctr" anchorCtr="0" compatLnSpc="1">
            <a:prstTxWarp prst="textNoShape">
              <a:avLst/>
            </a:prstTxWarp>
          </a:bodyPr>
          <a:lstStyle/>
          <a:p>
            <a:pPr algn="ctr">
              <a:defRPr/>
            </a:pPr>
            <a:r>
              <a:rPr lang="en-US" sz="1500" b="1" dirty="0">
                <a:solidFill>
                  <a:schemeClr val="bg1"/>
                </a:solidFill>
                <a:ea typeface="ＭＳ Ｐゴシック" pitchFamily="50" charset="-128"/>
              </a:rPr>
              <a:t>Task 11 </a:t>
            </a:r>
          </a:p>
          <a:p>
            <a:pPr algn="ctr">
              <a:defRPr/>
            </a:pPr>
            <a:r>
              <a:rPr lang="en-US" sz="1500" b="1" dirty="0">
                <a:solidFill>
                  <a:schemeClr val="bg1"/>
                </a:solidFill>
                <a:ea typeface="ＭＳ Ｐゴシック" pitchFamily="50" charset="-128"/>
              </a:rPr>
              <a:t>(</a:t>
            </a:r>
            <a:r>
              <a:rPr lang="en-US" sz="1500" b="1" dirty="0" err="1">
                <a:solidFill>
                  <a:schemeClr val="bg1"/>
                </a:solidFill>
                <a:ea typeface="ＭＳ Ｐゴシック" pitchFamily="50" charset="-128"/>
              </a:rPr>
              <a:t>RfP</a:t>
            </a:r>
            <a:r>
              <a:rPr lang="en-US" sz="1500" b="1" dirty="0">
                <a:solidFill>
                  <a:schemeClr val="bg1"/>
                </a:solidFill>
                <a:ea typeface="ＭＳ Ｐゴシック" pitchFamily="50" charset="-128"/>
              </a:rPr>
              <a:t> Ref No. 23)</a:t>
            </a:r>
          </a:p>
        </p:txBody>
      </p:sp>
      <p:sp>
        <p:nvSpPr>
          <p:cNvPr id="19" name="Oval 18">
            <a:extLst>
              <a:ext uri="{FF2B5EF4-FFF2-40B4-BE49-F238E27FC236}">
                <a16:creationId xmlns:a16="http://schemas.microsoft.com/office/drawing/2014/main" id="{EE10F7E0-A063-E6A8-0138-5FD8B0C49CB1}"/>
              </a:ext>
            </a:extLst>
          </p:cNvPr>
          <p:cNvSpPr/>
          <p:nvPr/>
        </p:nvSpPr>
        <p:spPr bwMode="gray">
          <a:xfrm>
            <a:off x="347449" y="1442428"/>
            <a:ext cx="411480" cy="407719"/>
          </a:xfrm>
          <a:prstGeom prst="ellipse">
            <a:avLst/>
          </a:prstGeom>
          <a:solidFill>
            <a:schemeClr val="accent2">
              <a:lumMod val="60000"/>
              <a:lumOff val="40000"/>
            </a:schemeClr>
          </a:solidFill>
          <a:ln w="19050" algn="ctr">
            <a:noFill/>
            <a:miter lim="800000"/>
            <a:headEnd/>
            <a:tailEnd/>
          </a:ln>
        </p:spPr>
        <p:txBody>
          <a:bodyPr wrap="square" lIns="88900" tIns="88900" rIns="88900" bIns="88900" rtlCol="0" anchor="ctr"/>
          <a:lstStyle/>
          <a:p>
            <a:pPr algn="ctr">
              <a:lnSpc>
                <a:spcPct val="106000"/>
              </a:lnSpc>
            </a:pPr>
            <a:endParaRPr lang="en-US" sz="1500" b="1" dirty="0">
              <a:solidFill>
                <a:schemeClr val="bg1"/>
              </a:solidFill>
            </a:endParaRPr>
          </a:p>
        </p:txBody>
      </p:sp>
      <p:sp>
        <p:nvSpPr>
          <p:cNvPr id="7" name="Oval 6">
            <a:extLst>
              <a:ext uri="{FF2B5EF4-FFF2-40B4-BE49-F238E27FC236}">
                <a16:creationId xmlns:a16="http://schemas.microsoft.com/office/drawing/2014/main" id="{A3D4D1AD-BCCE-6DC0-6266-FE7C6C51873F}"/>
              </a:ext>
            </a:extLst>
          </p:cNvPr>
          <p:cNvSpPr/>
          <p:nvPr/>
        </p:nvSpPr>
        <p:spPr bwMode="gray">
          <a:xfrm>
            <a:off x="331408" y="3080222"/>
            <a:ext cx="411480" cy="407719"/>
          </a:xfrm>
          <a:prstGeom prst="ellipse">
            <a:avLst/>
          </a:prstGeom>
          <a:solidFill>
            <a:schemeClr val="accent2">
              <a:lumMod val="60000"/>
              <a:lumOff val="40000"/>
            </a:schemeClr>
          </a:solidFill>
          <a:ln w="19050" algn="ctr">
            <a:noFill/>
            <a:miter lim="800000"/>
            <a:headEnd/>
            <a:tailEnd/>
          </a:ln>
        </p:spPr>
        <p:txBody>
          <a:bodyPr wrap="square" lIns="88900" tIns="88900" rIns="88900" bIns="88900" rtlCol="0" anchor="ctr"/>
          <a:lstStyle/>
          <a:p>
            <a:pPr algn="ctr">
              <a:lnSpc>
                <a:spcPct val="106000"/>
              </a:lnSpc>
            </a:pPr>
            <a:endParaRPr lang="en-US" sz="1500" b="1" dirty="0">
              <a:solidFill>
                <a:schemeClr val="bg1"/>
              </a:solidFill>
            </a:endParaRPr>
          </a:p>
        </p:txBody>
      </p:sp>
      <p:sp>
        <p:nvSpPr>
          <p:cNvPr id="8" name="TextBox 7">
            <a:extLst>
              <a:ext uri="{FF2B5EF4-FFF2-40B4-BE49-F238E27FC236}">
                <a16:creationId xmlns:a16="http://schemas.microsoft.com/office/drawing/2014/main" id="{0774B6D9-0547-71DC-F17A-335AAF36A5A9}"/>
              </a:ext>
            </a:extLst>
          </p:cNvPr>
          <p:cNvSpPr txBox="1"/>
          <p:nvPr/>
        </p:nvSpPr>
        <p:spPr>
          <a:xfrm>
            <a:off x="11454669" y="5550688"/>
            <a:ext cx="1252728" cy="646331"/>
          </a:xfrm>
          <a:prstGeom prst="rect">
            <a:avLst/>
          </a:prstGeom>
          <a:noFill/>
        </p:spPr>
        <p:txBody>
          <a:bodyPr wrap="square">
            <a:spAutoFit/>
          </a:bodyPr>
          <a:lstStyle/>
          <a:p>
            <a:pPr algn="ctr"/>
            <a:r>
              <a:rPr lang="en-US" sz="1200" b="0" i="1" u="none" strike="noStrike" dirty="0">
                <a:solidFill>
                  <a:srgbClr val="963634"/>
                </a:solidFill>
                <a:effectLst/>
                <a:latin typeface="Verdana" panose="020B0604030504040204" pitchFamily="34" charset="0"/>
              </a:rPr>
              <a:t>To be Taken Up in Year 3 onwards</a:t>
            </a:r>
            <a:endParaRPr lang="en-US" sz="1200" i="1" dirty="0"/>
          </a:p>
        </p:txBody>
      </p:sp>
      <p:sp>
        <p:nvSpPr>
          <p:cNvPr id="21" name="TextBox 20">
            <a:extLst>
              <a:ext uri="{FF2B5EF4-FFF2-40B4-BE49-F238E27FC236}">
                <a16:creationId xmlns:a16="http://schemas.microsoft.com/office/drawing/2014/main" id="{EC01503F-1046-C997-8D04-AB591352D391}"/>
              </a:ext>
            </a:extLst>
          </p:cNvPr>
          <p:cNvSpPr txBox="1"/>
          <p:nvPr/>
        </p:nvSpPr>
        <p:spPr>
          <a:xfrm>
            <a:off x="11407935" y="3450138"/>
            <a:ext cx="1252728" cy="646331"/>
          </a:xfrm>
          <a:prstGeom prst="rect">
            <a:avLst/>
          </a:prstGeom>
          <a:noFill/>
        </p:spPr>
        <p:txBody>
          <a:bodyPr wrap="square">
            <a:spAutoFit/>
          </a:bodyPr>
          <a:lstStyle/>
          <a:p>
            <a:pPr algn="ctr"/>
            <a:r>
              <a:rPr lang="en-US" sz="1200" b="0" i="1" u="none" strike="noStrike" dirty="0">
                <a:solidFill>
                  <a:srgbClr val="963634"/>
                </a:solidFill>
                <a:effectLst/>
                <a:latin typeface="Verdana" panose="020B0604030504040204" pitchFamily="34" charset="0"/>
              </a:rPr>
              <a:t>To be Taken Up in Year 3 onwards</a:t>
            </a:r>
            <a:endParaRPr lang="en-US" sz="1200" i="1" dirty="0"/>
          </a:p>
        </p:txBody>
      </p:sp>
      <p:sp>
        <p:nvSpPr>
          <p:cNvPr id="22" name="TextBox 21">
            <a:extLst>
              <a:ext uri="{FF2B5EF4-FFF2-40B4-BE49-F238E27FC236}">
                <a16:creationId xmlns:a16="http://schemas.microsoft.com/office/drawing/2014/main" id="{89E90985-25F4-334C-9972-7148754F5337}"/>
              </a:ext>
            </a:extLst>
          </p:cNvPr>
          <p:cNvSpPr txBox="1"/>
          <p:nvPr/>
        </p:nvSpPr>
        <p:spPr>
          <a:xfrm>
            <a:off x="11407935" y="1829398"/>
            <a:ext cx="1252728" cy="646331"/>
          </a:xfrm>
          <a:prstGeom prst="rect">
            <a:avLst/>
          </a:prstGeom>
          <a:noFill/>
        </p:spPr>
        <p:txBody>
          <a:bodyPr wrap="square">
            <a:spAutoFit/>
          </a:bodyPr>
          <a:lstStyle/>
          <a:p>
            <a:pPr algn="ctr"/>
            <a:r>
              <a:rPr lang="en-US" sz="1200" b="0" i="1" u="none" strike="noStrike" dirty="0">
                <a:solidFill>
                  <a:srgbClr val="963634"/>
                </a:solidFill>
                <a:effectLst/>
                <a:latin typeface="Verdana" panose="020B0604030504040204" pitchFamily="34" charset="0"/>
              </a:rPr>
              <a:t>To be Taken Up in Year 3 onwards</a:t>
            </a:r>
            <a:endParaRPr lang="en-US" sz="1200" i="1" dirty="0"/>
          </a:p>
        </p:txBody>
      </p:sp>
    </p:spTree>
    <p:extLst>
      <p:ext uri="{BB962C8B-B14F-4D97-AF65-F5344CB8AC3E}">
        <p14:creationId xmlns:p14="http://schemas.microsoft.com/office/powerpoint/2010/main" val="825089274"/>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0DF5A-B9CC-A483-A7C0-97CAFFA89BCA}"/>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78E6B652-7977-38DF-22BB-20D42E9682E6}"/>
              </a:ext>
            </a:extLst>
          </p:cNvPr>
          <p:cNvGraphicFramePr>
            <a:graphicFrameLocks noChangeAspect="1"/>
          </p:cNvGraphicFramePr>
          <p:nvPr>
            <p:custDataLst>
              <p:tags r:id="rId1"/>
            </p:custDataLst>
            <p:extLst>
              <p:ext uri="{D42A27DB-BD31-4B8C-83A1-F6EECF244321}">
                <p14:modId xmlns:p14="http://schemas.microsoft.com/office/powerpoint/2010/main" val="137751615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78E6B652-7977-38DF-22BB-20D42E9682E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D400A48A-6F69-9E0E-0420-12C317B3D664}"/>
              </a:ext>
            </a:extLst>
          </p:cNvPr>
          <p:cNvSpPr>
            <a:spLocks noGrp="1"/>
          </p:cNvSpPr>
          <p:nvPr>
            <p:ph type="title"/>
          </p:nvPr>
        </p:nvSpPr>
        <p:spPr/>
        <p:txBody>
          <a:bodyPr vert="horz"/>
          <a:lstStyle/>
          <a:p>
            <a:r>
              <a:rPr lang="en-US" dirty="0"/>
              <a:t>Module D: Development of Bylaws/ Directives/ Rules (4/4)</a:t>
            </a:r>
            <a:br>
              <a:rPr lang="en-US" dirty="0"/>
            </a:br>
            <a:endParaRPr lang="en-US" dirty="0"/>
          </a:p>
        </p:txBody>
      </p:sp>
      <p:sp>
        <p:nvSpPr>
          <p:cNvPr id="62" name="TextBox 61">
            <a:extLst>
              <a:ext uri="{FF2B5EF4-FFF2-40B4-BE49-F238E27FC236}">
                <a16:creationId xmlns:a16="http://schemas.microsoft.com/office/drawing/2014/main" id="{1EB326CC-04DF-FBDB-D558-8CD0E84FF3BE}"/>
              </a:ext>
            </a:extLst>
          </p:cNvPr>
          <p:cNvSpPr txBox="1"/>
          <p:nvPr/>
        </p:nvSpPr>
        <p:spPr>
          <a:xfrm>
            <a:off x="3688812" y="1380069"/>
            <a:ext cx="6709273" cy="923330"/>
          </a:xfrm>
          <a:prstGeom prst="rect">
            <a:avLst/>
          </a:prstGeom>
          <a:noFill/>
        </p:spPr>
        <p:txBody>
          <a:bodyPr wrap="square" lIns="0" tIns="0" rIns="0" bIns="0" rtlCol="0">
            <a:spAutoFit/>
          </a:bodyPr>
          <a:lstStyle/>
          <a:p>
            <a:pPr algn="just">
              <a:spcBef>
                <a:spcPts val="600"/>
              </a:spcBef>
              <a:buSzPct val="100000"/>
            </a:pPr>
            <a:r>
              <a:rPr lang="en-US" sz="1600" b="1" dirty="0">
                <a:solidFill>
                  <a:srgbClr val="000000"/>
                </a:solidFill>
              </a:rPr>
              <a:t>Review of Electricity Consumer's Rights Protection Directives 2023</a:t>
            </a:r>
          </a:p>
          <a:p>
            <a:pPr marL="171450" indent="-171450" algn="just">
              <a:buSzPct val="100000"/>
              <a:buFont typeface="Arial" panose="020B0604020202020204" pitchFamily="34" charset="0"/>
              <a:buChar char="•"/>
            </a:pPr>
            <a:r>
              <a:rPr lang="en-US" sz="1400" i="1" dirty="0">
                <a:solidFill>
                  <a:srgbClr val="313131"/>
                </a:solidFill>
              </a:rPr>
              <a:t>Support in identification of key provisions for revision</a:t>
            </a:r>
          </a:p>
          <a:p>
            <a:pPr marL="171450" indent="-171450" algn="just">
              <a:buSzPct val="100000"/>
              <a:buFont typeface="Arial" panose="020B0604020202020204" pitchFamily="34" charset="0"/>
              <a:buChar char="•"/>
            </a:pPr>
            <a:r>
              <a:rPr lang="en-US" sz="1400" i="1" dirty="0">
                <a:solidFill>
                  <a:srgbClr val="313131"/>
                </a:solidFill>
              </a:rPr>
              <a:t>Support in preparation and finalization of amendments</a:t>
            </a:r>
          </a:p>
        </p:txBody>
      </p:sp>
      <p:sp>
        <p:nvSpPr>
          <p:cNvPr id="63" name="Oval 62">
            <a:extLst>
              <a:ext uri="{FF2B5EF4-FFF2-40B4-BE49-F238E27FC236}">
                <a16:creationId xmlns:a16="http://schemas.microsoft.com/office/drawing/2014/main" id="{DDFB226C-C1A1-2371-4D8D-A15B7FEDBEE2}"/>
              </a:ext>
            </a:extLst>
          </p:cNvPr>
          <p:cNvSpPr/>
          <p:nvPr/>
        </p:nvSpPr>
        <p:spPr bwMode="gray">
          <a:xfrm>
            <a:off x="9572182" y="6942824"/>
            <a:ext cx="411480" cy="407719"/>
          </a:xfrm>
          <a:prstGeom prst="ellipse">
            <a:avLst/>
          </a:prstGeom>
          <a:solidFill>
            <a:srgbClr val="18F689"/>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64" name="TextBox 63">
            <a:extLst>
              <a:ext uri="{FF2B5EF4-FFF2-40B4-BE49-F238E27FC236}">
                <a16:creationId xmlns:a16="http://schemas.microsoft.com/office/drawing/2014/main" id="{CBF753ED-A894-9CEF-F4E5-18D5EF40C2C1}"/>
              </a:ext>
            </a:extLst>
          </p:cNvPr>
          <p:cNvSpPr txBox="1"/>
          <p:nvPr/>
        </p:nvSpPr>
        <p:spPr>
          <a:xfrm>
            <a:off x="10058398" y="7080862"/>
            <a:ext cx="2594576" cy="153888"/>
          </a:xfrm>
          <a:prstGeom prst="rect">
            <a:avLst/>
          </a:prstGeom>
          <a:noFill/>
        </p:spPr>
        <p:txBody>
          <a:bodyPr wrap="square" lIns="0" tIns="0" rIns="0" bIns="0" rtlCol="0">
            <a:spAutoFit/>
          </a:bodyPr>
          <a:lstStyle/>
          <a:p>
            <a:pPr>
              <a:spcBef>
                <a:spcPts val="600"/>
              </a:spcBef>
              <a:buSzPct val="100000"/>
            </a:pPr>
            <a:r>
              <a:rPr lang="en-US" sz="1000" i="1" dirty="0">
                <a:solidFill>
                  <a:srgbClr val="313131"/>
                </a:solidFill>
              </a:rPr>
              <a:t>Requirement of External Support</a:t>
            </a:r>
          </a:p>
        </p:txBody>
      </p:sp>
      <p:sp>
        <p:nvSpPr>
          <p:cNvPr id="65" name="Oval 64">
            <a:extLst>
              <a:ext uri="{FF2B5EF4-FFF2-40B4-BE49-F238E27FC236}">
                <a16:creationId xmlns:a16="http://schemas.microsoft.com/office/drawing/2014/main" id="{88B8FB8B-04DB-B401-49FB-977C73AC5A11}"/>
              </a:ext>
            </a:extLst>
          </p:cNvPr>
          <p:cNvSpPr/>
          <p:nvPr/>
        </p:nvSpPr>
        <p:spPr bwMode="gray">
          <a:xfrm>
            <a:off x="11396915" y="1375691"/>
            <a:ext cx="1252728" cy="560911"/>
          </a:xfrm>
          <a:prstGeom prst="ellipse">
            <a:avLst/>
          </a:prstGeom>
          <a:solidFill>
            <a:schemeClr val="accent3">
              <a:lumMod val="20000"/>
              <a:lumOff val="80000"/>
            </a:schemeClr>
          </a:solidFill>
          <a:ln w="19050" algn="ctr">
            <a:solidFill>
              <a:schemeClr val="tx1"/>
            </a:solidFill>
            <a:prstDash val="lgDash"/>
            <a:miter lim="800000"/>
            <a:headEnd/>
            <a:tailEnd/>
          </a:ln>
        </p:spPr>
        <p:txBody>
          <a:bodyPr wrap="square" lIns="88900" tIns="88900" rIns="88900" bIns="88900" rtlCol="0" anchor="ctr"/>
          <a:lstStyle/>
          <a:p>
            <a:pPr algn="ctr">
              <a:lnSpc>
                <a:spcPct val="106000"/>
              </a:lnSpc>
              <a:buFont typeface="Wingdings 2" pitchFamily="18" charset="2"/>
              <a:buNone/>
            </a:pPr>
            <a:r>
              <a:rPr lang="en-US" sz="1300" b="1" i="1" dirty="0"/>
              <a:t>TBD</a:t>
            </a:r>
          </a:p>
        </p:txBody>
      </p:sp>
      <p:sp>
        <p:nvSpPr>
          <p:cNvPr id="18" name="Freeform 11">
            <a:extLst>
              <a:ext uri="{FF2B5EF4-FFF2-40B4-BE49-F238E27FC236}">
                <a16:creationId xmlns:a16="http://schemas.microsoft.com/office/drawing/2014/main" id="{A1E9CAEF-60EE-A9FC-389C-AB35729FF952}"/>
              </a:ext>
            </a:extLst>
          </p:cNvPr>
          <p:cNvSpPr>
            <a:spLocks/>
          </p:cNvSpPr>
          <p:nvPr/>
        </p:nvSpPr>
        <p:spPr bwMode="auto">
          <a:xfrm>
            <a:off x="873588" y="1312602"/>
            <a:ext cx="2635298" cy="831526"/>
          </a:xfrm>
          <a:custGeom>
            <a:avLst/>
            <a:gdLst>
              <a:gd name="T0" fmla="*/ 191 w 758"/>
              <a:gd name="T1" fmla="*/ 652 h 652"/>
              <a:gd name="T2" fmla="*/ 0 w 758"/>
              <a:gd name="T3" fmla="*/ 326 h 652"/>
              <a:gd name="T4" fmla="*/ 191 w 758"/>
              <a:gd name="T5" fmla="*/ 0 h 652"/>
              <a:gd name="T6" fmla="*/ 567 w 758"/>
              <a:gd name="T7" fmla="*/ 0 h 652"/>
              <a:gd name="T8" fmla="*/ 758 w 758"/>
              <a:gd name="T9" fmla="*/ 326 h 652"/>
              <a:gd name="T10" fmla="*/ 567 w 758"/>
              <a:gd name="T11" fmla="*/ 652 h 652"/>
              <a:gd name="T12" fmla="*/ 191 w 758"/>
              <a:gd name="T13" fmla="*/ 652 h 652"/>
            </a:gdLst>
            <a:ahLst/>
            <a:cxnLst>
              <a:cxn ang="0">
                <a:pos x="T0" y="T1"/>
              </a:cxn>
              <a:cxn ang="0">
                <a:pos x="T2" y="T3"/>
              </a:cxn>
              <a:cxn ang="0">
                <a:pos x="T4" y="T5"/>
              </a:cxn>
              <a:cxn ang="0">
                <a:pos x="T6" y="T7"/>
              </a:cxn>
              <a:cxn ang="0">
                <a:pos x="T8" y="T9"/>
              </a:cxn>
              <a:cxn ang="0">
                <a:pos x="T10" y="T11"/>
              </a:cxn>
              <a:cxn ang="0">
                <a:pos x="T12" y="T13"/>
              </a:cxn>
            </a:cxnLst>
            <a:rect l="0" t="0" r="r" b="b"/>
            <a:pathLst>
              <a:path w="758" h="652">
                <a:moveTo>
                  <a:pt x="191" y="652"/>
                </a:moveTo>
                <a:lnTo>
                  <a:pt x="0" y="326"/>
                </a:lnTo>
                <a:lnTo>
                  <a:pt x="191" y="0"/>
                </a:lnTo>
                <a:lnTo>
                  <a:pt x="567" y="0"/>
                </a:lnTo>
                <a:lnTo>
                  <a:pt x="758" y="326"/>
                </a:lnTo>
                <a:lnTo>
                  <a:pt x="567" y="652"/>
                </a:lnTo>
                <a:lnTo>
                  <a:pt x="191" y="652"/>
                </a:lnTo>
                <a:close/>
              </a:path>
            </a:pathLst>
          </a:custGeom>
          <a:solidFill>
            <a:srgbClr val="000000"/>
          </a:solidFill>
          <a:ln w="12700" cap="flat">
            <a:solidFill>
              <a:schemeClr val="bg1"/>
            </a:solidFill>
            <a:prstDash val="solid"/>
            <a:miter lim="800000"/>
            <a:headEnd/>
            <a:tailEnd/>
          </a:ln>
        </p:spPr>
        <p:txBody>
          <a:bodyPr vert="horz" wrap="square" lIns="91370" tIns="45685" rIns="91370" bIns="45685" numCol="1" anchor="ctr" anchorCtr="0" compatLnSpc="1">
            <a:prstTxWarp prst="textNoShape">
              <a:avLst/>
            </a:prstTxWarp>
          </a:bodyPr>
          <a:lstStyle/>
          <a:p>
            <a:pPr algn="ctr">
              <a:defRPr/>
            </a:pPr>
            <a:r>
              <a:rPr lang="en-US" sz="1500" b="1" dirty="0">
                <a:solidFill>
                  <a:schemeClr val="bg1"/>
                </a:solidFill>
                <a:ea typeface="ＭＳ Ｐゴシック" pitchFamily="50" charset="-128"/>
              </a:rPr>
              <a:t>Task 12 </a:t>
            </a:r>
          </a:p>
          <a:p>
            <a:pPr algn="ctr">
              <a:defRPr/>
            </a:pPr>
            <a:r>
              <a:rPr lang="en-US" sz="1500" b="1" dirty="0">
                <a:solidFill>
                  <a:schemeClr val="bg1"/>
                </a:solidFill>
                <a:ea typeface="ＭＳ Ｐゴシック" pitchFamily="50" charset="-128"/>
              </a:rPr>
              <a:t>(++)</a:t>
            </a:r>
          </a:p>
        </p:txBody>
      </p:sp>
      <p:sp>
        <p:nvSpPr>
          <p:cNvPr id="9" name="TextBox 8">
            <a:extLst>
              <a:ext uri="{FF2B5EF4-FFF2-40B4-BE49-F238E27FC236}">
                <a16:creationId xmlns:a16="http://schemas.microsoft.com/office/drawing/2014/main" id="{39B330A5-9BC4-E6A5-ADAA-F9AD24F31B1D}"/>
              </a:ext>
            </a:extLst>
          </p:cNvPr>
          <p:cNvSpPr txBox="1"/>
          <p:nvPr/>
        </p:nvSpPr>
        <p:spPr>
          <a:xfrm>
            <a:off x="11429966" y="1894782"/>
            <a:ext cx="1296744" cy="646331"/>
          </a:xfrm>
          <a:prstGeom prst="rect">
            <a:avLst/>
          </a:prstGeom>
          <a:noFill/>
        </p:spPr>
        <p:txBody>
          <a:bodyPr wrap="square">
            <a:spAutoFit/>
          </a:bodyPr>
          <a:lstStyle/>
          <a:p>
            <a:pPr algn="ctr"/>
            <a:r>
              <a:rPr lang="en-US" sz="1200" b="0" i="1" u="none" strike="noStrike" dirty="0">
                <a:solidFill>
                  <a:srgbClr val="963634"/>
                </a:solidFill>
                <a:effectLst/>
                <a:latin typeface="Verdana" panose="020B0604030504040204" pitchFamily="34" charset="0"/>
              </a:rPr>
              <a:t>To be Taken Up in Year 3 onwards</a:t>
            </a:r>
            <a:endParaRPr lang="en-US" sz="1200" i="1" dirty="0"/>
          </a:p>
        </p:txBody>
      </p:sp>
      <p:sp>
        <p:nvSpPr>
          <p:cNvPr id="10" name="TextBox 9">
            <a:extLst>
              <a:ext uri="{FF2B5EF4-FFF2-40B4-BE49-F238E27FC236}">
                <a16:creationId xmlns:a16="http://schemas.microsoft.com/office/drawing/2014/main" id="{A7011DCD-DA5C-969A-044C-02F31F6DE79E}"/>
              </a:ext>
            </a:extLst>
          </p:cNvPr>
          <p:cNvSpPr txBox="1"/>
          <p:nvPr/>
        </p:nvSpPr>
        <p:spPr>
          <a:xfrm>
            <a:off x="3635565" y="2938311"/>
            <a:ext cx="6709273" cy="1354217"/>
          </a:xfrm>
          <a:prstGeom prst="rect">
            <a:avLst/>
          </a:prstGeom>
          <a:noFill/>
        </p:spPr>
        <p:txBody>
          <a:bodyPr wrap="square" lIns="0" tIns="0" rIns="0" bIns="0" rtlCol="0">
            <a:spAutoFit/>
          </a:bodyPr>
          <a:lstStyle/>
          <a:p>
            <a:pPr algn="just">
              <a:spcBef>
                <a:spcPts val="600"/>
              </a:spcBef>
              <a:buSzPct val="100000"/>
            </a:pPr>
            <a:r>
              <a:rPr lang="en-US" sz="1600" b="1" dirty="0">
                <a:solidFill>
                  <a:srgbClr val="92D050"/>
                </a:solidFill>
              </a:rPr>
              <a:t>ERC develops &amp; implements regulations on power trading (regional &amp; domestic)</a:t>
            </a:r>
          </a:p>
          <a:p>
            <a:pPr marL="171450" indent="-171450" algn="just">
              <a:buSzPct val="100000"/>
              <a:buFont typeface="Arial" panose="020B0604020202020204" pitchFamily="34" charset="0"/>
              <a:buChar char="•"/>
            </a:pPr>
            <a:r>
              <a:rPr lang="en-US" sz="1400" i="1" dirty="0">
                <a:solidFill>
                  <a:srgbClr val="313131"/>
                </a:solidFill>
              </a:rPr>
              <a:t>Support in appointment of Consultant</a:t>
            </a:r>
          </a:p>
          <a:p>
            <a:pPr marL="171450" indent="-171450" algn="just">
              <a:buSzPct val="100000"/>
              <a:buFont typeface="Arial" panose="020B0604020202020204" pitchFamily="34" charset="0"/>
              <a:buChar char="•"/>
            </a:pPr>
            <a:r>
              <a:rPr lang="en-US" sz="1400" i="1" dirty="0">
                <a:solidFill>
                  <a:srgbClr val="313131"/>
                </a:solidFill>
              </a:rPr>
              <a:t>Support in preparation of concept note</a:t>
            </a:r>
          </a:p>
          <a:p>
            <a:pPr marL="171450" indent="-171450" algn="just">
              <a:buSzPct val="100000"/>
              <a:buFont typeface="Arial" panose="020B0604020202020204" pitchFamily="34" charset="0"/>
              <a:buChar char="•"/>
            </a:pPr>
            <a:r>
              <a:rPr lang="en-US" sz="1400" i="1" dirty="0">
                <a:solidFill>
                  <a:srgbClr val="313131"/>
                </a:solidFill>
              </a:rPr>
              <a:t>support to ERC in issuance of Policy document for CBT</a:t>
            </a:r>
          </a:p>
          <a:p>
            <a:pPr marL="171450" indent="-171450" algn="just">
              <a:buSzPct val="100000"/>
              <a:buFont typeface="Arial" panose="020B0604020202020204" pitchFamily="34" charset="0"/>
              <a:buChar char="•"/>
            </a:pPr>
            <a:r>
              <a:rPr lang="en-US" sz="1400" i="1" dirty="0">
                <a:solidFill>
                  <a:srgbClr val="313131"/>
                </a:solidFill>
              </a:rPr>
              <a:t>Support in preparation and finalization of Rules/ Directives</a:t>
            </a:r>
          </a:p>
        </p:txBody>
      </p:sp>
      <p:sp>
        <p:nvSpPr>
          <p:cNvPr id="11" name="Oval 10">
            <a:extLst>
              <a:ext uri="{FF2B5EF4-FFF2-40B4-BE49-F238E27FC236}">
                <a16:creationId xmlns:a16="http://schemas.microsoft.com/office/drawing/2014/main" id="{FAFFF407-C492-BD66-2D49-C8CF05026CF0}"/>
              </a:ext>
            </a:extLst>
          </p:cNvPr>
          <p:cNvSpPr/>
          <p:nvPr/>
        </p:nvSpPr>
        <p:spPr bwMode="gray">
          <a:xfrm>
            <a:off x="11396915" y="3094767"/>
            <a:ext cx="1252728" cy="560911"/>
          </a:xfrm>
          <a:prstGeom prst="ellipse">
            <a:avLst/>
          </a:prstGeom>
          <a:solidFill>
            <a:schemeClr val="accent3">
              <a:lumMod val="20000"/>
              <a:lumOff val="80000"/>
            </a:schemeClr>
          </a:solidFill>
          <a:ln w="19050" algn="ctr">
            <a:solidFill>
              <a:schemeClr val="tx1"/>
            </a:solidFill>
            <a:prstDash val="lgDash"/>
            <a:miter lim="800000"/>
            <a:headEnd/>
            <a:tailEnd/>
          </a:ln>
        </p:spPr>
        <p:txBody>
          <a:bodyPr wrap="square" lIns="88900" tIns="88900" rIns="88900" bIns="88900" rtlCol="0" anchor="ctr"/>
          <a:lstStyle/>
          <a:p>
            <a:pPr algn="ctr">
              <a:lnSpc>
                <a:spcPct val="106000"/>
              </a:lnSpc>
              <a:buFont typeface="Wingdings 2" pitchFamily="18" charset="2"/>
              <a:buNone/>
            </a:pPr>
            <a:r>
              <a:rPr lang="en-US" sz="1300" b="1" i="1" dirty="0"/>
              <a:t>TBD</a:t>
            </a:r>
          </a:p>
        </p:txBody>
      </p:sp>
      <p:sp>
        <p:nvSpPr>
          <p:cNvPr id="13" name="Freeform 11">
            <a:extLst>
              <a:ext uri="{FF2B5EF4-FFF2-40B4-BE49-F238E27FC236}">
                <a16:creationId xmlns:a16="http://schemas.microsoft.com/office/drawing/2014/main" id="{40D916EC-D22C-E409-B1C8-7E67A5407436}"/>
              </a:ext>
            </a:extLst>
          </p:cNvPr>
          <p:cNvSpPr>
            <a:spLocks/>
          </p:cNvSpPr>
          <p:nvPr/>
        </p:nvSpPr>
        <p:spPr bwMode="auto">
          <a:xfrm>
            <a:off x="879083" y="3214304"/>
            <a:ext cx="2635298" cy="831526"/>
          </a:xfrm>
          <a:custGeom>
            <a:avLst/>
            <a:gdLst>
              <a:gd name="T0" fmla="*/ 191 w 758"/>
              <a:gd name="T1" fmla="*/ 652 h 652"/>
              <a:gd name="T2" fmla="*/ 0 w 758"/>
              <a:gd name="T3" fmla="*/ 326 h 652"/>
              <a:gd name="T4" fmla="*/ 191 w 758"/>
              <a:gd name="T5" fmla="*/ 0 h 652"/>
              <a:gd name="T6" fmla="*/ 567 w 758"/>
              <a:gd name="T7" fmla="*/ 0 h 652"/>
              <a:gd name="T8" fmla="*/ 758 w 758"/>
              <a:gd name="T9" fmla="*/ 326 h 652"/>
              <a:gd name="T10" fmla="*/ 567 w 758"/>
              <a:gd name="T11" fmla="*/ 652 h 652"/>
              <a:gd name="T12" fmla="*/ 191 w 758"/>
              <a:gd name="T13" fmla="*/ 652 h 652"/>
            </a:gdLst>
            <a:ahLst/>
            <a:cxnLst>
              <a:cxn ang="0">
                <a:pos x="T0" y="T1"/>
              </a:cxn>
              <a:cxn ang="0">
                <a:pos x="T2" y="T3"/>
              </a:cxn>
              <a:cxn ang="0">
                <a:pos x="T4" y="T5"/>
              </a:cxn>
              <a:cxn ang="0">
                <a:pos x="T6" y="T7"/>
              </a:cxn>
              <a:cxn ang="0">
                <a:pos x="T8" y="T9"/>
              </a:cxn>
              <a:cxn ang="0">
                <a:pos x="T10" y="T11"/>
              </a:cxn>
              <a:cxn ang="0">
                <a:pos x="T12" y="T13"/>
              </a:cxn>
            </a:cxnLst>
            <a:rect l="0" t="0" r="r" b="b"/>
            <a:pathLst>
              <a:path w="758" h="652">
                <a:moveTo>
                  <a:pt x="191" y="652"/>
                </a:moveTo>
                <a:lnTo>
                  <a:pt x="0" y="326"/>
                </a:lnTo>
                <a:lnTo>
                  <a:pt x="191" y="0"/>
                </a:lnTo>
                <a:lnTo>
                  <a:pt x="567" y="0"/>
                </a:lnTo>
                <a:lnTo>
                  <a:pt x="758" y="326"/>
                </a:lnTo>
                <a:lnTo>
                  <a:pt x="567" y="652"/>
                </a:lnTo>
                <a:lnTo>
                  <a:pt x="191" y="652"/>
                </a:lnTo>
                <a:close/>
              </a:path>
            </a:pathLst>
          </a:custGeom>
          <a:solidFill>
            <a:srgbClr val="92D050"/>
          </a:solidFill>
          <a:ln w="12700" cap="flat">
            <a:solidFill>
              <a:schemeClr val="bg1"/>
            </a:solidFill>
            <a:prstDash val="solid"/>
            <a:miter lim="800000"/>
            <a:headEnd/>
            <a:tailEnd/>
          </a:ln>
        </p:spPr>
        <p:txBody>
          <a:bodyPr vert="horz" wrap="square" lIns="91370" tIns="45685" rIns="91370" bIns="45685" numCol="1" anchor="ctr" anchorCtr="0" compatLnSpc="1">
            <a:prstTxWarp prst="textNoShape">
              <a:avLst/>
            </a:prstTxWarp>
          </a:bodyPr>
          <a:lstStyle/>
          <a:p>
            <a:pPr algn="ctr">
              <a:defRPr/>
            </a:pPr>
            <a:r>
              <a:rPr lang="en-US" sz="1500" b="1" dirty="0">
                <a:solidFill>
                  <a:schemeClr val="bg1"/>
                </a:solidFill>
                <a:ea typeface="ＭＳ Ｐゴシック" pitchFamily="50" charset="-128"/>
              </a:rPr>
              <a:t>Task 13 </a:t>
            </a:r>
          </a:p>
          <a:p>
            <a:pPr algn="ctr">
              <a:defRPr/>
            </a:pPr>
            <a:r>
              <a:rPr lang="en-US" sz="1500" b="1" dirty="0">
                <a:solidFill>
                  <a:schemeClr val="bg1"/>
                </a:solidFill>
                <a:ea typeface="ＭＳ Ｐゴシック" pitchFamily="50" charset="-128"/>
              </a:rPr>
              <a:t>(</a:t>
            </a:r>
            <a:r>
              <a:rPr lang="en-US" sz="1500" b="1" dirty="0" err="1">
                <a:solidFill>
                  <a:schemeClr val="bg1"/>
                </a:solidFill>
                <a:ea typeface="ＭＳ Ｐゴシック" pitchFamily="50" charset="-128"/>
              </a:rPr>
              <a:t>RfP</a:t>
            </a:r>
            <a:r>
              <a:rPr lang="en-US" sz="1500" b="1" dirty="0">
                <a:solidFill>
                  <a:schemeClr val="bg1"/>
                </a:solidFill>
                <a:ea typeface="ＭＳ Ｐゴシック" pitchFamily="50" charset="-128"/>
              </a:rPr>
              <a:t> Ref No. 27)</a:t>
            </a:r>
          </a:p>
        </p:txBody>
      </p:sp>
      <p:sp>
        <p:nvSpPr>
          <p:cNvPr id="14" name="TextBox 13">
            <a:extLst>
              <a:ext uri="{FF2B5EF4-FFF2-40B4-BE49-F238E27FC236}">
                <a16:creationId xmlns:a16="http://schemas.microsoft.com/office/drawing/2014/main" id="{188D329F-DDA8-4CB4-F8E5-8615FC49FB99}"/>
              </a:ext>
            </a:extLst>
          </p:cNvPr>
          <p:cNvSpPr txBox="1"/>
          <p:nvPr/>
        </p:nvSpPr>
        <p:spPr>
          <a:xfrm>
            <a:off x="11396915" y="3637076"/>
            <a:ext cx="1296745" cy="646331"/>
          </a:xfrm>
          <a:prstGeom prst="rect">
            <a:avLst/>
          </a:prstGeom>
          <a:noFill/>
        </p:spPr>
        <p:txBody>
          <a:bodyPr wrap="square">
            <a:spAutoFit/>
          </a:bodyPr>
          <a:lstStyle/>
          <a:p>
            <a:pPr algn="ctr"/>
            <a:r>
              <a:rPr lang="en-US" sz="1200" b="0" i="1" u="none" strike="noStrike" dirty="0">
                <a:solidFill>
                  <a:srgbClr val="963634"/>
                </a:solidFill>
                <a:effectLst/>
                <a:latin typeface="Verdana" panose="020B0604030504040204" pitchFamily="34" charset="0"/>
              </a:rPr>
              <a:t>To be Taken Up in Year 3 onwards</a:t>
            </a:r>
            <a:endParaRPr lang="en-US" sz="1200" i="1" dirty="0"/>
          </a:p>
        </p:txBody>
      </p:sp>
      <p:sp>
        <p:nvSpPr>
          <p:cNvPr id="15" name="Oval 14">
            <a:extLst>
              <a:ext uri="{FF2B5EF4-FFF2-40B4-BE49-F238E27FC236}">
                <a16:creationId xmlns:a16="http://schemas.microsoft.com/office/drawing/2014/main" id="{65B9022E-815C-9731-5FCF-811AA2CE8FD5}"/>
              </a:ext>
            </a:extLst>
          </p:cNvPr>
          <p:cNvSpPr/>
          <p:nvPr/>
        </p:nvSpPr>
        <p:spPr bwMode="gray">
          <a:xfrm>
            <a:off x="331408" y="3439640"/>
            <a:ext cx="411480" cy="407719"/>
          </a:xfrm>
          <a:prstGeom prst="ellipse">
            <a:avLst/>
          </a:prstGeom>
          <a:solidFill>
            <a:schemeClr val="accent2">
              <a:lumMod val="60000"/>
              <a:lumOff val="40000"/>
            </a:schemeClr>
          </a:solidFill>
          <a:ln w="19050" algn="ctr">
            <a:noFill/>
            <a:miter lim="800000"/>
            <a:headEnd/>
            <a:tailEnd/>
          </a:ln>
        </p:spPr>
        <p:txBody>
          <a:bodyPr wrap="square" lIns="88900" tIns="88900" rIns="88900" bIns="88900" rtlCol="0" anchor="ctr"/>
          <a:lstStyle/>
          <a:p>
            <a:pPr algn="ctr">
              <a:lnSpc>
                <a:spcPct val="106000"/>
              </a:lnSpc>
            </a:pPr>
            <a:endParaRPr lang="en-US" sz="1500" b="1" dirty="0">
              <a:solidFill>
                <a:schemeClr val="bg1"/>
              </a:solidFill>
            </a:endParaRPr>
          </a:p>
        </p:txBody>
      </p:sp>
      <p:sp>
        <p:nvSpPr>
          <p:cNvPr id="2" name="TextBox 1">
            <a:extLst>
              <a:ext uri="{FF2B5EF4-FFF2-40B4-BE49-F238E27FC236}">
                <a16:creationId xmlns:a16="http://schemas.microsoft.com/office/drawing/2014/main" id="{EB86CD8D-45FC-7373-B0C6-4F434700BE5B}"/>
              </a:ext>
            </a:extLst>
          </p:cNvPr>
          <p:cNvSpPr txBox="1"/>
          <p:nvPr/>
        </p:nvSpPr>
        <p:spPr>
          <a:xfrm>
            <a:off x="736293" y="7044833"/>
            <a:ext cx="6720288" cy="276999"/>
          </a:xfrm>
          <a:prstGeom prst="rect">
            <a:avLst/>
          </a:prstGeom>
          <a:noFill/>
        </p:spPr>
        <p:txBody>
          <a:bodyPr wrap="square">
            <a:spAutoFit/>
          </a:bodyPr>
          <a:lstStyle/>
          <a:p>
            <a:r>
              <a:rPr lang="en-US" sz="1200" b="1" i="1" dirty="0">
                <a:solidFill>
                  <a:srgbClr val="313131"/>
                </a:solidFill>
              </a:rPr>
              <a:t>Note:</a:t>
            </a:r>
            <a:r>
              <a:rPr lang="en-US" sz="1200" i="1" dirty="0">
                <a:solidFill>
                  <a:srgbClr val="313131"/>
                </a:solidFill>
              </a:rPr>
              <a:t> “++” denotes additional inclusion beyond mentioned scope in </a:t>
            </a:r>
            <a:r>
              <a:rPr lang="en-US" sz="1200" i="1" dirty="0" err="1">
                <a:solidFill>
                  <a:srgbClr val="313131"/>
                </a:solidFill>
              </a:rPr>
              <a:t>RfP</a:t>
            </a:r>
            <a:endParaRPr lang="en-US" sz="1200" dirty="0"/>
          </a:p>
        </p:txBody>
      </p:sp>
    </p:spTree>
    <p:extLst>
      <p:ext uri="{BB962C8B-B14F-4D97-AF65-F5344CB8AC3E}">
        <p14:creationId xmlns:p14="http://schemas.microsoft.com/office/powerpoint/2010/main" val="3118912378"/>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5A543-9BAE-716E-2A43-CDEA2BBEE61E}"/>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48E287E0-4C74-C3F6-917E-8327208E12C7}"/>
              </a:ext>
            </a:extLst>
          </p:cNvPr>
          <p:cNvGraphicFramePr>
            <a:graphicFrameLocks noChangeAspect="1"/>
          </p:cNvGraphicFramePr>
          <p:nvPr>
            <p:custDataLst>
              <p:tags r:id="rId1"/>
            </p:custDataLst>
            <p:extLst>
              <p:ext uri="{D42A27DB-BD31-4B8C-83A1-F6EECF244321}">
                <p14:modId xmlns:p14="http://schemas.microsoft.com/office/powerpoint/2010/main" val="16837375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48E287E0-4C74-C3F6-917E-8327208E12C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E983BFD8-E0B5-221D-710B-F367726D5247}"/>
              </a:ext>
            </a:extLst>
          </p:cNvPr>
          <p:cNvSpPr>
            <a:spLocks noGrp="1"/>
          </p:cNvSpPr>
          <p:nvPr>
            <p:ph type="title"/>
          </p:nvPr>
        </p:nvSpPr>
        <p:spPr/>
        <p:txBody>
          <a:bodyPr vert="horz"/>
          <a:lstStyle/>
          <a:p>
            <a:r>
              <a:rPr lang="en-US" dirty="0"/>
              <a:t>Module D: Tentative Timeline (1/2)</a:t>
            </a:r>
            <a:br>
              <a:rPr lang="en-US" dirty="0"/>
            </a:br>
            <a:endParaRPr lang="en-US" dirty="0"/>
          </a:p>
        </p:txBody>
      </p:sp>
      <p:graphicFrame>
        <p:nvGraphicFramePr>
          <p:cNvPr id="4" name="Table 3">
            <a:extLst>
              <a:ext uri="{FF2B5EF4-FFF2-40B4-BE49-F238E27FC236}">
                <a16:creationId xmlns:a16="http://schemas.microsoft.com/office/drawing/2014/main" id="{16C2A8BB-C1FF-F5B7-A270-04009E77A78A}"/>
              </a:ext>
            </a:extLst>
          </p:cNvPr>
          <p:cNvGraphicFramePr>
            <a:graphicFrameLocks noGrp="1"/>
          </p:cNvGraphicFramePr>
          <p:nvPr>
            <p:extLst>
              <p:ext uri="{D42A27DB-BD31-4B8C-83A1-F6EECF244321}">
                <p14:modId xmlns:p14="http://schemas.microsoft.com/office/powerpoint/2010/main" val="3242057903"/>
              </p:ext>
            </p:extLst>
          </p:nvPr>
        </p:nvGraphicFramePr>
        <p:xfrm>
          <a:off x="552454" y="1109531"/>
          <a:ext cx="12015240" cy="4237273"/>
        </p:xfrm>
        <a:graphic>
          <a:graphicData uri="http://schemas.openxmlformats.org/drawingml/2006/table">
            <a:tbl>
              <a:tblPr/>
              <a:tblGrid>
                <a:gridCol w="361946">
                  <a:extLst>
                    <a:ext uri="{9D8B030D-6E8A-4147-A177-3AD203B41FA5}">
                      <a16:colId xmlns:a16="http://schemas.microsoft.com/office/drawing/2014/main" val="1986176577"/>
                    </a:ext>
                  </a:extLst>
                </a:gridCol>
                <a:gridCol w="925033">
                  <a:extLst>
                    <a:ext uri="{9D8B030D-6E8A-4147-A177-3AD203B41FA5}">
                      <a16:colId xmlns:a16="http://schemas.microsoft.com/office/drawing/2014/main" val="3799175488"/>
                    </a:ext>
                  </a:extLst>
                </a:gridCol>
                <a:gridCol w="563525">
                  <a:extLst>
                    <a:ext uri="{9D8B030D-6E8A-4147-A177-3AD203B41FA5}">
                      <a16:colId xmlns:a16="http://schemas.microsoft.com/office/drawing/2014/main" val="519969763"/>
                    </a:ext>
                  </a:extLst>
                </a:gridCol>
                <a:gridCol w="2612749">
                  <a:extLst>
                    <a:ext uri="{9D8B030D-6E8A-4147-A177-3AD203B41FA5}">
                      <a16:colId xmlns:a16="http://schemas.microsoft.com/office/drawing/2014/main" val="719911007"/>
                    </a:ext>
                  </a:extLst>
                </a:gridCol>
                <a:gridCol w="459914">
                  <a:extLst>
                    <a:ext uri="{9D8B030D-6E8A-4147-A177-3AD203B41FA5}">
                      <a16:colId xmlns:a16="http://schemas.microsoft.com/office/drawing/2014/main" val="1411708864"/>
                    </a:ext>
                  </a:extLst>
                </a:gridCol>
                <a:gridCol w="308351">
                  <a:extLst>
                    <a:ext uri="{9D8B030D-6E8A-4147-A177-3AD203B41FA5}">
                      <a16:colId xmlns:a16="http://schemas.microsoft.com/office/drawing/2014/main" val="2852906092"/>
                    </a:ext>
                  </a:extLst>
                </a:gridCol>
                <a:gridCol w="308351">
                  <a:extLst>
                    <a:ext uri="{9D8B030D-6E8A-4147-A177-3AD203B41FA5}">
                      <a16:colId xmlns:a16="http://schemas.microsoft.com/office/drawing/2014/main" val="3158996893"/>
                    </a:ext>
                  </a:extLst>
                </a:gridCol>
                <a:gridCol w="308351">
                  <a:extLst>
                    <a:ext uri="{9D8B030D-6E8A-4147-A177-3AD203B41FA5}">
                      <a16:colId xmlns:a16="http://schemas.microsoft.com/office/drawing/2014/main" val="2999999396"/>
                    </a:ext>
                  </a:extLst>
                </a:gridCol>
                <a:gridCol w="308351">
                  <a:extLst>
                    <a:ext uri="{9D8B030D-6E8A-4147-A177-3AD203B41FA5}">
                      <a16:colId xmlns:a16="http://schemas.microsoft.com/office/drawing/2014/main" val="1332638689"/>
                    </a:ext>
                  </a:extLst>
                </a:gridCol>
                <a:gridCol w="308351">
                  <a:extLst>
                    <a:ext uri="{9D8B030D-6E8A-4147-A177-3AD203B41FA5}">
                      <a16:colId xmlns:a16="http://schemas.microsoft.com/office/drawing/2014/main" val="1459699095"/>
                    </a:ext>
                  </a:extLst>
                </a:gridCol>
                <a:gridCol w="308351">
                  <a:extLst>
                    <a:ext uri="{9D8B030D-6E8A-4147-A177-3AD203B41FA5}">
                      <a16:colId xmlns:a16="http://schemas.microsoft.com/office/drawing/2014/main" val="1330857318"/>
                    </a:ext>
                  </a:extLst>
                </a:gridCol>
                <a:gridCol w="308351">
                  <a:extLst>
                    <a:ext uri="{9D8B030D-6E8A-4147-A177-3AD203B41FA5}">
                      <a16:colId xmlns:a16="http://schemas.microsoft.com/office/drawing/2014/main" val="2430560837"/>
                    </a:ext>
                  </a:extLst>
                </a:gridCol>
                <a:gridCol w="308351">
                  <a:extLst>
                    <a:ext uri="{9D8B030D-6E8A-4147-A177-3AD203B41FA5}">
                      <a16:colId xmlns:a16="http://schemas.microsoft.com/office/drawing/2014/main" val="1544564921"/>
                    </a:ext>
                  </a:extLst>
                </a:gridCol>
                <a:gridCol w="308351">
                  <a:extLst>
                    <a:ext uri="{9D8B030D-6E8A-4147-A177-3AD203B41FA5}">
                      <a16:colId xmlns:a16="http://schemas.microsoft.com/office/drawing/2014/main" val="3224699028"/>
                    </a:ext>
                  </a:extLst>
                </a:gridCol>
                <a:gridCol w="308351">
                  <a:extLst>
                    <a:ext uri="{9D8B030D-6E8A-4147-A177-3AD203B41FA5}">
                      <a16:colId xmlns:a16="http://schemas.microsoft.com/office/drawing/2014/main" val="2886733038"/>
                    </a:ext>
                  </a:extLst>
                </a:gridCol>
                <a:gridCol w="308351">
                  <a:extLst>
                    <a:ext uri="{9D8B030D-6E8A-4147-A177-3AD203B41FA5}">
                      <a16:colId xmlns:a16="http://schemas.microsoft.com/office/drawing/2014/main" val="1133863895"/>
                    </a:ext>
                  </a:extLst>
                </a:gridCol>
                <a:gridCol w="308351">
                  <a:extLst>
                    <a:ext uri="{9D8B030D-6E8A-4147-A177-3AD203B41FA5}">
                      <a16:colId xmlns:a16="http://schemas.microsoft.com/office/drawing/2014/main" val="1263777659"/>
                    </a:ext>
                  </a:extLst>
                </a:gridCol>
                <a:gridCol w="308351">
                  <a:extLst>
                    <a:ext uri="{9D8B030D-6E8A-4147-A177-3AD203B41FA5}">
                      <a16:colId xmlns:a16="http://schemas.microsoft.com/office/drawing/2014/main" val="2791403853"/>
                    </a:ext>
                  </a:extLst>
                </a:gridCol>
                <a:gridCol w="308351">
                  <a:extLst>
                    <a:ext uri="{9D8B030D-6E8A-4147-A177-3AD203B41FA5}">
                      <a16:colId xmlns:a16="http://schemas.microsoft.com/office/drawing/2014/main" val="2463091608"/>
                    </a:ext>
                  </a:extLst>
                </a:gridCol>
                <a:gridCol w="308351">
                  <a:extLst>
                    <a:ext uri="{9D8B030D-6E8A-4147-A177-3AD203B41FA5}">
                      <a16:colId xmlns:a16="http://schemas.microsoft.com/office/drawing/2014/main" val="3782007258"/>
                    </a:ext>
                  </a:extLst>
                </a:gridCol>
                <a:gridCol w="308351">
                  <a:extLst>
                    <a:ext uri="{9D8B030D-6E8A-4147-A177-3AD203B41FA5}">
                      <a16:colId xmlns:a16="http://schemas.microsoft.com/office/drawing/2014/main" val="673084046"/>
                    </a:ext>
                  </a:extLst>
                </a:gridCol>
                <a:gridCol w="308351">
                  <a:extLst>
                    <a:ext uri="{9D8B030D-6E8A-4147-A177-3AD203B41FA5}">
                      <a16:colId xmlns:a16="http://schemas.microsoft.com/office/drawing/2014/main" val="2349754542"/>
                    </a:ext>
                  </a:extLst>
                </a:gridCol>
                <a:gridCol w="308351">
                  <a:extLst>
                    <a:ext uri="{9D8B030D-6E8A-4147-A177-3AD203B41FA5}">
                      <a16:colId xmlns:a16="http://schemas.microsoft.com/office/drawing/2014/main" val="3463260960"/>
                    </a:ext>
                  </a:extLst>
                </a:gridCol>
                <a:gridCol w="308351">
                  <a:extLst>
                    <a:ext uri="{9D8B030D-6E8A-4147-A177-3AD203B41FA5}">
                      <a16:colId xmlns:a16="http://schemas.microsoft.com/office/drawing/2014/main" val="2696076762"/>
                    </a:ext>
                  </a:extLst>
                </a:gridCol>
                <a:gridCol w="308351">
                  <a:extLst>
                    <a:ext uri="{9D8B030D-6E8A-4147-A177-3AD203B41FA5}">
                      <a16:colId xmlns:a16="http://schemas.microsoft.com/office/drawing/2014/main" val="1114107416"/>
                    </a:ext>
                  </a:extLst>
                </a:gridCol>
                <a:gridCol w="308351">
                  <a:extLst>
                    <a:ext uri="{9D8B030D-6E8A-4147-A177-3AD203B41FA5}">
                      <a16:colId xmlns:a16="http://schemas.microsoft.com/office/drawing/2014/main" val="1107988671"/>
                    </a:ext>
                  </a:extLst>
                </a:gridCol>
                <a:gridCol w="308351">
                  <a:extLst>
                    <a:ext uri="{9D8B030D-6E8A-4147-A177-3AD203B41FA5}">
                      <a16:colId xmlns:a16="http://schemas.microsoft.com/office/drawing/2014/main" val="1001391797"/>
                    </a:ext>
                  </a:extLst>
                </a:gridCol>
                <a:gridCol w="308351">
                  <a:extLst>
                    <a:ext uri="{9D8B030D-6E8A-4147-A177-3AD203B41FA5}">
                      <a16:colId xmlns:a16="http://schemas.microsoft.com/office/drawing/2014/main" val="3240573692"/>
                    </a:ext>
                  </a:extLst>
                </a:gridCol>
              </a:tblGrid>
              <a:tr h="151654">
                <a:tc rowSpan="3">
                  <a:txBody>
                    <a:bodyPr/>
                    <a:lstStyle/>
                    <a:p>
                      <a:pPr algn="ctr" fontAlgn="ctr"/>
                      <a:r>
                        <a:rPr lang="en-US" sz="1200" b="1" i="0" u="none" strike="noStrike" dirty="0" err="1">
                          <a:solidFill>
                            <a:srgbClr val="FFFFFF"/>
                          </a:solidFill>
                          <a:effectLst/>
                          <a:latin typeface="+mj-lt"/>
                        </a:rPr>
                        <a:t>Sl</a:t>
                      </a:r>
                      <a:r>
                        <a:rPr lang="en-US" sz="1200" b="1" i="0" u="none" strike="noStrike" dirty="0">
                          <a:solidFill>
                            <a:srgbClr val="FFFFFF"/>
                          </a:solidFill>
                          <a:effectLst/>
                          <a:latin typeface="+mj-lt"/>
                        </a:rPr>
                        <a:t> No</a:t>
                      </a:r>
                    </a:p>
                  </a:txBody>
                  <a:tcPr marL="3856" marR="3856" marT="3856"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solidFill>
                  </a:tcPr>
                </a:tc>
                <a:tc rowSpan="3">
                  <a:txBody>
                    <a:bodyPr/>
                    <a:lstStyle/>
                    <a:p>
                      <a:pPr algn="ctr" fontAlgn="ctr"/>
                      <a:r>
                        <a:rPr lang="en-US" sz="1200" b="1" i="0" u="none" strike="noStrike" dirty="0">
                          <a:solidFill>
                            <a:srgbClr val="FFFFFF"/>
                          </a:solidFill>
                          <a:effectLst/>
                          <a:latin typeface="+mj-lt"/>
                        </a:rPr>
                        <a:t>Module &amp; Task Reference</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solidFill>
                  </a:tcPr>
                </a:tc>
                <a:tc rowSpan="3">
                  <a:txBody>
                    <a:bodyPr/>
                    <a:lstStyle/>
                    <a:p>
                      <a:pPr algn="ctr" fontAlgn="ctr"/>
                      <a:r>
                        <a:rPr lang="en-US" sz="1200" b="1" i="0" u="none" strike="noStrike" dirty="0">
                          <a:solidFill>
                            <a:srgbClr val="FFFFFF"/>
                          </a:solidFill>
                          <a:effectLst/>
                          <a:latin typeface="+mj-lt"/>
                        </a:rPr>
                        <a:t>RFP Ref.</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solidFill>
                  </a:tcPr>
                </a:tc>
                <a:tc rowSpan="3">
                  <a:txBody>
                    <a:bodyPr/>
                    <a:lstStyle/>
                    <a:p>
                      <a:pPr algn="ctr" fontAlgn="ctr"/>
                      <a:r>
                        <a:rPr lang="en-US" sz="1200" b="1" i="0" u="none" strike="noStrike" dirty="0">
                          <a:solidFill>
                            <a:srgbClr val="FFFFFF"/>
                          </a:solidFill>
                          <a:effectLst/>
                          <a:latin typeface="+mj-lt"/>
                        </a:rPr>
                        <a:t>Task</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solidFill>
                  </a:tcPr>
                </a:tc>
                <a:tc gridSpan="12">
                  <a:txBody>
                    <a:bodyPr/>
                    <a:lstStyle/>
                    <a:p>
                      <a:pPr algn="ctr" fontAlgn="ctr"/>
                      <a:r>
                        <a:rPr lang="en-US" sz="1200" b="1" i="0" u="none" strike="noStrike" dirty="0">
                          <a:solidFill>
                            <a:srgbClr val="000000"/>
                          </a:solidFill>
                          <a:effectLst/>
                          <a:latin typeface="+mj-lt"/>
                        </a:rPr>
                        <a:t>Year 1</a:t>
                      </a:r>
                    </a:p>
                  </a:txBody>
                  <a:tcPr marL="3856" marR="3856" marT="3856" marB="0" anchor="ctr">
                    <a:lnL>
                      <a:noFill/>
                    </a:lnL>
                    <a:lnR>
                      <a:noFill/>
                    </a:lnR>
                    <a:lnT w="12700" cap="flat" cmpd="sng" algn="ctr">
                      <a:solidFill>
                        <a:schemeClr val="tx1"/>
                      </a:solidFill>
                      <a:prstDash val="solid"/>
                      <a:round/>
                      <a:headEnd type="none" w="med" len="med"/>
                      <a:tailEnd type="none" w="med" len="med"/>
                    </a:lnT>
                    <a:lnB>
                      <a:noFill/>
                    </a:lnB>
                    <a:solidFill>
                      <a:srgbClr val="92D05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12">
                  <a:txBody>
                    <a:bodyPr/>
                    <a:lstStyle/>
                    <a:p>
                      <a:pPr algn="ctr" fontAlgn="ctr"/>
                      <a:r>
                        <a:rPr lang="en-US" sz="1200" b="1" i="0" u="none" strike="noStrike" dirty="0">
                          <a:solidFill>
                            <a:srgbClr val="000000"/>
                          </a:solidFill>
                          <a:effectLst/>
                          <a:latin typeface="+mj-lt"/>
                        </a:rPr>
                        <a:t>Year 2</a:t>
                      </a:r>
                    </a:p>
                  </a:txBody>
                  <a:tcPr marL="3856" marR="3856" marT="3856"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rgbClr val="00B0F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969676721"/>
                  </a:ext>
                </a:extLst>
              </a:tr>
              <a:tr h="114523">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r>
                        <a:rPr lang="en-US" sz="900" b="1" i="0" u="none" strike="noStrike" dirty="0">
                          <a:solidFill>
                            <a:srgbClr val="000000"/>
                          </a:solidFill>
                          <a:effectLst/>
                          <a:latin typeface="+mj-lt"/>
                        </a:rPr>
                        <a:t>M1</a:t>
                      </a:r>
                    </a:p>
                  </a:txBody>
                  <a:tcPr marL="3856" marR="3856" marT="3856"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mj-lt"/>
                        </a:rPr>
                        <a:t>M2</a:t>
                      </a:r>
                    </a:p>
                  </a:txBody>
                  <a:tcPr marL="3856" marR="3856" marT="3856"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mj-lt"/>
                        </a:rPr>
                        <a:t>M3</a:t>
                      </a:r>
                    </a:p>
                  </a:txBody>
                  <a:tcPr marL="3856" marR="3856" marT="3856"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mj-lt"/>
                        </a:rPr>
                        <a:t>M4</a:t>
                      </a:r>
                    </a:p>
                  </a:txBody>
                  <a:tcPr marL="3856" marR="3856" marT="3856"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mj-lt"/>
                        </a:rPr>
                        <a:t>M5</a:t>
                      </a:r>
                    </a:p>
                  </a:txBody>
                  <a:tcPr marL="3856" marR="3856" marT="3856"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mj-lt"/>
                        </a:rPr>
                        <a:t>M6</a:t>
                      </a:r>
                    </a:p>
                  </a:txBody>
                  <a:tcPr marL="3856" marR="3856" marT="3856"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mj-lt"/>
                        </a:rPr>
                        <a:t>M7</a:t>
                      </a:r>
                    </a:p>
                  </a:txBody>
                  <a:tcPr marL="3856" marR="3856" marT="3856"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mj-lt"/>
                        </a:rPr>
                        <a:t>M8</a:t>
                      </a:r>
                    </a:p>
                  </a:txBody>
                  <a:tcPr marL="3856" marR="3856" marT="3856"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mj-lt"/>
                        </a:rPr>
                        <a:t>M9</a:t>
                      </a:r>
                    </a:p>
                  </a:txBody>
                  <a:tcPr marL="3856" marR="3856" marT="3856"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mj-lt"/>
                        </a:rPr>
                        <a:t>M10</a:t>
                      </a:r>
                    </a:p>
                  </a:txBody>
                  <a:tcPr marL="3856" marR="3856" marT="3856"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mj-lt"/>
                        </a:rPr>
                        <a:t>M11</a:t>
                      </a:r>
                    </a:p>
                  </a:txBody>
                  <a:tcPr marL="3856" marR="3856" marT="3856"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mj-lt"/>
                        </a:rPr>
                        <a:t>M12</a:t>
                      </a:r>
                    </a:p>
                  </a:txBody>
                  <a:tcPr marL="3856" marR="3856" marT="3856"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mj-lt"/>
                        </a:rPr>
                        <a:t>M1</a:t>
                      </a:r>
                    </a:p>
                  </a:txBody>
                  <a:tcPr marL="3856" marR="3856" marT="3856"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mj-lt"/>
                        </a:rPr>
                        <a:t>M2</a:t>
                      </a:r>
                    </a:p>
                  </a:txBody>
                  <a:tcPr marL="3856" marR="3856" marT="3856"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mj-lt"/>
                        </a:rPr>
                        <a:t>M3</a:t>
                      </a:r>
                    </a:p>
                  </a:txBody>
                  <a:tcPr marL="3856" marR="3856" marT="3856"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mj-lt"/>
                        </a:rPr>
                        <a:t>M4</a:t>
                      </a:r>
                    </a:p>
                  </a:txBody>
                  <a:tcPr marL="3856" marR="3856" marT="3856"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mj-lt"/>
                        </a:rPr>
                        <a:t>M5</a:t>
                      </a:r>
                    </a:p>
                  </a:txBody>
                  <a:tcPr marL="3856" marR="3856" marT="3856"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mj-lt"/>
                        </a:rPr>
                        <a:t>M6</a:t>
                      </a:r>
                    </a:p>
                  </a:txBody>
                  <a:tcPr marL="3856" marR="3856" marT="3856"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mj-lt"/>
                        </a:rPr>
                        <a:t>M7</a:t>
                      </a:r>
                    </a:p>
                  </a:txBody>
                  <a:tcPr marL="3856" marR="3856" marT="3856"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mj-lt"/>
                        </a:rPr>
                        <a:t>M8</a:t>
                      </a:r>
                    </a:p>
                  </a:txBody>
                  <a:tcPr marL="3856" marR="3856" marT="3856"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mj-lt"/>
                        </a:rPr>
                        <a:t>M9</a:t>
                      </a:r>
                    </a:p>
                  </a:txBody>
                  <a:tcPr marL="3856" marR="3856" marT="3856"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mj-lt"/>
                        </a:rPr>
                        <a:t>M10</a:t>
                      </a:r>
                    </a:p>
                  </a:txBody>
                  <a:tcPr marL="3856" marR="3856" marT="3856"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mj-lt"/>
                        </a:rPr>
                        <a:t>M11</a:t>
                      </a:r>
                    </a:p>
                  </a:txBody>
                  <a:tcPr marL="3856" marR="3856" marT="3856"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mj-lt"/>
                        </a:rPr>
                        <a:t>M12</a:t>
                      </a:r>
                    </a:p>
                  </a:txBody>
                  <a:tcPr marL="3856" marR="3856" marT="3856" marB="0" anchor="ctr">
                    <a:lnL>
                      <a:noFill/>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3069426935"/>
                  </a:ext>
                </a:extLst>
              </a:tr>
              <a:tr h="182521">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r>
                        <a:rPr lang="en-US" sz="900" b="1" i="0" u="none" strike="noStrike">
                          <a:solidFill>
                            <a:srgbClr val="A6A6A6"/>
                          </a:solidFill>
                          <a:effectLst/>
                          <a:latin typeface="+mj-lt"/>
                        </a:rPr>
                        <a:t>Aug</a:t>
                      </a:r>
                    </a:p>
                  </a:txBody>
                  <a:tcPr marL="3856" marR="3856" marT="3856"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mj-lt"/>
                        </a:rPr>
                        <a:t>Sep</a:t>
                      </a:r>
                    </a:p>
                  </a:txBody>
                  <a:tcPr marL="3856" marR="3856" marT="3856"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mj-lt"/>
                        </a:rPr>
                        <a:t>Oct</a:t>
                      </a:r>
                    </a:p>
                  </a:txBody>
                  <a:tcPr marL="3856" marR="3856" marT="3856"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mj-lt"/>
                        </a:rPr>
                        <a:t>Nov</a:t>
                      </a:r>
                    </a:p>
                  </a:txBody>
                  <a:tcPr marL="3856" marR="3856" marT="3856"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mj-lt"/>
                        </a:rPr>
                        <a:t>Dec</a:t>
                      </a:r>
                    </a:p>
                  </a:txBody>
                  <a:tcPr marL="3856" marR="3856" marT="3856"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mj-lt"/>
                        </a:rPr>
                        <a:t>Jan</a:t>
                      </a:r>
                    </a:p>
                  </a:txBody>
                  <a:tcPr marL="3856" marR="3856" marT="3856"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mj-lt"/>
                        </a:rPr>
                        <a:t>Feb</a:t>
                      </a:r>
                    </a:p>
                  </a:txBody>
                  <a:tcPr marL="3856" marR="3856" marT="3856"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mj-lt"/>
                        </a:rPr>
                        <a:t>Mar</a:t>
                      </a:r>
                    </a:p>
                  </a:txBody>
                  <a:tcPr marL="3856" marR="3856" marT="3856"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mj-lt"/>
                        </a:rPr>
                        <a:t>Apr</a:t>
                      </a:r>
                    </a:p>
                  </a:txBody>
                  <a:tcPr marL="3856" marR="3856" marT="3856"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mj-lt"/>
                        </a:rPr>
                        <a:t>May</a:t>
                      </a:r>
                    </a:p>
                  </a:txBody>
                  <a:tcPr marL="3856" marR="3856" marT="3856"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mj-lt"/>
                        </a:rPr>
                        <a:t>Jun</a:t>
                      </a:r>
                    </a:p>
                  </a:txBody>
                  <a:tcPr marL="3856" marR="3856" marT="3856"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mj-lt"/>
                        </a:rPr>
                        <a:t>Jul</a:t>
                      </a:r>
                    </a:p>
                  </a:txBody>
                  <a:tcPr marL="3856" marR="3856" marT="3856"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mj-lt"/>
                        </a:rPr>
                        <a:t>Aug</a:t>
                      </a:r>
                    </a:p>
                  </a:txBody>
                  <a:tcPr marL="3856" marR="3856" marT="3856"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mj-lt"/>
                        </a:rPr>
                        <a:t>Sep</a:t>
                      </a:r>
                    </a:p>
                  </a:txBody>
                  <a:tcPr marL="3856" marR="3856" marT="3856"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mj-lt"/>
                        </a:rPr>
                        <a:t>Oct</a:t>
                      </a:r>
                    </a:p>
                  </a:txBody>
                  <a:tcPr marL="3856" marR="3856" marT="3856"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mj-lt"/>
                        </a:rPr>
                        <a:t>Nov</a:t>
                      </a:r>
                    </a:p>
                  </a:txBody>
                  <a:tcPr marL="3856" marR="3856" marT="3856"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mj-lt"/>
                        </a:rPr>
                        <a:t>Dec</a:t>
                      </a:r>
                    </a:p>
                  </a:txBody>
                  <a:tcPr marL="3856" marR="3856" marT="3856"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mj-lt"/>
                        </a:rPr>
                        <a:t>Jan</a:t>
                      </a:r>
                    </a:p>
                  </a:txBody>
                  <a:tcPr marL="3856" marR="3856" marT="3856"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mj-lt"/>
                        </a:rPr>
                        <a:t>Feb</a:t>
                      </a:r>
                    </a:p>
                  </a:txBody>
                  <a:tcPr marL="3856" marR="3856" marT="3856"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mj-lt"/>
                        </a:rPr>
                        <a:t>Mar</a:t>
                      </a:r>
                    </a:p>
                  </a:txBody>
                  <a:tcPr marL="3856" marR="3856" marT="3856"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mj-lt"/>
                        </a:rPr>
                        <a:t>Apr</a:t>
                      </a:r>
                    </a:p>
                  </a:txBody>
                  <a:tcPr marL="3856" marR="3856" marT="3856"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mj-lt"/>
                        </a:rPr>
                        <a:t>May</a:t>
                      </a:r>
                    </a:p>
                  </a:txBody>
                  <a:tcPr marL="3856" marR="3856" marT="3856"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mj-lt"/>
                        </a:rPr>
                        <a:t>Jun</a:t>
                      </a:r>
                    </a:p>
                  </a:txBody>
                  <a:tcPr marL="3856" marR="3856" marT="3856"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mj-lt"/>
                        </a:rPr>
                        <a:t>Jul</a:t>
                      </a:r>
                    </a:p>
                  </a:txBody>
                  <a:tcPr marL="3856" marR="3856" marT="3856" marB="0"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45883298"/>
                  </a:ext>
                </a:extLst>
              </a:tr>
              <a:tr h="300205">
                <a:tc>
                  <a:txBody>
                    <a:bodyPr/>
                    <a:lstStyle/>
                    <a:p>
                      <a:pPr algn="ctr" fontAlgn="ctr"/>
                      <a:r>
                        <a:rPr lang="en-US" sz="1200" b="0" i="0" u="none" strike="noStrike" dirty="0">
                          <a:solidFill>
                            <a:srgbClr val="000000"/>
                          </a:solidFill>
                          <a:effectLst/>
                          <a:latin typeface="+mj-lt"/>
                        </a:rPr>
                        <a:t>1</a:t>
                      </a:r>
                    </a:p>
                  </a:txBody>
                  <a:tcPr marL="3856" marR="3856" marT="3856"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Verdana" panose="020B0604030504040204" pitchFamily="34" charset="0"/>
                        </a:rPr>
                        <a:t>Mod. D, Task 1</a:t>
                      </a:r>
                    </a:p>
                  </a:txBody>
                  <a:tcPr marL="3893" marR="3893" marT="389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Verdana" panose="020B0604030504040204" pitchFamily="34" charset="0"/>
                        </a:rPr>
                        <a:t>++</a:t>
                      </a:r>
                    </a:p>
                  </a:txBody>
                  <a:tcPr marL="3893" marR="3893" marT="389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b="0" i="0" u="none" strike="noStrike" dirty="0">
                          <a:solidFill>
                            <a:srgbClr val="000000"/>
                          </a:solidFill>
                          <a:effectLst/>
                          <a:latin typeface="Verdana" panose="020B0604030504040204" pitchFamily="34" charset="0"/>
                        </a:rPr>
                        <a:t>Finalization of Internal Control System Bylaws</a:t>
                      </a:r>
                    </a:p>
                  </a:txBody>
                  <a:tcPr marL="3893" marR="3893" marT="389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FF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dirty="0">
                          <a:solidFill>
                            <a:srgbClr val="A6A6A6"/>
                          </a:solidFill>
                          <a:effectLst/>
                          <a:latin typeface="+mj-lt"/>
                        </a:rPr>
                        <a:t> </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l" fontAlgn="t"/>
                      <a:endParaRPr lang="en-US" sz="900" b="0" i="0" u="none" strike="noStrike" dirty="0">
                        <a:solidFill>
                          <a:srgbClr val="000000"/>
                        </a:solidFill>
                        <a:effectLst/>
                        <a:latin typeface="+mj-lt"/>
                      </a:endParaRPr>
                    </a:p>
                  </a:txBody>
                  <a:tcPr marL="3856" marR="3856" marT="3856" marB="0">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25120871"/>
                  </a:ext>
                </a:extLst>
              </a:tr>
              <a:tr h="300205">
                <a:tc>
                  <a:txBody>
                    <a:bodyPr/>
                    <a:lstStyle/>
                    <a:p>
                      <a:pPr algn="ctr" fontAlgn="ctr"/>
                      <a:r>
                        <a:rPr lang="en-US" sz="1200" b="0" i="0" u="none" strike="noStrike" dirty="0">
                          <a:solidFill>
                            <a:srgbClr val="000000"/>
                          </a:solidFill>
                          <a:effectLst/>
                          <a:latin typeface="+mj-lt"/>
                        </a:rPr>
                        <a:t>2</a:t>
                      </a:r>
                    </a:p>
                  </a:txBody>
                  <a:tcPr marL="3856" marR="3856" marT="3856"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Verdana" panose="020B0604030504040204" pitchFamily="34" charset="0"/>
                        </a:rPr>
                        <a:t>Mod. D, Task 8a</a:t>
                      </a:r>
                    </a:p>
                  </a:txBody>
                  <a:tcPr marL="3893" marR="3893" marT="389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Verdana" panose="020B0604030504040204" pitchFamily="34" charset="0"/>
                        </a:rPr>
                        <a:t>24</a:t>
                      </a:r>
                    </a:p>
                  </a:txBody>
                  <a:tcPr marL="3893" marR="3893" marT="389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b="0" i="0" u="none" strike="noStrike" dirty="0">
                          <a:solidFill>
                            <a:srgbClr val="000000"/>
                          </a:solidFill>
                          <a:effectLst/>
                          <a:latin typeface="Verdana" panose="020B0604030504040204" pitchFamily="34" charset="0"/>
                        </a:rPr>
                        <a:t>Support in preparation of concept note and efforts for open access</a:t>
                      </a:r>
                    </a:p>
                  </a:txBody>
                  <a:tcPr marL="3893" marR="3893" marT="389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dirty="0">
                          <a:solidFill>
                            <a:srgbClr val="A6A6A6"/>
                          </a:solidFill>
                          <a:effectLst/>
                          <a:latin typeface="+mj-lt"/>
                        </a:rPr>
                        <a:t> </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l" fontAlgn="t"/>
                      <a:endParaRPr lang="en-US" sz="900" b="0" i="0" u="none" strike="noStrike" dirty="0">
                        <a:solidFill>
                          <a:srgbClr val="000000"/>
                        </a:solidFill>
                        <a:effectLst/>
                        <a:latin typeface="+mj-lt"/>
                      </a:endParaRPr>
                    </a:p>
                  </a:txBody>
                  <a:tcPr marL="3856" marR="3856" marT="3856" marB="0">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81143179"/>
                  </a:ext>
                </a:extLst>
              </a:tr>
              <a:tr h="894292">
                <a:tc>
                  <a:txBody>
                    <a:bodyPr/>
                    <a:lstStyle/>
                    <a:p>
                      <a:pPr algn="ctr" fontAlgn="ctr"/>
                      <a:r>
                        <a:rPr lang="en-US" sz="1200" b="0" i="0" u="none" strike="noStrike" dirty="0">
                          <a:solidFill>
                            <a:srgbClr val="000000"/>
                          </a:solidFill>
                          <a:effectLst/>
                          <a:latin typeface="+mj-lt"/>
                        </a:rPr>
                        <a:t>3</a:t>
                      </a:r>
                    </a:p>
                  </a:txBody>
                  <a:tcPr marL="3856" marR="3856" marT="3856"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Verdana" panose="020B0604030504040204" pitchFamily="34" charset="0"/>
                        </a:rPr>
                        <a:t>Mod. D, Task 3</a:t>
                      </a:r>
                    </a:p>
                  </a:txBody>
                  <a:tcPr marL="3893" marR="3893" marT="389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Verdana" panose="020B0604030504040204" pitchFamily="34" charset="0"/>
                        </a:rPr>
                        <a:t>13</a:t>
                      </a:r>
                    </a:p>
                  </a:txBody>
                  <a:tcPr marL="3893" marR="3893" marT="389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b="0" i="0" u="none" strike="noStrike" dirty="0">
                          <a:solidFill>
                            <a:srgbClr val="000000"/>
                          </a:solidFill>
                          <a:effectLst/>
                          <a:latin typeface="Verdana" panose="020B0604030504040204" pitchFamily="34" charset="0"/>
                        </a:rPr>
                        <a:t>Tariff methodology, filing requirements &amp; transparent/robust review guidelines; Costing &amp; pricing bylaws/directives; uniform chart of accounts.</a:t>
                      </a:r>
                    </a:p>
                  </a:txBody>
                  <a:tcPr marL="3893" marR="3893" marT="389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dirty="0">
                          <a:solidFill>
                            <a:srgbClr val="A6A6A6"/>
                          </a:solidFill>
                          <a:effectLst/>
                          <a:latin typeface="+mj-lt"/>
                        </a:rPr>
                        <a:t> </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47548972"/>
                  </a:ext>
                </a:extLst>
              </a:tr>
              <a:tr h="448727">
                <a:tc>
                  <a:txBody>
                    <a:bodyPr/>
                    <a:lstStyle/>
                    <a:p>
                      <a:pPr algn="ctr" fontAlgn="ctr"/>
                      <a:r>
                        <a:rPr lang="en-US" sz="1200" b="0" i="0" u="none" strike="noStrike" dirty="0">
                          <a:solidFill>
                            <a:srgbClr val="000000"/>
                          </a:solidFill>
                          <a:effectLst/>
                          <a:latin typeface="+mj-lt"/>
                        </a:rPr>
                        <a:t>4</a:t>
                      </a:r>
                    </a:p>
                  </a:txBody>
                  <a:tcPr marL="3856" marR="3856" marT="3856"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Verdana" panose="020B0604030504040204" pitchFamily="34" charset="0"/>
                        </a:rPr>
                        <a:t>Mod. D, Task 2</a:t>
                      </a:r>
                    </a:p>
                  </a:txBody>
                  <a:tcPr marL="3893" marR="3893" marT="389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Verdana" panose="020B0604030504040204" pitchFamily="34" charset="0"/>
                        </a:rPr>
                        <a:t>8</a:t>
                      </a:r>
                    </a:p>
                  </a:txBody>
                  <a:tcPr marL="3893" marR="3893" marT="389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b="0" i="0" u="none" strike="noStrike" dirty="0">
                          <a:solidFill>
                            <a:srgbClr val="000000"/>
                          </a:solidFill>
                          <a:effectLst/>
                          <a:latin typeface="Verdana" panose="020B0604030504040204" pitchFamily="34" charset="0"/>
                        </a:rPr>
                        <a:t>Adopt procedural rules &amp; substantive rules; 3-tier decision-making process</a:t>
                      </a:r>
                      <a:endParaRPr lang="en-US" sz="1200" b="0" i="0" u="none" strike="noStrike" dirty="0">
                        <a:solidFill>
                          <a:schemeClr val="tx1"/>
                        </a:solidFill>
                        <a:effectLst/>
                        <a:latin typeface="Verdana" panose="020B0604030504040204" pitchFamily="34" charset="0"/>
                      </a:endParaRPr>
                    </a:p>
                  </a:txBody>
                  <a:tcPr marL="3893" marR="3893" marT="389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FF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dirty="0">
                          <a:solidFill>
                            <a:srgbClr val="A6A6A6"/>
                          </a:solidFill>
                          <a:effectLst/>
                          <a:latin typeface="+mj-lt"/>
                        </a:rPr>
                        <a:t> </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l" fontAlgn="t"/>
                      <a:endParaRPr lang="en-US" sz="900" b="0" i="0" u="none" strike="noStrike" dirty="0">
                        <a:solidFill>
                          <a:srgbClr val="000000"/>
                        </a:solidFill>
                        <a:effectLst/>
                        <a:latin typeface="+mj-lt"/>
                      </a:endParaRPr>
                    </a:p>
                  </a:txBody>
                  <a:tcPr marL="3856" marR="3856" marT="3856" marB="0">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07104827"/>
                  </a:ext>
                </a:extLst>
              </a:tr>
              <a:tr h="300175">
                <a:tc>
                  <a:txBody>
                    <a:bodyPr/>
                    <a:lstStyle/>
                    <a:p>
                      <a:pPr algn="ctr" fontAlgn="ctr"/>
                      <a:r>
                        <a:rPr lang="en-US" sz="1200" b="0" i="0" u="none" strike="noStrike" dirty="0">
                          <a:solidFill>
                            <a:srgbClr val="000000"/>
                          </a:solidFill>
                          <a:effectLst/>
                          <a:latin typeface="+mj-lt"/>
                        </a:rPr>
                        <a:t>5</a:t>
                      </a:r>
                    </a:p>
                  </a:txBody>
                  <a:tcPr marL="3856" marR="3856" marT="3856"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mj-lt"/>
                        </a:rPr>
                        <a:t>Mod. D, Task 4</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mj-lt"/>
                        </a:rPr>
                        <a:t>++</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b="0" i="0" u="none" strike="noStrike" dirty="0">
                          <a:solidFill>
                            <a:srgbClr val="000000"/>
                          </a:solidFill>
                          <a:effectLst/>
                          <a:latin typeface="+mj-lt"/>
                        </a:rPr>
                        <a:t>Directives on Appointment of Consultant</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dirty="0">
                          <a:solidFill>
                            <a:srgbClr val="A6A6A6"/>
                          </a:solidFill>
                          <a:effectLst/>
                          <a:latin typeface="+mj-lt"/>
                        </a:rPr>
                        <a:t> </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l" fontAlgn="t"/>
                      <a:endParaRPr lang="en-US" sz="900" b="0" i="0" u="none" strike="noStrike" dirty="0">
                        <a:solidFill>
                          <a:srgbClr val="000000"/>
                        </a:solidFill>
                        <a:effectLst/>
                        <a:latin typeface="+mj-lt"/>
                      </a:endParaRPr>
                    </a:p>
                  </a:txBody>
                  <a:tcPr marL="3856" marR="3856" marT="3856" marB="0">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54954471"/>
                  </a:ext>
                </a:extLst>
              </a:tr>
              <a:tr h="300175">
                <a:tc>
                  <a:txBody>
                    <a:bodyPr/>
                    <a:lstStyle/>
                    <a:p>
                      <a:pPr algn="ctr" fontAlgn="ctr"/>
                      <a:r>
                        <a:rPr lang="en-US" sz="1200" b="0" i="0" u="none" strike="noStrike" dirty="0">
                          <a:solidFill>
                            <a:srgbClr val="000000"/>
                          </a:solidFill>
                          <a:effectLst/>
                          <a:latin typeface="+mj-lt"/>
                        </a:rPr>
                        <a:t>6</a:t>
                      </a:r>
                    </a:p>
                  </a:txBody>
                  <a:tcPr marL="3856" marR="3856" marT="3856"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mj-lt"/>
                        </a:rPr>
                        <a:t>Mod. D, Task 5</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mj-lt"/>
                        </a:rPr>
                        <a:t>++</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b="0" i="0" u="none" strike="noStrike" dirty="0">
                          <a:solidFill>
                            <a:srgbClr val="000000"/>
                          </a:solidFill>
                          <a:effectLst/>
                          <a:latin typeface="+mj-lt"/>
                        </a:rPr>
                        <a:t>Grievance Redressal Bylaws</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dirty="0">
                          <a:solidFill>
                            <a:srgbClr val="A6A6A6"/>
                          </a:solidFill>
                          <a:effectLst/>
                          <a:latin typeface="+mj-lt"/>
                        </a:rPr>
                        <a:t> </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l" fontAlgn="t"/>
                      <a:endParaRPr lang="en-US" sz="900" b="0" i="0" u="none" strike="noStrike" dirty="0">
                        <a:solidFill>
                          <a:srgbClr val="000000"/>
                        </a:solidFill>
                        <a:effectLst/>
                        <a:latin typeface="+mj-lt"/>
                      </a:endParaRPr>
                    </a:p>
                  </a:txBody>
                  <a:tcPr marL="3856" marR="3856" marT="3856" marB="0">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57281713"/>
                  </a:ext>
                </a:extLst>
              </a:tr>
              <a:tr h="448727">
                <a:tc>
                  <a:txBody>
                    <a:bodyPr/>
                    <a:lstStyle/>
                    <a:p>
                      <a:pPr algn="ctr" fontAlgn="ctr"/>
                      <a:r>
                        <a:rPr lang="en-US" sz="1200" b="0" i="0" u="none" strike="noStrike" dirty="0">
                          <a:solidFill>
                            <a:srgbClr val="000000"/>
                          </a:solidFill>
                          <a:effectLst/>
                          <a:latin typeface="+mj-lt"/>
                        </a:rPr>
                        <a:t>7</a:t>
                      </a:r>
                    </a:p>
                  </a:txBody>
                  <a:tcPr marL="3856" marR="3856" marT="3856"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Verdana" panose="020B0604030504040204" pitchFamily="34" charset="0"/>
                        </a:rPr>
                        <a:t>Mod. D, Task 6</a:t>
                      </a:r>
                    </a:p>
                  </a:txBody>
                  <a:tcPr marL="3893" marR="3893" marT="389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Verdana" panose="020B0604030504040204" pitchFamily="34" charset="0"/>
                        </a:rPr>
                        <a:t>++</a:t>
                      </a:r>
                    </a:p>
                  </a:txBody>
                  <a:tcPr marL="3893" marR="3893" marT="389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b="0" i="0" u="none" strike="noStrike" dirty="0">
                          <a:solidFill>
                            <a:srgbClr val="000000"/>
                          </a:solidFill>
                          <a:effectLst/>
                          <a:latin typeface="Verdana" panose="020B0604030504040204" pitchFamily="34" charset="0"/>
                        </a:rPr>
                        <a:t>Generation Tariff Directive/ Framework for Alternate Energy Sources</a:t>
                      </a:r>
                    </a:p>
                  </a:txBody>
                  <a:tcPr marL="3893" marR="3893" marT="389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dirty="0">
                          <a:solidFill>
                            <a:srgbClr val="A6A6A6"/>
                          </a:solidFill>
                          <a:effectLst/>
                          <a:latin typeface="+mj-lt"/>
                        </a:rPr>
                        <a:t> </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l" fontAlgn="t"/>
                      <a:endParaRPr lang="en-US" sz="900" b="0" i="0" u="none" strike="noStrike" dirty="0">
                        <a:solidFill>
                          <a:srgbClr val="000000"/>
                        </a:solidFill>
                        <a:effectLst/>
                        <a:latin typeface="+mj-lt"/>
                      </a:endParaRPr>
                    </a:p>
                  </a:txBody>
                  <a:tcPr marL="3856" marR="3856" marT="3856" marB="0">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43485467"/>
                  </a:ext>
                </a:extLst>
              </a:tr>
            </a:tbl>
          </a:graphicData>
        </a:graphic>
      </p:graphicFrame>
    </p:spTree>
    <p:extLst>
      <p:ext uri="{BB962C8B-B14F-4D97-AF65-F5344CB8AC3E}">
        <p14:creationId xmlns:p14="http://schemas.microsoft.com/office/powerpoint/2010/main" val="1755353253"/>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6AEA84-FD78-F952-CC3C-CC4575ADDB96}"/>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810E6A07-2EC1-BCC8-109F-A504A1C8B227}"/>
              </a:ext>
            </a:extLst>
          </p:cNvPr>
          <p:cNvGraphicFramePr>
            <a:graphicFrameLocks noChangeAspect="1"/>
          </p:cNvGraphicFramePr>
          <p:nvPr>
            <p:custDataLst>
              <p:tags r:id="rId1"/>
            </p:custDataLst>
            <p:extLst>
              <p:ext uri="{D42A27DB-BD31-4B8C-83A1-F6EECF244321}">
                <p14:modId xmlns:p14="http://schemas.microsoft.com/office/powerpoint/2010/main" val="18734600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810E6A07-2EC1-BCC8-109F-A504A1C8B22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29D8AEAC-3A78-71B3-27D1-BC41C71A47AA}"/>
              </a:ext>
            </a:extLst>
          </p:cNvPr>
          <p:cNvSpPr>
            <a:spLocks noGrp="1"/>
          </p:cNvSpPr>
          <p:nvPr>
            <p:ph type="title"/>
          </p:nvPr>
        </p:nvSpPr>
        <p:spPr/>
        <p:txBody>
          <a:bodyPr vert="horz"/>
          <a:lstStyle/>
          <a:p>
            <a:r>
              <a:rPr lang="en-US" dirty="0"/>
              <a:t>Module D: Tentative Timeline (2/2)</a:t>
            </a:r>
            <a:br>
              <a:rPr lang="en-US" dirty="0"/>
            </a:br>
            <a:endParaRPr lang="en-US" dirty="0"/>
          </a:p>
        </p:txBody>
      </p:sp>
      <p:graphicFrame>
        <p:nvGraphicFramePr>
          <p:cNvPr id="4" name="Table 3">
            <a:extLst>
              <a:ext uri="{FF2B5EF4-FFF2-40B4-BE49-F238E27FC236}">
                <a16:creationId xmlns:a16="http://schemas.microsoft.com/office/drawing/2014/main" id="{6B2C7A7E-0131-4A16-6243-9C0984FF968A}"/>
              </a:ext>
            </a:extLst>
          </p:cNvPr>
          <p:cNvGraphicFramePr>
            <a:graphicFrameLocks noGrp="1"/>
          </p:cNvGraphicFramePr>
          <p:nvPr>
            <p:extLst>
              <p:ext uri="{D42A27DB-BD31-4B8C-83A1-F6EECF244321}">
                <p14:modId xmlns:p14="http://schemas.microsoft.com/office/powerpoint/2010/main" val="2024579299"/>
              </p:ext>
            </p:extLst>
          </p:nvPr>
        </p:nvGraphicFramePr>
        <p:xfrm>
          <a:off x="552454" y="1109532"/>
          <a:ext cx="12015240" cy="4054467"/>
        </p:xfrm>
        <a:graphic>
          <a:graphicData uri="http://schemas.openxmlformats.org/drawingml/2006/table">
            <a:tbl>
              <a:tblPr/>
              <a:tblGrid>
                <a:gridCol w="361946">
                  <a:extLst>
                    <a:ext uri="{9D8B030D-6E8A-4147-A177-3AD203B41FA5}">
                      <a16:colId xmlns:a16="http://schemas.microsoft.com/office/drawing/2014/main" val="1986176577"/>
                    </a:ext>
                  </a:extLst>
                </a:gridCol>
                <a:gridCol w="925033">
                  <a:extLst>
                    <a:ext uri="{9D8B030D-6E8A-4147-A177-3AD203B41FA5}">
                      <a16:colId xmlns:a16="http://schemas.microsoft.com/office/drawing/2014/main" val="3799175488"/>
                    </a:ext>
                  </a:extLst>
                </a:gridCol>
                <a:gridCol w="563525">
                  <a:extLst>
                    <a:ext uri="{9D8B030D-6E8A-4147-A177-3AD203B41FA5}">
                      <a16:colId xmlns:a16="http://schemas.microsoft.com/office/drawing/2014/main" val="519969763"/>
                    </a:ext>
                  </a:extLst>
                </a:gridCol>
                <a:gridCol w="2612749">
                  <a:extLst>
                    <a:ext uri="{9D8B030D-6E8A-4147-A177-3AD203B41FA5}">
                      <a16:colId xmlns:a16="http://schemas.microsoft.com/office/drawing/2014/main" val="719911007"/>
                    </a:ext>
                  </a:extLst>
                </a:gridCol>
                <a:gridCol w="459914">
                  <a:extLst>
                    <a:ext uri="{9D8B030D-6E8A-4147-A177-3AD203B41FA5}">
                      <a16:colId xmlns:a16="http://schemas.microsoft.com/office/drawing/2014/main" val="1411708864"/>
                    </a:ext>
                  </a:extLst>
                </a:gridCol>
                <a:gridCol w="308351">
                  <a:extLst>
                    <a:ext uri="{9D8B030D-6E8A-4147-A177-3AD203B41FA5}">
                      <a16:colId xmlns:a16="http://schemas.microsoft.com/office/drawing/2014/main" val="2852906092"/>
                    </a:ext>
                  </a:extLst>
                </a:gridCol>
                <a:gridCol w="308351">
                  <a:extLst>
                    <a:ext uri="{9D8B030D-6E8A-4147-A177-3AD203B41FA5}">
                      <a16:colId xmlns:a16="http://schemas.microsoft.com/office/drawing/2014/main" val="3158996893"/>
                    </a:ext>
                  </a:extLst>
                </a:gridCol>
                <a:gridCol w="308351">
                  <a:extLst>
                    <a:ext uri="{9D8B030D-6E8A-4147-A177-3AD203B41FA5}">
                      <a16:colId xmlns:a16="http://schemas.microsoft.com/office/drawing/2014/main" val="2999999396"/>
                    </a:ext>
                  </a:extLst>
                </a:gridCol>
                <a:gridCol w="308351">
                  <a:extLst>
                    <a:ext uri="{9D8B030D-6E8A-4147-A177-3AD203B41FA5}">
                      <a16:colId xmlns:a16="http://schemas.microsoft.com/office/drawing/2014/main" val="1332638689"/>
                    </a:ext>
                  </a:extLst>
                </a:gridCol>
                <a:gridCol w="308351">
                  <a:extLst>
                    <a:ext uri="{9D8B030D-6E8A-4147-A177-3AD203B41FA5}">
                      <a16:colId xmlns:a16="http://schemas.microsoft.com/office/drawing/2014/main" val="1459699095"/>
                    </a:ext>
                  </a:extLst>
                </a:gridCol>
                <a:gridCol w="308351">
                  <a:extLst>
                    <a:ext uri="{9D8B030D-6E8A-4147-A177-3AD203B41FA5}">
                      <a16:colId xmlns:a16="http://schemas.microsoft.com/office/drawing/2014/main" val="1330857318"/>
                    </a:ext>
                  </a:extLst>
                </a:gridCol>
                <a:gridCol w="308351">
                  <a:extLst>
                    <a:ext uri="{9D8B030D-6E8A-4147-A177-3AD203B41FA5}">
                      <a16:colId xmlns:a16="http://schemas.microsoft.com/office/drawing/2014/main" val="2430560837"/>
                    </a:ext>
                  </a:extLst>
                </a:gridCol>
                <a:gridCol w="308351">
                  <a:extLst>
                    <a:ext uri="{9D8B030D-6E8A-4147-A177-3AD203B41FA5}">
                      <a16:colId xmlns:a16="http://schemas.microsoft.com/office/drawing/2014/main" val="1544564921"/>
                    </a:ext>
                  </a:extLst>
                </a:gridCol>
                <a:gridCol w="308351">
                  <a:extLst>
                    <a:ext uri="{9D8B030D-6E8A-4147-A177-3AD203B41FA5}">
                      <a16:colId xmlns:a16="http://schemas.microsoft.com/office/drawing/2014/main" val="3224699028"/>
                    </a:ext>
                  </a:extLst>
                </a:gridCol>
                <a:gridCol w="308351">
                  <a:extLst>
                    <a:ext uri="{9D8B030D-6E8A-4147-A177-3AD203B41FA5}">
                      <a16:colId xmlns:a16="http://schemas.microsoft.com/office/drawing/2014/main" val="2886733038"/>
                    </a:ext>
                  </a:extLst>
                </a:gridCol>
                <a:gridCol w="308351">
                  <a:extLst>
                    <a:ext uri="{9D8B030D-6E8A-4147-A177-3AD203B41FA5}">
                      <a16:colId xmlns:a16="http://schemas.microsoft.com/office/drawing/2014/main" val="1133863895"/>
                    </a:ext>
                  </a:extLst>
                </a:gridCol>
                <a:gridCol w="308351">
                  <a:extLst>
                    <a:ext uri="{9D8B030D-6E8A-4147-A177-3AD203B41FA5}">
                      <a16:colId xmlns:a16="http://schemas.microsoft.com/office/drawing/2014/main" val="1263777659"/>
                    </a:ext>
                  </a:extLst>
                </a:gridCol>
                <a:gridCol w="308351">
                  <a:extLst>
                    <a:ext uri="{9D8B030D-6E8A-4147-A177-3AD203B41FA5}">
                      <a16:colId xmlns:a16="http://schemas.microsoft.com/office/drawing/2014/main" val="2791403853"/>
                    </a:ext>
                  </a:extLst>
                </a:gridCol>
                <a:gridCol w="308351">
                  <a:extLst>
                    <a:ext uri="{9D8B030D-6E8A-4147-A177-3AD203B41FA5}">
                      <a16:colId xmlns:a16="http://schemas.microsoft.com/office/drawing/2014/main" val="2463091608"/>
                    </a:ext>
                  </a:extLst>
                </a:gridCol>
                <a:gridCol w="308351">
                  <a:extLst>
                    <a:ext uri="{9D8B030D-6E8A-4147-A177-3AD203B41FA5}">
                      <a16:colId xmlns:a16="http://schemas.microsoft.com/office/drawing/2014/main" val="3782007258"/>
                    </a:ext>
                  </a:extLst>
                </a:gridCol>
                <a:gridCol w="308351">
                  <a:extLst>
                    <a:ext uri="{9D8B030D-6E8A-4147-A177-3AD203B41FA5}">
                      <a16:colId xmlns:a16="http://schemas.microsoft.com/office/drawing/2014/main" val="673084046"/>
                    </a:ext>
                  </a:extLst>
                </a:gridCol>
                <a:gridCol w="308351">
                  <a:extLst>
                    <a:ext uri="{9D8B030D-6E8A-4147-A177-3AD203B41FA5}">
                      <a16:colId xmlns:a16="http://schemas.microsoft.com/office/drawing/2014/main" val="2349754542"/>
                    </a:ext>
                  </a:extLst>
                </a:gridCol>
                <a:gridCol w="308351">
                  <a:extLst>
                    <a:ext uri="{9D8B030D-6E8A-4147-A177-3AD203B41FA5}">
                      <a16:colId xmlns:a16="http://schemas.microsoft.com/office/drawing/2014/main" val="3463260960"/>
                    </a:ext>
                  </a:extLst>
                </a:gridCol>
                <a:gridCol w="308351">
                  <a:extLst>
                    <a:ext uri="{9D8B030D-6E8A-4147-A177-3AD203B41FA5}">
                      <a16:colId xmlns:a16="http://schemas.microsoft.com/office/drawing/2014/main" val="2696076762"/>
                    </a:ext>
                  </a:extLst>
                </a:gridCol>
                <a:gridCol w="308351">
                  <a:extLst>
                    <a:ext uri="{9D8B030D-6E8A-4147-A177-3AD203B41FA5}">
                      <a16:colId xmlns:a16="http://schemas.microsoft.com/office/drawing/2014/main" val="1114107416"/>
                    </a:ext>
                  </a:extLst>
                </a:gridCol>
                <a:gridCol w="308351">
                  <a:extLst>
                    <a:ext uri="{9D8B030D-6E8A-4147-A177-3AD203B41FA5}">
                      <a16:colId xmlns:a16="http://schemas.microsoft.com/office/drawing/2014/main" val="1107988671"/>
                    </a:ext>
                  </a:extLst>
                </a:gridCol>
                <a:gridCol w="308351">
                  <a:extLst>
                    <a:ext uri="{9D8B030D-6E8A-4147-A177-3AD203B41FA5}">
                      <a16:colId xmlns:a16="http://schemas.microsoft.com/office/drawing/2014/main" val="1001391797"/>
                    </a:ext>
                  </a:extLst>
                </a:gridCol>
                <a:gridCol w="308351">
                  <a:extLst>
                    <a:ext uri="{9D8B030D-6E8A-4147-A177-3AD203B41FA5}">
                      <a16:colId xmlns:a16="http://schemas.microsoft.com/office/drawing/2014/main" val="3240573692"/>
                    </a:ext>
                  </a:extLst>
                </a:gridCol>
              </a:tblGrid>
              <a:tr h="177590">
                <a:tc rowSpan="3">
                  <a:txBody>
                    <a:bodyPr/>
                    <a:lstStyle/>
                    <a:p>
                      <a:pPr algn="ctr" fontAlgn="ctr"/>
                      <a:r>
                        <a:rPr lang="en-US" sz="1200" b="1" i="0" u="none" strike="noStrike" dirty="0" err="1">
                          <a:solidFill>
                            <a:srgbClr val="FFFFFF"/>
                          </a:solidFill>
                          <a:effectLst/>
                          <a:latin typeface="+mj-lt"/>
                        </a:rPr>
                        <a:t>Sl</a:t>
                      </a:r>
                      <a:r>
                        <a:rPr lang="en-US" sz="1200" b="1" i="0" u="none" strike="noStrike" dirty="0">
                          <a:solidFill>
                            <a:srgbClr val="FFFFFF"/>
                          </a:solidFill>
                          <a:effectLst/>
                          <a:latin typeface="+mj-lt"/>
                        </a:rPr>
                        <a:t> No</a:t>
                      </a:r>
                    </a:p>
                  </a:txBody>
                  <a:tcPr marL="3856" marR="3856" marT="3856"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solidFill>
                  </a:tcPr>
                </a:tc>
                <a:tc rowSpan="3">
                  <a:txBody>
                    <a:bodyPr/>
                    <a:lstStyle/>
                    <a:p>
                      <a:pPr algn="ctr" fontAlgn="ctr"/>
                      <a:r>
                        <a:rPr lang="en-US" sz="1200" b="1" i="0" u="none" strike="noStrike" dirty="0">
                          <a:solidFill>
                            <a:srgbClr val="FFFFFF"/>
                          </a:solidFill>
                          <a:effectLst/>
                          <a:latin typeface="+mj-lt"/>
                        </a:rPr>
                        <a:t>Module &amp; Task Reference</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solidFill>
                  </a:tcPr>
                </a:tc>
                <a:tc rowSpan="3">
                  <a:txBody>
                    <a:bodyPr/>
                    <a:lstStyle/>
                    <a:p>
                      <a:pPr algn="ctr" fontAlgn="ctr"/>
                      <a:r>
                        <a:rPr lang="en-US" sz="1200" b="1" i="0" u="none" strike="noStrike" dirty="0">
                          <a:solidFill>
                            <a:srgbClr val="FFFFFF"/>
                          </a:solidFill>
                          <a:effectLst/>
                          <a:latin typeface="+mj-lt"/>
                        </a:rPr>
                        <a:t>RFP Ref.</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solidFill>
                  </a:tcPr>
                </a:tc>
                <a:tc rowSpan="3">
                  <a:txBody>
                    <a:bodyPr/>
                    <a:lstStyle/>
                    <a:p>
                      <a:pPr algn="ctr" fontAlgn="ctr"/>
                      <a:r>
                        <a:rPr lang="en-US" sz="1200" b="1" i="0" u="none" strike="noStrike" dirty="0">
                          <a:solidFill>
                            <a:srgbClr val="FFFFFF"/>
                          </a:solidFill>
                          <a:effectLst/>
                          <a:latin typeface="+mj-lt"/>
                        </a:rPr>
                        <a:t>Task</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solidFill>
                  </a:tcPr>
                </a:tc>
                <a:tc gridSpan="12">
                  <a:txBody>
                    <a:bodyPr/>
                    <a:lstStyle/>
                    <a:p>
                      <a:pPr algn="ctr" fontAlgn="ctr"/>
                      <a:r>
                        <a:rPr lang="en-US" sz="1200" b="1" i="0" u="none" strike="noStrike" dirty="0">
                          <a:solidFill>
                            <a:srgbClr val="000000"/>
                          </a:solidFill>
                          <a:effectLst/>
                          <a:latin typeface="+mj-lt"/>
                        </a:rPr>
                        <a:t>Year 1</a:t>
                      </a:r>
                    </a:p>
                  </a:txBody>
                  <a:tcPr marL="3856" marR="3856" marT="3856" marB="0" anchor="ctr">
                    <a:lnL>
                      <a:noFill/>
                    </a:lnL>
                    <a:lnR>
                      <a:noFill/>
                    </a:lnR>
                    <a:lnT w="12700" cap="flat" cmpd="sng" algn="ctr">
                      <a:solidFill>
                        <a:schemeClr val="tx1"/>
                      </a:solidFill>
                      <a:prstDash val="solid"/>
                      <a:round/>
                      <a:headEnd type="none" w="med" len="med"/>
                      <a:tailEnd type="none" w="med" len="med"/>
                    </a:lnT>
                    <a:lnB>
                      <a:noFill/>
                    </a:lnB>
                    <a:solidFill>
                      <a:srgbClr val="92D05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12">
                  <a:txBody>
                    <a:bodyPr/>
                    <a:lstStyle/>
                    <a:p>
                      <a:pPr algn="ctr" fontAlgn="ctr"/>
                      <a:r>
                        <a:rPr lang="en-US" sz="1200" b="1" i="0" u="none" strike="noStrike" dirty="0">
                          <a:solidFill>
                            <a:srgbClr val="000000"/>
                          </a:solidFill>
                          <a:effectLst/>
                          <a:latin typeface="+mj-lt"/>
                        </a:rPr>
                        <a:t>Year 2</a:t>
                      </a:r>
                    </a:p>
                  </a:txBody>
                  <a:tcPr marL="3856" marR="3856" marT="3856"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rgbClr val="00B0F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969676721"/>
                  </a:ext>
                </a:extLst>
              </a:tr>
              <a:tr h="134109">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r>
                        <a:rPr lang="en-US" sz="900" b="1" i="0" u="none" strike="noStrike" dirty="0">
                          <a:solidFill>
                            <a:srgbClr val="000000"/>
                          </a:solidFill>
                          <a:effectLst/>
                          <a:latin typeface="+mj-lt"/>
                        </a:rPr>
                        <a:t>M1</a:t>
                      </a:r>
                    </a:p>
                  </a:txBody>
                  <a:tcPr marL="3856" marR="3856" marT="3856"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mj-lt"/>
                        </a:rPr>
                        <a:t>M2</a:t>
                      </a:r>
                    </a:p>
                  </a:txBody>
                  <a:tcPr marL="3856" marR="3856" marT="3856"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mj-lt"/>
                        </a:rPr>
                        <a:t>M3</a:t>
                      </a:r>
                    </a:p>
                  </a:txBody>
                  <a:tcPr marL="3856" marR="3856" marT="3856"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mj-lt"/>
                        </a:rPr>
                        <a:t>M4</a:t>
                      </a:r>
                    </a:p>
                  </a:txBody>
                  <a:tcPr marL="3856" marR="3856" marT="3856"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mj-lt"/>
                        </a:rPr>
                        <a:t>M5</a:t>
                      </a:r>
                    </a:p>
                  </a:txBody>
                  <a:tcPr marL="3856" marR="3856" marT="3856"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mj-lt"/>
                        </a:rPr>
                        <a:t>M6</a:t>
                      </a:r>
                    </a:p>
                  </a:txBody>
                  <a:tcPr marL="3856" marR="3856" marT="3856"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mj-lt"/>
                        </a:rPr>
                        <a:t>M7</a:t>
                      </a:r>
                    </a:p>
                  </a:txBody>
                  <a:tcPr marL="3856" marR="3856" marT="3856"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mj-lt"/>
                        </a:rPr>
                        <a:t>M8</a:t>
                      </a:r>
                    </a:p>
                  </a:txBody>
                  <a:tcPr marL="3856" marR="3856" marT="3856"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mj-lt"/>
                        </a:rPr>
                        <a:t>M9</a:t>
                      </a:r>
                    </a:p>
                  </a:txBody>
                  <a:tcPr marL="3856" marR="3856" marT="3856"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mj-lt"/>
                        </a:rPr>
                        <a:t>M10</a:t>
                      </a:r>
                    </a:p>
                  </a:txBody>
                  <a:tcPr marL="3856" marR="3856" marT="3856"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mj-lt"/>
                        </a:rPr>
                        <a:t>M11</a:t>
                      </a:r>
                    </a:p>
                  </a:txBody>
                  <a:tcPr marL="3856" marR="3856" marT="3856"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mj-lt"/>
                        </a:rPr>
                        <a:t>M12</a:t>
                      </a:r>
                    </a:p>
                  </a:txBody>
                  <a:tcPr marL="3856" marR="3856" marT="3856"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mj-lt"/>
                        </a:rPr>
                        <a:t>M1</a:t>
                      </a:r>
                    </a:p>
                  </a:txBody>
                  <a:tcPr marL="3856" marR="3856" marT="3856"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mj-lt"/>
                        </a:rPr>
                        <a:t>M2</a:t>
                      </a:r>
                    </a:p>
                  </a:txBody>
                  <a:tcPr marL="3856" marR="3856" marT="3856"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mj-lt"/>
                        </a:rPr>
                        <a:t>M3</a:t>
                      </a:r>
                    </a:p>
                  </a:txBody>
                  <a:tcPr marL="3856" marR="3856" marT="3856"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mj-lt"/>
                        </a:rPr>
                        <a:t>M4</a:t>
                      </a:r>
                    </a:p>
                  </a:txBody>
                  <a:tcPr marL="3856" marR="3856" marT="3856"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mj-lt"/>
                        </a:rPr>
                        <a:t>M5</a:t>
                      </a:r>
                    </a:p>
                  </a:txBody>
                  <a:tcPr marL="3856" marR="3856" marT="3856"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mj-lt"/>
                        </a:rPr>
                        <a:t>M6</a:t>
                      </a:r>
                    </a:p>
                  </a:txBody>
                  <a:tcPr marL="3856" marR="3856" marT="3856"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mj-lt"/>
                        </a:rPr>
                        <a:t>M7</a:t>
                      </a:r>
                    </a:p>
                  </a:txBody>
                  <a:tcPr marL="3856" marR="3856" marT="3856"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mj-lt"/>
                        </a:rPr>
                        <a:t>M8</a:t>
                      </a:r>
                    </a:p>
                  </a:txBody>
                  <a:tcPr marL="3856" marR="3856" marT="3856"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mj-lt"/>
                        </a:rPr>
                        <a:t>M9</a:t>
                      </a:r>
                    </a:p>
                  </a:txBody>
                  <a:tcPr marL="3856" marR="3856" marT="3856"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mj-lt"/>
                        </a:rPr>
                        <a:t>M10</a:t>
                      </a:r>
                    </a:p>
                  </a:txBody>
                  <a:tcPr marL="3856" marR="3856" marT="3856"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mj-lt"/>
                        </a:rPr>
                        <a:t>M11</a:t>
                      </a:r>
                    </a:p>
                  </a:txBody>
                  <a:tcPr marL="3856" marR="3856" marT="3856"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mj-lt"/>
                        </a:rPr>
                        <a:t>M12</a:t>
                      </a:r>
                    </a:p>
                  </a:txBody>
                  <a:tcPr marL="3856" marR="3856" marT="3856" marB="0" anchor="ctr">
                    <a:lnL>
                      <a:noFill/>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3069426935"/>
                  </a:ext>
                </a:extLst>
              </a:tr>
              <a:tr h="213736">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r>
                        <a:rPr lang="en-US" sz="900" b="1" i="0" u="none" strike="noStrike">
                          <a:solidFill>
                            <a:srgbClr val="A6A6A6"/>
                          </a:solidFill>
                          <a:effectLst/>
                          <a:latin typeface="+mj-lt"/>
                        </a:rPr>
                        <a:t>Aug</a:t>
                      </a:r>
                    </a:p>
                  </a:txBody>
                  <a:tcPr marL="3856" marR="3856" marT="3856"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mj-lt"/>
                        </a:rPr>
                        <a:t>Sep</a:t>
                      </a:r>
                    </a:p>
                  </a:txBody>
                  <a:tcPr marL="3856" marR="3856" marT="3856"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mj-lt"/>
                        </a:rPr>
                        <a:t>Oct</a:t>
                      </a:r>
                    </a:p>
                  </a:txBody>
                  <a:tcPr marL="3856" marR="3856" marT="3856"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mj-lt"/>
                        </a:rPr>
                        <a:t>Nov</a:t>
                      </a:r>
                    </a:p>
                  </a:txBody>
                  <a:tcPr marL="3856" marR="3856" marT="3856"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mj-lt"/>
                        </a:rPr>
                        <a:t>Dec</a:t>
                      </a:r>
                    </a:p>
                  </a:txBody>
                  <a:tcPr marL="3856" marR="3856" marT="3856"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mj-lt"/>
                        </a:rPr>
                        <a:t>Jan</a:t>
                      </a:r>
                    </a:p>
                  </a:txBody>
                  <a:tcPr marL="3856" marR="3856" marT="3856"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mj-lt"/>
                        </a:rPr>
                        <a:t>Feb</a:t>
                      </a:r>
                    </a:p>
                  </a:txBody>
                  <a:tcPr marL="3856" marR="3856" marT="3856"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mj-lt"/>
                        </a:rPr>
                        <a:t>Mar</a:t>
                      </a:r>
                    </a:p>
                  </a:txBody>
                  <a:tcPr marL="3856" marR="3856" marT="3856"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mj-lt"/>
                        </a:rPr>
                        <a:t>Apr</a:t>
                      </a:r>
                    </a:p>
                  </a:txBody>
                  <a:tcPr marL="3856" marR="3856" marT="3856"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mj-lt"/>
                        </a:rPr>
                        <a:t>May</a:t>
                      </a:r>
                    </a:p>
                  </a:txBody>
                  <a:tcPr marL="3856" marR="3856" marT="3856"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mj-lt"/>
                        </a:rPr>
                        <a:t>Jun</a:t>
                      </a:r>
                    </a:p>
                  </a:txBody>
                  <a:tcPr marL="3856" marR="3856" marT="3856"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mj-lt"/>
                        </a:rPr>
                        <a:t>Jul</a:t>
                      </a:r>
                    </a:p>
                  </a:txBody>
                  <a:tcPr marL="3856" marR="3856" marT="3856"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mj-lt"/>
                        </a:rPr>
                        <a:t>Aug</a:t>
                      </a:r>
                    </a:p>
                  </a:txBody>
                  <a:tcPr marL="3856" marR="3856" marT="3856"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mj-lt"/>
                        </a:rPr>
                        <a:t>Sep</a:t>
                      </a:r>
                    </a:p>
                  </a:txBody>
                  <a:tcPr marL="3856" marR="3856" marT="3856"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mj-lt"/>
                        </a:rPr>
                        <a:t>Oct</a:t>
                      </a:r>
                    </a:p>
                  </a:txBody>
                  <a:tcPr marL="3856" marR="3856" marT="3856"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mj-lt"/>
                        </a:rPr>
                        <a:t>Nov</a:t>
                      </a:r>
                    </a:p>
                  </a:txBody>
                  <a:tcPr marL="3856" marR="3856" marT="3856"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mj-lt"/>
                        </a:rPr>
                        <a:t>Dec</a:t>
                      </a:r>
                    </a:p>
                  </a:txBody>
                  <a:tcPr marL="3856" marR="3856" marT="3856"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mj-lt"/>
                        </a:rPr>
                        <a:t>Jan</a:t>
                      </a:r>
                    </a:p>
                  </a:txBody>
                  <a:tcPr marL="3856" marR="3856" marT="3856"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mj-lt"/>
                        </a:rPr>
                        <a:t>Feb</a:t>
                      </a:r>
                    </a:p>
                  </a:txBody>
                  <a:tcPr marL="3856" marR="3856" marT="3856"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mj-lt"/>
                        </a:rPr>
                        <a:t>Mar</a:t>
                      </a:r>
                    </a:p>
                  </a:txBody>
                  <a:tcPr marL="3856" marR="3856" marT="3856"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mj-lt"/>
                        </a:rPr>
                        <a:t>Apr</a:t>
                      </a:r>
                    </a:p>
                  </a:txBody>
                  <a:tcPr marL="3856" marR="3856" marT="3856"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mj-lt"/>
                        </a:rPr>
                        <a:t>May</a:t>
                      </a:r>
                    </a:p>
                  </a:txBody>
                  <a:tcPr marL="3856" marR="3856" marT="3856"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mj-lt"/>
                        </a:rPr>
                        <a:t>Jun</a:t>
                      </a:r>
                    </a:p>
                  </a:txBody>
                  <a:tcPr marL="3856" marR="3856" marT="3856"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mj-lt"/>
                        </a:rPr>
                        <a:t>Jul</a:t>
                      </a:r>
                    </a:p>
                  </a:txBody>
                  <a:tcPr marL="3856" marR="3856" marT="3856" marB="0"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45883298"/>
                  </a:ext>
                </a:extLst>
              </a:tr>
              <a:tr h="525469">
                <a:tc>
                  <a:txBody>
                    <a:bodyPr/>
                    <a:lstStyle/>
                    <a:p>
                      <a:pPr algn="ctr" fontAlgn="ctr"/>
                      <a:r>
                        <a:rPr lang="en-US" sz="1200" b="0" i="0" u="none" strike="noStrike" dirty="0">
                          <a:solidFill>
                            <a:srgbClr val="000000"/>
                          </a:solidFill>
                          <a:effectLst/>
                          <a:latin typeface="+mj-lt"/>
                        </a:rPr>
                        <a:t>8</a:t>
                      </a:r>
                    </a:p>
                  </a:txBody>
                  <a:tcPr marL="3856" marR="3856" marT="3856"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Verdana" panose="020B0604030504040204" pitchFamily="34" charset="0"/>
                        </a:rPr>
                        <a:t>Mod. D, Task 7</a:t>
                      </a:r>
                    </a:p>
                  </a:txBody>
                  <a:tcPr marL="3893" marR="3893" marT="389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Verdana" panose="020B0604030504040204" pitchFamily="34" charset="0"/>
                        </a:rPr>
                        <a:t>++</a:t>
                      </a:r>
                    </a:p>
                  </a:txBody>
                  <a:tcPr marL="3893" marR="3893" marT="389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b="0" i="0" u="none" strike="noStrike" dirty="0">
                          <a:solidFill>
                            <a:srgbClr val="000000"/>
                          </a:solidFill>
                          <a:effectLst/>
                          <a:latin typeface="Verdana" panose="020B0604030504040204" pitchFamily="34" charset="0"/>
                        </a:rPr>
                        <a:t>Directive on Standard of Performance Regulations (covered in Misc.)</a:t>
                      </a:r>
                    </a:p>
                  </a:txBody>
                  <a:tcPr marL="3893" marR="3893" marT="389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dirty="0">
                          <a:solidFill>
                            <a:srgbClr val="A6A6A6"/>
                          </a:solidFill>
                          <a:effectLst/>
                          <a:latin typeface="+mj-lt"/>
                        </a:rPr>
                        <a:t> </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l" fontAlgn="t"/>
                      <a:endParaRPr lang="en-US" sz="900" b="0" i="0" u="none" strike="noStrike" dirty="0">
                        <a:solidFill>
                          <a:srgbClr val="000000"/>
                        </a:solidFill>
                        <a:effectLst/>
                        <a:latin typeface="+mj-lt"/>
                      </a:endParaRPr>
                    </a:p>
                  </a:txBody>
                  <a:tcPr marL="3856" marR="3856" marT="3856" marB="0">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3856" marR="3856" marT="3856"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65995596"/>
                  </a:ext>
                </a:extLst>
              </a:tr>
              <a:tr h="351547">
                <a:tc>
                  <a:txBody>
                    <a:bodyPr/>
                    <a:lstStyle/>
                    <a:p>
                      <a:pPr algn="ctr" fontAlgn="ctr"/>
                      <a:r>
                        <a:rPr lang="en-US" sz="1200" b="0" i="0" u="none" strike="noStrike" dirty="0">
                          <a:solidFill>
                            <a:srgbClr val="963634"/>
                          </a:solidFill>
                          <a:effectLst/>
                          <a:latin typeface="+mj-lt"/>
                        </a:rPr>
                        <a:t>9</a:t>
                      </a:r>
                    </a:p>
                  </a:txBody>
                  <a:tcPr marL="3856" marR="3856" marT="3856"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963634"/>
                          </a:solidFill>
                          <a:effectLst/>
                          <a:latin typeface="Verdana" panose="020B0604030504040204" pitchFamily="34" charset="0"/>
                        </a:rPr>
                        <a:t>Mod. D, Task 8b</a:t>
                      </a:r>
                    </a:p>
                  </a:txBody>
                  <a:tcPr marL="3893" marR="3893" marT="389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963634"/>
                          </a:solidFill>
                          <a:effectLst/>
                          <a:latin typeface="Verdana" panose="020B0604030504040204" pitchFamily="34" charset="0"/>
                        </a:rPr>
                        <a:t>24</a:t>
                      </a:r>
                    </a:p>
                  </a:txBody>
                  <a:tcPr marL="3893" marR="3893" marT="389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b="0" i="0" u="none" strike="noStrike" dirty="0">
                          <a:solidFill>
                            <a:srgbClr val="963634"/>
                          </a:solidFill>
                          <a:effectLst/>
                          <a:latin typeface="Verdana" panose="020B0604030504040204" pitchFamily="34" charset="0"/>
                        </a:rPr>
                        <a:t>Develop rules &amp; framework for open-access </a:t>
                      </a:r>
                      <a:r>
                        <a:rPr lang="en-US" sz="1200" b="0" i="0" u="none" strike="noStrike" dirty="0" err="1">
                          <a:solidFill>
                            <a:srgbClr val="963634"/>
                          </a:solidFill>
                          <a:effectLst/>
                          <a:latin typeface="Verdana" panose="020B0604030504040204" pitchFamily="34" charset="0"/>
                        </a:rPr>
                        <a:t>wrt</a:t>
                      </a:r>
                      <a:r>
                        <a:rPr lang="en-US" sz="1200" b="0" i="0" u="none" strike="noStrike" dirty="0">
                          <a:solidFill>
                            <a:srgbClr val="963634"/>
                          </a:solidFill>
                          <a:effectLst/>
                          <a:latin typeface="Verdana" panose="020B0604030504040204" pitchFamily="34" charset="0"/>
                        </a:rPr>
                        <a:t> transmission</a:t>
                      </a:r>
                    </a:p>
                  </a:txBody>
                  <a:tcPr marL="3893" marR="3893" marT="3893"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6" gridSpan="24">
                  <a:txBody>
                    <a:bodyPr/>
                    <a:lstStyle/>
                    <a:p>
                      <a:pPr algn="l" fontAlgn="ctr"/>
                      <a:r>
                        <a:rPr lang="en-US" sz="900" b="1" i="0" u="none" strike="noStrike" dirty="0">
                          <a:solidFill>
                            <a:schemeClr val="bg1"/>
                          </a:solidFill>
                          <a:effectLst/>
                          <a:latin typeface="+mj-lt"/>
                        </a:rPr>
                        <a:t>Task to be taken up in Year 3 onwards</a:t>
                      </a:r>
                    </a:p>
                  </a:txBody>
                  <a:tcPr marL="3856" marR="3856" marT="385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08080"/>
                    </a:solidFill>
                  </a:tcPr>
                </a:tc>
                <a:tc rowSpan="6" hMerge="1">
                  <a:txBody>
                    <a:bodyPr/>
                    <a:lstStyle/>
                    <a:p>
                      <a:endParaRPr lang="en-US"/>
                    </a:p>
                  </a:txBody>
                  <a:tcPr/>
                </a:tc>
                <a:tc rowSpan="6" hMerge="1">
                  <a:txBody>
                    <a:bodyPr/>
                    <a:lstStyle/>
                    <a:p>
                      <a:endParaRPr lang="en-US"/>
                    </a:p>
                  </a:txBody>
                  <a:tcPr/>
                </a:tc>
                <a:tc rowSpan="6" hMerge="1">
                  <a:txBody>
                    <a:bodyPr/>
                    <a:lstStyle/>
                    <a:p>
                      <a:endParaRPr lang="en-US"/>
                    </a:p>
                  </a:txBody>
                  <a:tcPr/>
                </a:tc>
                <a:tc rowSpan="6" hMerge="1">
                  <a:txBody>
                    <a:bodyPr/>
                    <a:lstStyle/>
                    <a:p>
                      <a:endParaRPr lang="en-US"/>
                    </a:p>
                  </a:txBody>
                  <a:tcPr/>
                </a:tc>
                <a:tc rowSpan="6" hMerge="1">
                  <a:txBody>
                    <a:bodyPr/>
                    <a:lstStyle/>
                    <a:p>
                      <a:endParaRPr/>
                    </a:p>
                  </a:txBody>
                  <a:tcPr marL="3856" marR="3856" marT="3856" marB="0" anchor="ctr">
                    <a:lnL>
                      <a:noFill/>
                    </a:lnL>
                    <a:lnR>
                      <a:noFill/>
                    </a:lnR>
                    <a:lnT>
                      <a:noFill/>
                    </a:lnT>
                    <a:lnB>
                      <a:noFill/>
                    </a:lnB>
                    <a:solidFill>
                      <a:srgbClr val="808080"/>
                    </a:solidFill>
                  </a:tcPr>
                </a:tc>
                <a:tc rowSpan="6" hMerge="1">
                  <a:txBody>
                    <a:bodyPr/>
                    <a:lstStyle/>
                    <a:p>
                      <a:endParaRPr/>
                    </a:p>
                  </a:txBody>
                  <a:tcPr marL="3856" marR="3856" marT="3856" marB="0" anchor="ctr">
                    <a:lnL>
                      <a:noFill/>
                    </a:lnL>
                    <a:lnR>
                      <a:noFill/>
                    </a:lnR>
                    <a:lnT>
                      <a:noFill/>
                    </a:lnT>
                    <a:lnB>
                      <a:noFill/>
                    </a:lnB>
                    <a:solidFill>
                      <a:srgbClr val="808080"/>
                    </a:solidFill>
                  </a:tcPr>
                </a:tc>
                <a:tc rowSpan="6" hMerge="1">
                  <a:txBody>
                    <a:bodyPr/>
                    <a:lstStyle/>
                    <a:p>
                      <a:endParaRPr/>
                    </a:p>
                  </a:txBody>
                  <a:tcPr marL="3856" marR="3856" marT="3856" marB="0" anchor="ctr">
                    <a:lnL>
                      <a:noFill/>
                    </a:lnL>
                    <a:lnR>
                      <a:noFill/>
                    </a:lnR>
                    <a:lnT>
                      <a:noFill/>
                    </a:lnT>
                    <a:lnB>
                      <a:noFill/>
                    </a:lnB>
                    <a:solidFill>
                      <a:srgbClr val="808080"/>
                    </a:solidFill>
                  </a:tcPr>
                </a:tc>
                <a:tc rowSpan="6" hMerge="1">
                  <a:txBody>
                    <a:bodyPr/>
                    <a:lstStyle/>
                    <a:p>
                      <a:endParaRPr/>
                    </a:p>
                  </a:txBody>
                  <a:tcPr marL="3856" marR="3856" marT="3856" marB="0" anchor="ctr">
                    <a:lnL>
                      <a:noFill/>
                    </a:lnL>
                    <a:lnR>
                      <a:noFill/>
                    </a:lnR>
                    <a:lnT>
                      <a:noFill/>
                    </a:lnT>
                    <a:lnB>
                      <a:noFill/>
                    </a:lnB>
                    <a:solidFill>
                      <a:srgbClr val="808080"/>
                    </a:solidFill>
                  </a:tcPr>
                </a:tc>
                <a:tc rowSpan="6" hMerge="1">
                  <a:txBody>
                    <a:bodyPr/>
                    <a:lstStyle/>
                    <a:p>
                      <a:endParaRPr/>
                    </a:p>
                  </a:txBody>
                  <a:tcPr marL="3856" marR="3856" marT="3856" marB="0" anchor="ctr">
                    <a:lnL>
                      <a:noFill/>
                    </a:lnL>
                    <a:lnR>
                      <a:noFill/>
                    </a:lnR>
                    <a:lnT>
                      <a:noFill/>
                    </a:lnT>
                    <a:lnB>
                      <a:noFill/>
                    </a:lnB>
                    <a:solidFill>
                      <a:srgbClr val="808080"/>
                    </a:solidFill>
                  </a:tcPr>
                </a:tc>
                <a:tc rowSpan="6" hMerge="1">
                  <a:txBody>
                    <a:bodyPr/>
                    <a:lstStyle/>
                    <a:p>
                      <a:endParaRPr/>
                    </a:p>
                  </a:txBody>
                  <a:tcPr marL="3856" marR="3856" marT="3856" marB="0" anchor="ctr">
                    <a:lnL>
                      <a:noFill/>
                    </a:lnL>
                    <a:lnR>
                      <a:noFill/>
                    </a:lnR>
                    <a:lnT>
                      <a:noFill/>
                    </a:lnT>
                    <a:lnB>
                      <a:noFill/>
                    </a:lnB>
                    <a:solidFill>
                      <a:srgbClr val="808080"/>
                    </a:solidFill>
                  </a:tcPr>
                </a:tc>
                <a:tc rowSpan="6" hMerge="1">
                  <a:txBody>
                    <a:bodyPr/>
                    <a:lstStyle/>
                    <a:p>
                      <a:endParaRPr/>
                    </a:p>
                  </a:txBody>
                  <a:tcPr marL="3856" marR="3856" marT="3856" marB="0" anchor="ctr">
                    <a:lnL>
                      <a:noFill/>
                    </a:lnL>
                    <a:lnR>
                      <a:noFill/>
                    </a:lnR>
                    <a:lnT>
                      <a:noFill/>
                    </a:lnT>
                    <a:lnB>
                      <a:noFill/>
                    </a:lnB>
                    <a:solidFill>
                      <a:srgbClr val="808080"/>
                    </a:solidFill>
                  </a:tcPr>
                </a:tc>
                <a:tc rowSpan="6" hMerge="1">
                  <a:txBody>
                    <a:bodyPr/>
                    <a:lstStyle/>
                    <a:p>
                      <a:endParaRPr/>
                    </a:p>
                  </a:txBody>
                  <a:tcPr marL="3856" marR="3856" marT="3856" marB="0" anchor="ctr">
                    <a:lnL>
                      <a:noFill/>
                    </a:lnL>
                    <a:lnR>
                      <a:noFill/>
                    </a:lnR>
                    <a:lnT>
                      <a:noFill/>
                    </a:lnT>
                    <a:lnB>
                      <a:noFill/>
                    </a:lnB>
                    <a:solidFill>
                      <a:srgbClr val="808080"/>
                    </a:solidFill>
                  </a:tcPr>
                </a:tc>
                <a:tc rowSpan="6" hMerge="1">
                  <a:txBody>
                    <a:bodyPr/>
                    <a:lstStyle/>
                    <a:p>
                      <a:endParaRPr/>
                    </a:p>
                  </a:txBody>
                  <a:tcPr marL="3856" marR="3856" marT="3856" marB="0" anchor="ctr">
                    <a:lnL>
                      <a:noFill/>
                    </a:lnL>
                    <a:lnR>
                      <a:noFill/>
                    </a:lnR>
                    <a:lnT>
                      <a:noFill/>
                    </a:lnT>
                    <a:lnB>
                      <a:noFill/>
                    </a:lnB>
                    <a:solidFill>
                      <a:srgbClr val="808080"/>
                    </a:solidFill>
                  </a:tcPr>
                </a:tc>
                <a:tc rowSpan="6" hMerge="1">
                  <a:txBody>
                    <a:bodyPr/>
                    <a:lstStyle/>
                    <a:p>
                      <a:endParaRPr/>
                    </a:p>
                  </a:txBody>
                  <a:tcPr marL="3856" marR="3856" marT="3856" marB="0" anchor="ctr">
                    <a:lnL>
                      <a:noFill/>
                    </a:lnL>
                    <a:lnR>
                      <a:noFill/>
                    </a:lnR>
                    <a:lnT>
                      <a:noFill/>
                    </a:lnT>
                    <a:lnB>
                      <a:noFill/>
                    </a:lnB>
                    <a:solidFill>
                      <a:srgbClr val="808080"/>
                    </a:solidFill>
                  </a:tcPr>
                </a:tc>
                <a:tc rowSpan="6" hMerge="1">
                  <a:txBody>
                    <a:bodyPr/>
                    <a:lstStyle/>
                    <a:p>
                      <a:endParaRPr/>
                    </a:p>
                  </a:txBody>
                  <a:tcPr marL="3856" marR="3856" marT="3856" marB="0" anchor="ctr">
                    <a:lnL>
                      <a:noFill/>
                    </a:lnL>
                    <a:lnR>
                      <a:noFill/>
                    </a:lnR>
                    <a:lnT>
                      <a:noFill/>
                    </a:lnT>
                    <a:lnB>
                      <a:noFill/>
                    </a:lnB>
                    <a:solidFill>
                      <a:srgbClr val="808080"/>
                    </a:solidFill>
                  </a:tcPr>
                </a:tc>
                <a:tc rowSpan="6" hMerge="1">
                  <a:txBody>
                    <a:bodyPr/>
                    <a:lstStyle/>
                    <a:p>
                      <a:endParaRPr/>
                    </a:p>
                  </a:txBody>
                  <a:tcPr marL="3856" marR="3856" marT="3856" marB="0" anchor="ctr">
                    <a:lnL>
                      <a:noFill/>
                    </a:lnL>
                    <a:lnR>
                      <a:noFill/>
                    </a:lnR>
                    <a:lnT>
                      <a:noFill/>
                    </a:lnT>
                    <a:lnB>
                      <a:noFill/>
                    </a:lnB>
                    <a:solidFill>
                      <a:srgbClr val="808080"/>
                    </a:solidFill>
                  </a:tcPr>
                </a:tc>
                <a:tc rowSpan="6" hMerge="1">
                  <a:txBody>
                    <a:bodyPr/>
                    <a:lstStyle/>
                    <a:p>
                      <a:endParaRPr/>
                    </a:p>
                  </a:txBody>
                  <a:tcPr marL="3856" marR="3856" marT="3856" marB="0" anchor="ctr">
                    <a:lnL>
                      <a:noFill/>
                    </a:lnL>
                    <a:lnR>
                      <a:noFill/>
                    </a:lnR>
                    <a:lnT>
                      <a:noFill/>
                    </a:lnT>
                    <a:lnB>
                      <a:noFill/>
                    </a:lnB>
                    <a:solidFill>
                      <a:srgbClr val="808080"/>
                    </a:solidFill>
                  </a:tcPr>
                </a:tc>
                <a:tc rowSpan="6" hMerge="1">
                  <a:txBody>
                    <a:bodyPr/>
                    <a:lstStyle/>
                    <a:p>
                      <a:endParaRPr/>
                    </a:p>
                  </a:txBody>
                  <a:tcPr marL="3856" marR="3856" marT="3856" marB="0" anchor="ctr">
                    <a:lnL>
                      <a:noFill/>
                    </a:lnL>
                    <a:lnR>
                      <a:noFill/>
                    </a:lnR>
                    <a:lnT>
                      <a:noFill/>
                    </a:lnT>
                    <a:lnB>
                      <a:noFill/>
                    </a:lnB>
                    <a:solidFill>
                      <a:srgbClr val="808080"/>
                    </a:solidFill>
                  </a:tcPr>
                </a:tc>
                <a:tc rowSpan="6" hMerge="1">
                  <a:txBody>
                    <a:bodyPr/>
                    <a:lstStyle/>
                    <a:p>
                      <a:endParaRPr/>
                    </a:p>
                  </a:txBody>
                  <a:tcPr marL="3856" marR="3856" marT="3856" marB="0" anchor="ctr">
                    <a:lnL>
                      <a:noFill/>
                    </a:lnL>
                    <a:lnR>
                      <a:noFill/>
                    </a:lnR>
                    <a:lnT>
                      <a:noFill/>
                    </a:lnT>
                    <a:lnB>
                      <a:noFill/>
                    </a:lnB>
                    <a:solidFill>
                      <a:srgbClr val="808080"/>
                    </a:solidFill>
                  </a:tcPr>
                </a:tc>
                <a:tc rowSpan="6" hMerge="1">
                  <a:txBody>
                    <a:bodyPr/>
                    <a:lstStyle/>
                    <a:p>
                      <a:endParaRPr/>
                    </a:p>
                  </a:txBody>
                  <a:tcPr marL="3856" marR="3856" marT="3856" marB="0" anchor="ctr">
                    <a:lnL>
                      <a:noFill/>
                    </a:lnL>
                    <a:lnR>
                      <a:noFill/>
                    </a:lnR>
                    <a:lnT>
                      <a:noFill/>
                    </a:lnT>
                    <a:lnB>
                      <a:noFill/>
                    </a:lnB>
                    <a:solidFill>
                      <a:srgbClr val="808080"/>
                    </a:solidFill>
                  </a:tcPr>
                </a:tc>
                <a:tc rowSpan="6" hMerge="1">
                  <a:txBody>
                    <a:bodyPr/>
                    <a:lstStyle/>
                    <a:p>
                      <a:endParaRPr/>
                    </a:p>
                  </a:txBody>
                  <a:tcPr marL="3856" marR="3856" marT="3856" marB="0" anchor="ctr">
                    <a:lnL>
                      <a:noFill/>
                    </a:lnL>
                    <a:lnR>
                      <a:noFill/>
                    </a:lnR>
                    <a:lnT>
                      <a:noFill/>
                    </a:lnT>
                    <a:lnB>
                      <a:noFill/>
                    </a:lnB>
                    <a:solidFill>
                      <a:srgbClr val="808080"/>
                    </a:solidFill>
                  </a:tcPr>
                </a:tc>
                <a:tc rowSpan="6" hMerge="1">
                  <a:txBody>
                    <a:bodyPr/>
                    <a:lstStyle/>
                    <a:p>
                      <a:endParaRPr/>
                    </a:p>
                  </a:txBody>
                  <a:tcPr marL="3856" marR="3856" marT="3856" marB="0" anchor="ctr">
                    <a:lnL>
                      <a:noFill/>
                    </a:lnL>
                    <a:lnR>
                      <a:noFill/>
                    </a:lnR>
                    <a:lnT>
                      <a:noFill/>
                    </a:lnT>
                    <a:lnB>
                      <a:noFill/>
                    </a:lnB>
                    <a:solidFill>
                      <a:srgbClr val="808080"/>
                    </a:solidFill>
                  </a:tcPr>
                </a:tc>
                <a:tc rowSpan="6" hMerge="1">
                  <a:txBody>
                    <a:bodyPr/>
                    <a:lstStyle/>
                    <a:p>
                      <a:endParaRPr/>
                    </a:p>
                  </a:txBody>
                  <a:tcPr marL="3856" marR="3856" marT="3856" marB="0" anchor="ctr">
                    <a:lnL>
                      <a:noFill/>
                    </a:lnL>
                    <a:lnR>
                      <a:noFill/>
                    </a:lnR>
                    <a:lnT>
                      <a:noFill/>
                    </a:lnT>
                    <a:lnB>
                      <a:noFill/>
                    </a:lnB>
                    <a:solidFill>
                      <a:srgbClr val="808080"/>
                    </a:solidFill>
                  </a:tcPr>
                </a:tc>
                <a:extLst>
                  <a:ext uri="{0D108BD9-81ED-4DB2-BD59-A6C34878D82A}">
                    <a16:rowId xmlns:a16="http://schemas.microsoft.com/office/drawing/2014/main" val="193305993"/>
                  </a:ext>
                </a:extLst>
              </a:tr>
              <a:tr h="525469">
                <a:tc>
                  <a:txBody>
                    <a:bodyPr/>
                    <a:lstStyle/>
                    <a:p>
                      <a:pPr algn="ctr" fontAlgn="ctr"/>
                      <a:r>
                        <a:rPr lang="en-US" sz="1200" b="0" i="0" u="none" strike="noStrike" dirty="0">
                          <a:solidFill>
                            <a:srgbClr val="963634"/>
                          </a:solidFill>
                          <a:effectLst/>
                          <a:latin typeface="+mj-lt"/>
                        </a:rPr>
                        <a:t>10</a:t>
                      </a:r>
                    </a:p>
                  </a:txBody>
                  <a:tcPr marL="3856" marR="3856" marT="3856"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963634"/>
                          </a:solidFill>
                          <a:effectLst/>
                          <a:latin typeface="Verdana" panose="020B0604030504040204" pitchFamily="34" charset="0"/>
                        </a:rPr>
                        <a:t>Mod. D, Task 9</a:t>
                      </a:r>
                    </a:p>
                  </a:txBody>
                  <a:tcPr marL="3893" marR="3893" marT="389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963634"/>
                          </a:solidFill>
                          <a:effectLst/>
                          <a:latin typeface="Verdana" panose="020B0604030504040204" pitchFamily="34" charset="0"/>
                        </a:rPr>
                        <a:t>17</a:t>
                      </a:r>
                    </a:p>
                  </a:txBody>
                  <a:tcPr marL="3893" marR="3893" marT="389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b="0" i="0" u="none" strike="noStrike" dirty="0">
                          <a:solidFill>
                            <a:srgbClr val="963634"/>
                          </a:solidFill>
                          <a:effectLst/>
                          <a:latin typeface="Verdana" panose="020B0604030504040204" pitchFamily="34" charset="0"/>
                        </a:rPr>
                        <a:t>Market rules/regulations for scheduling, dispatch and settlement</a:t>
                      </a:r>
                    </a:p>
                  </a:txBody>
                  <a:tcPr marL="3893" marR="3893" marT="3893"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4"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extLst>
                  <a:ext uri="{0D108BD9-81ED-4DB2-BD59-A6C34878D82A}">
                    <a16:rowId xmlns:a16="http://schemas.microsoft.com/office/drawing/2014/main" val="1440406041"/>
                  </a:ext>
                </a:extLst>
              </a:tr>
              <a:tr h="699391">
                <a:tc>
                  <a:txBody>
                    <a:bodyPr/>
                    <a:lstStyle/>
                    <a:p>
                      <a:pPr algn="ctr" fontAlgn="ctr"/>
                      <a:r>
                        <a:rPr lang="en-US" sz="1200" b="0" i="0" u="none" strike="noStrike" dirty="0">
                          <a:solidFill>
                            <a:srgbClr val="963634"/>
                          </a:solidFill>
                          <a:effectLst/>
                          <a:latin typeface="+mj-lt"/>
                        </a:rPr>
                        <a:t>11</a:t>
                      </a:r>
                    </a:p>
                  </a:txBody>
                  <a:tcPr marL="3856" marR="3856" marT="3856"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963634"/>
                          </a:solidFill>
                          <a:effectLst/>
                          <a:latin typeface="Verdana" panose="020B0604030504040204" pitchFamily="34" charset="0"/>
                        </a:rPr>
                        <a:t>Mod. D, Task 10</a:t>
                      </a:r>
                    </a:p>
                  </a:txBody>
                  <a:tcPr marL="3893" marR="3893" marT="389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963634"/>
                          </a:solidFill>
                          <a:effectLst/>
                          <a:latin typeface="Verdana" panose="020B0604030504040204" pitchFamily="34" charset="0"/>
                        </a:rPr>
                        <a:t>22</a:t>
                      </a:r>
                    </a:p>
                  </a:txBody>
                  <a:tcPr marL="3893" marR="3893" marT="389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b="0" i="0" u="none" strike="noStrike" dirty="0">
                          <a:solidFill>
                            <a:srgbClr val="963634"/>
                          </a:solidFill>
                          <a:effectLst/>
                          <a:latin typeface="Verdana" panose="020B0604030504040204" pitchFamily="34" charset="0"/>
                        </a:rPr>
                        <a:t>Directives/rules on IRP / system analysis and planning for GTD Oversee development &amp; consultations</a:t>
                      </a:r>
                    </a:p>
                  </a:txBody>
                  <a:tcPr marL="3893" marR="3893" marT="3893"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4"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extLst>
                  <a:ext uri="{0D108BD9-81ED-4DB2-BD59-A6C34878D82A}">
                    <a16:rowId xmlns:a16="http://schemas.microsoft.com/office/drawing/2014/main" val="1747118693"/>
                  </a:ext>
                </a:extLst>
              </a:tr>
              <a:tr h="525469">
                <a:tc>
                  <a:txBody>
                    <a:bodyPr/>
                    <a:lstStyle/>
                    <a:p>
                      <a:pPr algn="ctr" fontAlgn="ctr"/>
                      <a:r>
                        <a:rPr lang="en-US" sz="1200" b="0" i="0" u="none" strike="noStrike" dirty="0">
                          <a:solidFill>
                            <a:srgbClr val="963634"/>
                          </a:solidFill>
                          <a:effectLst/>
                          <a:latin typeface="+mj-lt"/>
                        </a:rPr>
                        <a:t>12</a:t>
                      </a:r>
                    </a:p>
                  </a:txBody>
                  <a:tcPr marL="3856" marR="3856" marT="3856"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963634"/>
                          </a:solidFill>
                          <a:effectLst/>
                          <a:latin typeface="Verdana" panose="020B0604030504040204" pitchFamily="34" charset="0"/>
                        </a:rPr>
                        <a:t>Mod. D, Task 11</a:t>
                      </a:r>
                    </a:p>
                  </a:txBody>
                  <a:tcPr marL="3893" marR="3893" marT="389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963634"/>
                          </a:solidFill>
                          <a:effectLst/>
                          <a:latin typeface="Verdana" panose="020B0604030504040204" pitchFamily="34" charset="0"/>
                        </a:rPr>
                        <a:t>23</a:t>
                      </a:r>
                    </a:p>
                  </a:txBody>
                  <a:tcPr marL="3893" marR="3893" marT="389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b="0" i="0" u="none" strike="noStrike" dirty="0">
                          <a:solidFill>
                            <a:srgbClr val="963634"/>
                          </a:solidFill>
                          <a:effectLst/>
                          <a:latin typeface="Verdana" panose="020B0604030504040204" pitchFamily="34" charset="0"/>
                        </a:rPr>
                        <a:t>Directives on integration of energy efficiency &amp; demand response into sector planning </a:t>
                      </a:r>
                    </a:p>
                  </a:txBody>
                  <a:tcPr marL="3893" marR="3893" marT="3893"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4"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extLst>
                  <a:ext uri="{0D108BD9-81ED-4DB2-BD59-A6C34878D82A}">
                    <a16:rowId xmlns:a16="http://schemas.microsoft.com/office/drawing/2014/main" val="2758827625"/>
                  </a:ext>
                </a:extLst>
              </a:tr>
              <a:tr h="351547">
                <a:tc>
                  <a:txBody>
                    <a:bodyPr/>
                    <a:lstStyle/>
                    <a:p>
                      <a:pPr algn="ctr" fontAlgn="ctr"/>
                      <a:r>
                        <a:rPr lang="en-US" sz="1200" b="0" i="0" u="none" strike="noStrike" dirty="0">
                          <a:solidFill>
                            <a:srgbClr val="963634"/>
                          </a:solidFill>
                          <a:effectLst/>
                          <a:latin typeface="+mj-lt"/>
                        </a:rPr>
                        <a:t>13</a:t>
                      </a:r>
                    </a:p>
                  </a:txBody>
                  <a:tcPr marL="3856" marR="3856" marT="3856"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963634"/>
                          </a:solidFill>
                          <a:effectLst/>
                          <a:latin typeface="Verdana" panose="020B0604030504040204" pitchFamily="34" charset="0"/>
                        </a:rPr>
                        <a:t>Mod. D, Task 12</a:t>
                      </a:r>
                    </a:p>
                  </a:txBody>
                  <a:tcPr marL="3893" marR="3893" marT="389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963634"/>
                          </a:solidFill>
                          <a:effectLst/>
                          <a:latin typeface="Verdana" panose="020B0604030504040204" pitchFamily="34" charset="0"/>
                        </a:rPr>
                        <a:t>++</a:t>
                      </a:r>
                    </a:p>
                  </a:txBody>
                  <a:tcPr marL="3893" marR="3893" marT="389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b="0" i="0" u="none" strike="noStrike" dirty="0">
                          <a:solidFill>
                            <a:srgbClr val="963634"/>
                          </a:solidFill>
                          <a:effectLst/>
                          <a:latin typeface="Verdana" panose="020B0604030504040204" pitchFamily="34" charset="0"/>
                        </a:rPr>
                        <a:t>Review of Electricity Consumer's Rights Protection Directives 2023</a:t>
                      </a:r>
                    </a:p>
                  </a:txBody>
                  <a:tcPr marL="3893" marR="3893" marT="3893"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4"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extLst>
                  <a:ext uri="{0D108BD9-81ED-4DB2-BD59-A6C34878D82A}">
                    <a16:rowId xmlns:a16="http://schemas.microsoft.com/office/drawing/2014/main" val="1541965655"/>
                  </a:ext>
                </a:extLst>
              </a:tr>
              <a:tr h="351547">
                <a:tc>
                  <a:txBody>
                    <a:bodyPr/>
                    <a:lstStyle/>
                    <a:p>
                      <a:pPr algn="ctr" fontAlgn="ctr"/>
                      <a:r>
                        <a:rPr lang="en-US" sz="1200" b="0" i="0" u="none" strike="noStrike" dirty="0">
                          <a:solidFill>
                            <a:srgbClr val="963634"/>
                          </a:solidFill>
                          <a:effectLst/>
                          <a:latin typeface="+mj-lt"/>
                        </a:rPr>
                        <a:t>14</a:t>
                      </a:r>
                    </a:p>
                  </a:txBody>
                  <a:tcPr marL="3856" marR="3856" marT="3856"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963634"/>
                          </a:solidFill>
                          <a:effectLst/>
                          <a:latin typeface="Verdana" panose="020B0604030504040204" pitchFamily="34" charset="0"/>
                        </a:rPr>
                        <a:t>Mod. D, Task 13</a:t>
                      </a:r>
                    </a:p>
                  </a:txBody>
                  <a:tcPr marL="3893" marR="3893" marT="389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963634"/>
                          </a:solidFill>
                          <a:effectLst/>
                          <a:latin typeface="Verdana" panose="020B0604030504040204" pitchFamily="34" charset="0"/>
                        </a:rPr>
                        <a:t>27</a:t>
                      </a:r>
                    </a:p>
                  </a:txBody>
                  <a:tcPr marL="3893" marR="3893" marT="3893"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b="0" i="0" u="none" strike="noStrike" dirty="0">
                          <a:solidFill>
                            <a:srgbClr val="963634"/>
                          </a:solidFill>
                          <a:effectLst/>
                          <a:latin typeface="Verdana" panose="020B0604030504040204" pitchFamily="34" charset="0"/>
                        </a:rPr>
                        <a:t>Regulations on power trading (regional &amp; domestic)</a:t>
                      </a:r>
                    </a:p>
                  </a:txBody>
                  <a:tcPr marL="3893" marR="3893" marT="3893"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4"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a:p>
                  </a:txBody>
                  <a:tcPr marL="3856" marR="3856" marT="3856" marB="0" anchor="ctr">
                    <a:lnL>
                      <a:noFill/>
                    </a:lnL>
                    <a:lnR>
                      <a:noFill/>
                    </a:lnR>
                    <a:lnT>
                      <a:noFill/>
                    </a:lnT>
                    <a:lnB>
                      <a:noFill/>
                    </a:lnB>
                    <a:solidFill>
                      <a:srgbClr val="808080"/>
                    </a:solidFill>
                  </a:tcPr>
                </a:tc>
                <a:tc hMerge="1" vMerge="1">
                  <a:txBody>
                    <a:bodyPr/>
                    <a:lstStyle/>
                    <a:p>
                      <a:endParaRPr dirty="0"/>
                    </a:p>
                  </a:txBody>
                  <a:tcPr marL="3856" marR="3856" marT="3856" marB="0" anchor="ctr">
                    <a:lnL>
                      <a:noFill/>
                    </a:lnL>
                    <a:lnR>
                      <a:noFill/>
                    </a:lnR>
                    <a:lnT>
                      <a:noFill/>
                    </a:lnT>
                    <a:lnB>
                      <a:noFill/>
                    </a:lnB>
                    <a:solidFill>
                      <a:srgbClr val="808080"/>
                    </a:solidFill>
                  </a:tcPr>
                </a:tc>
                <a:extLst>
                  <a:ext uri="{0D108BD9-81ED-4DB2-BD59-A6C34878D82A}">
                    <a16:rowId xmlns:a16="http://schemas.microsoft.com/office/drawing/2014/main" val="3087224105"/>
                  </a:ext>
                </a:extLst>
              </a:tr>
            </a:tbl>
          </a:graphicData>
        </a:graphic>
      </p:graphicFrame>
    </p:spTree>
    <p:extLst>
      <p:ext uri="{BB962C8B-B14F-4D97-AF65-F5344CB8AC3E}">
        <p14:creationId xmlns:p14="http://schemas.microsoft.com/office/powerpoint/2010/main" val="3010007750"/>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a:extLst>
            <a:ext uri="{FF2B5EF4-FFF2-40B4-BE49-F238E27FC236}">
              <a16:creationId xmlns:a16="http://schemas.microsoft.com/office/drawing/2014/main" id="{0E90B801-27AA-9991-7FB6-1A202401B7E3}"/>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8355127A-F703-CFCA-9C47-BEEC4EB6BDEA}"/>
              </a:ext>
            </a:extLst>
          </p:cNvPr>
          <p:cNvGraphicFramePr>
            <a:graphicFrameLocks noChangeAspect="1"/>
          </p:cNvGraphicFramePr>
          <p:nvPr>
            <p:custDataLst>
              <p:tags r:id="rId1"/>
            </p:custDataLst>
            <p:extLst>
              <p:ext uri="{D42A27DB-BD31-4B8C-83A1-F6EECF244321}">
                <p14:modId xmlns:p14="http://schemas.microsoft.com/office/powerpoint/2010/main" val="327954224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8355127A-F703-CFCA-9C47-BEEC4EB6BDE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Title 2">
            <a:extLst>
              <a:ext uri="{FF2B5EF4-FFF2-40B4-BE49-F238E27FC236}">
                <a16:creationId xmlns:a16="http://schemas.microsoft.com/office/drawing/2014/main" id="{BB26DEC7-71A7-F794-D33E-1AD80084F7D5}"/>
              </a:ext>
            </a:extLst>
          </p:cNvPr>
          <p:cNvSpPr>
            <a:spLocks noGrp="1"/>
          </p:cNvSpPr>
          <p:nvPr>
            <p:ph type="title"/>
          </p:nvPr>
        </p:nvSpPr>
        <p:spPr>
          <a:xfrm>
            <a:off x="396779" y="3412986"/>
            <a:ext cx="12309107" cy="368439"/>
          </a:xfrm>
        </p:spPr>
        <p:txBody>
          <a:bodyPr vert="horz"/>
          <a:lstStyle/>
          <a:p>
            <a:r>
              <a:rPr lang="en-US" sz="4000" b="1" dirty="0">
                <a:solidFill>
                  <a:schemeClr val="bg1"/>
                </a:solidFill>
              </a:rPr>
              <a:t>Module E: Support in Tariff and Other related Activities</a:t>
            </a:r>
          </a:p>
        </p:txBody>
      </p:sp>
    </p:spTree>
    <p:extLst>
      <p:ext uri="{BB962C8B-B14F-4D97-AF65-F5344CB8AC3E}">
        <p14:creationId xmlns:p14="http://schemas.microsoft.com/office/powerpoint/2010/main" val="970261144"/>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9AE1E2-7566-2E9D-22AF-C58D4C402946}"/>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374353A1-65DF-291B-C2A5-99A935B37B1A}"/>
              </a:ext>
            </a:extLst>
          </p:cNvPr>
          <p:cNvGraphicFramePr>
            <a:graphicFrameLocks noChangeAspect="1"/>
          </p:cNvGraphicFramePr>
          <p:nvPr>
            <p:custDataLst>
              <p:tags r:id="rId1"/>
            </p:custDataLst>
            <p:extLst>
              <p:ext uri="{D42A27DB-BD31-4B8C-83A1-F6EECF244321}">
                <p14:modId xmlns:p14="http://schemas.microsoft.com/office/powerpoint/2010/main" val="4154710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374353A1-65DF-291B-C2A5-99A935B37B1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FF49330A-A6D6-0DA3-05B9-5DAC4FF4E0A0}"/>
              </a:ext>
            </a:extLst>
          </p:cNvPr>
          <p:cNvSpPr>
            <a:spLocks noGrp="1"/>
          </p:cNvSpPr>
          <p:nvPr>
            <p:ph type="title"/>
          </p:nvPr>
        </p:nvSpPr>
        <p:spPr/>
        <p:txBody>
          <a:bodyPr vert="horz"/>
          <a:lstStyle/>
          <a:p>
            <a:r>
              <a:rPr lang="en-US" dirty="0"/>
              <a:t>Module E: Support in Tariff and Other related Activities (1/3)</a:t>
            </a:r>
            <a:br>
              <a:rPr lang="en-US" dirty="0"/>
            </a:br>
            <a:endParaRPr lang="en-US" dirty="0"/>
          </a:p>
        </p:txBody>
      </p:sp>
      <p:sp>
        <p:nvSpPr>
          <p:cNvPr id="24" name="Oval 23">
            <a:extLst>
              <a:ext uri="{FF2B5EF4-FFF2-40B4-BE49-F238E27FC236}">
                <a16:creationId xmlns:a16="http://schemas.microsoft.com/office/drawing/2014/main" id="{53C15CB7-C638-70FB-7472-172D399F1D96}"/>
              </a:ext>
            </a:extLst>
          </p:cNvPr>
          <p:cNvSpPr/>
          <p:nvPr/>
        </p:nvSpPr>
        <p:spPr bwMode="gray">
          <a:xfrm>
            <a:off x="11551149" y="1470887"/>
            <a:ext cx="1252728" cy="560911"/>
          </a:xfrm>
          <a:prstGeom prst="ellipse">
            <a:avLst/>
          </a:prstGeom>
          <a:solidFill>
            <a:schemeClr val="accent3">
              <a:lumMod val="20000"/>
              <a:lumOff val="80000"/>
            </a:schemeClr>
          </a:solidFill>
          <a:ln w="19050" algn="ctr">
            <a:solidFill>
              <a:schemeClr val="tx1"/>
            </a:solidFill>
            <a:prstDash val="lgDash"/>
            <a:miter lim="800000"/>
            <a:headEnd/>
            <a:tailEnd/>
          </a:ln>
        </p:spPr>
        <p:txBody>
          <a:bodyPr wrap="square" lIns="88900" tIns="88900" rIns="88900" bIns="88900" rtlCol="0" anchor="ctr"/>
          <a:lstStyle/>
          <a:p>
            <a:pPr algn="ctr">
              <a:lnSpc>
                <a:spcPct val="106000"/>
              </a:lnSpc>
              <a:buFont typeface="Wingdings 2" pitchFamily="18" charset="2"/>
              <a:buNone/>
            </a:pPr>
            <a:r>
              <a:rPr lang="en-US" sz="1300" b="1" i="1" dirty="0"/>
              <a:t>4 Months</a:t>
            </a:r>
          </a:p>
        </p:txBody>
      </p:sp>
      <p:sp>
        <p:nvSpPr>
          <p:cNvPr id="43" name="TextBox 42">
            <a:extLst>
              <a:ext uri="{FF2B5EF4-FFF2-40B4-BE49-F238E27FC236}">
                <a16:creationId xmlns:a16="http://schemas.microsoft.com/office/drawing/2014/main" id="{F03023B7-9166-7A09-3151-449AC5FEF48F}"/>
              </a:ext>
            </a:extLst>
          </p:cNvPr>
          <p:cNvSpPr txBox="1"/>
          <p:nvPr/>
        </p:nvSpPr>
        <p:spPr>
          <a:xfrm>
            <a:off x="3635565" y="1347887"/>
            <a:ext cx="7612657" cy="1384995"/>
          </a:xfrm>
          <a:prstGeom prst="rect">
            <a:avLst/>
          </a:prstGeom>
          <a:solidFill>
            <a:srgbClr val="FFFFFF"/>
          </a:solidFill>
        </p:spPr>
        <p:txBody>
          <a:bodyPr wrap="square" lIns="0" tIns="0" rIns="0" bIns="0" rtlCol="0">
            <a:spAutoFit/>
          </a:bodyPr>
          <a:lstStyle/>
          <a:p>
            <a:pPr algn="just">
              <a:spcBef>
                <a:spcPts val="600"/>
              </a:spcBef>
              <a:buSzPct val="100000"/>
            </a:pPr>
            <a:r>
              <a:rPr lang="en-US" sz="1600" b="1" dirty="0">
                <a:solidFill>
                  <a:schemeClr val="accent2"/>
                </a:solidFill>
              </a:rPr>
              <a:t>Conduct transparent, efficient tariff review process &amp; approval of initial tariff application; Implement in-period reporting &amp; adjustment processes</a:t>
            </a:r>
            <a:endParaRPr lang="en-US" sz="1400" b="1" dirty="0">
              <a:solidFill>
                <a:schemeClr val="accent2"/>
              </a:solidFill>
            </a:endParaRPr>
          </a:p>
          <a:p>
            <a:pPr marL="171450" indent="-171450" algn="just">
              <a:buSzPct val="100000"/>
              <a:buFont typeface="Arial" panose="020B0604020202020204" pitchFamily="34" charset="0"/>
              <a:buChar char="•"/>
            </a:pPr>
            <a:r>
              <a:rPr lang="en-US" sz="1400" i="1" dirty="0">
                <a:solidFill>
                  <a:srgbClr val="313131"/>
                </a:solidFill>
              </a:rPr>
              <a:t>Support to ERC Staff in Initial Scrutiny of Tariff Petition, </a:t>
            </a:r>
          </a:p>
          <a:p>
            <a:pPr marL="171450" indent="-171450" algn="just">
              <a:buSzPct val="100000"/>
              <a:buFont typeface="Arial" panose="020B0604020202020204" pitchFamily="34" charset="0"/>
              <a:buChar char="•"/>
            </a:pPr>
            <a:r>
              <a:rPr lang="en-US" sz="1400" i="1" dirty="0">
                <a:solidFill>
                  <a:srgbClr val="313131"/>
                </a:solidFill>
              </a:rPr>
              <a:t>Support ERC in prudence check of ARR components</a:t>
            </a:r>
          </a:p>
          <a:p>
            <a:pPr marL="171450" indent="-171450" algn="just">
              <a:buSzPct val="100000"/>
              <a:buFont typeface="Arial" panose="020B0604020202020204" pitchFamily="34" charset="0"/>
              <a:buChar char="•"/>
            </a:pPr>
            <a:r>
              <a:rPr lang="en-US" sz="1400" i="1" dirty="0">
                <a:solidFill>
                  <a:srgbClr val="313131"/>
                </a:solidFill>
              </a:rPr>
              <a:t>Support in public consultation and tariff order issuance</a:t>
            </a:r>
          </a:p>
        </p:txBody>
      </p:sp>
      <p:sp>
        <p:nvSpPr>
          <p:cNvPr id="53" name="TextBox 52">
            <a:extLst>
              <a:ext uri="{FF2B5EF4-FFF2-40B4-BE49-F238E27FC236}">
                <a16:creationId xmlns:a16="http://schemas.microsoft.com/office/drawing/2014/main" id="{0CB180EE-2A3E-A58B-BD74-789E7C49DE1E}"/>
              </a:ext>
            </a:extLst>
          </p:cNvPr>
          <p:cNvSpPr txBox="1"/>
          <p:nvPr/>
        </p:nvSpPr>
        <p:spPr>
          <a:xfrm>
            <a:off x="3635565" y="2829375"/>
            <a:ext cx="7612657" cy="1138773"/>
          </a:xfrm>
          <a:prstGeom prst="rect">
            <a:avLst/>
          </a:prstGeom>
          <a:noFill/>
        </p:spPr>
        <p:txBody>
          <a:bodyPr wrap="square" lIns="0" tIns="0" rIns="0" bIns="0" rtlCol="0">
            <a:spAutoFit/>
          </a:bodyPr>
          <a:lstStyle/>
          <a:p>
            <a:pPr algn="just">
              <a:spcBef>
                <a:spcPts val="600"/>
              </a:spcBef>
              <a:buSzPct val="100000"/>
            </a:pPr>
            <a:r>
              <a:rPr lang="en-US" sz="1600" b="1" dirty="0">
                <a:solidFill>
                  <a:srgbClr val="43B02A"/>
                </a:solidFill>
              </a:rPr>
              <a:t>Support in Generic Tariff determination for Alternate Sources of Energy</a:t>
            </a:r>
            <a:endParaRPr lang="en-US" sz="1400" b="1" dirty="0">
              <a:solidFill>
                <a:srgbClr val="43B02A"/>
              </a:solidFill>
            </a:endParaRPr>
          </a:p>
          <a:p>
            <a:pPr marL="171450" indent="-171450" algn="just">
              <a:buSzPct val="100000"/>
              <a:buFont typeface="Arial" panose="020B0604020202020204" pitchFamily="34" charset="0"/>
              <a:buChar char="•"/>
            </a:pPr>
            <a:r>
              <a:rPr lang="en-US" sz="1400" i="1" dirty="0">
                <a:solidFill>
                  <a:srgbClr val="313131"/>
                </a:solidFill>
              </a:rPr>
              <a:t>Support in appointment of Consultant</a:t>
            </a:r>
          </a:p>
          <a:p>
            <a:pPr marL="171450" indent="-171450" algn="just">
              <a:buSzPct val="100000"/>
              <a:buFont typeface="Arial" panose="020B0604020202020204" pitchFamily="34" charset="0"/>
              <a:buChar char="•"/>
            </a:pPr>
            <a:r>
              <a:rPr lang="en-US" sz="1400" i="1" dirty="0">
                <a:solidFill>
                  <a:srgbClr val="313131"/>
                </a:solidFill>
              </a:rPr>
              <a:t>Support in benchmarking and tariff determination exercise</a:t>
            </a:r>
          </a:p>
          <a:p>
            <a:pPr marL="171450" indent="-171450" algn="just">
              <a:buSzPct val="100000"/>
              <a:buFont typeface="Arial" panose="020B0604020202020204" pitchFamily="34" charset="0"/>
              <a:buChar char="•"/>
            </a:pPr>
            <a:r>
              <a:rPr lang="en-US" sz="1400" i="1" dirty="0">
                <a:solidFill>
                  <a:srgbClr val="313131"/>
                </a:solidFill>
              </a:rPr>
              <a:t>Support in public consultation and finalization of Order for generic tariff</a:t>
            </a:r>
          </a:p>
        </p:txBody>
      </p:sp>
      <p:sp>
        <p:nvSpPr>
          <p:cNvPr id="54" name="Oval 53">
            <a:extLst>
              <a:ext uri="{FF2B5EF4-FFF2-40B4-BE49-F238E27FC236}">
                <a16:creationId xmlns:a16="http://schemas.microsoft.com/office/drawing/2014/main" id="{1C028BBB-DA17-46BA-450A-45FB5A52E43D}"/>
              </a:ext>
            </a:extLst>
          </p:cNvPr>
          <p:cNvSpPr/>
          <p:nvPr/>
        </p:nvSpPr>
        <p:spPr bwMode="gray">
          <a:xfrm>
            <a:off x="11551149" y="3110828"/>
            <a:ext cx="1252728" cy="560911"/>
          </a:xfrm>
          <a:prstGeom prst="ellipse">
            <a:avLst/>
          </a:prstGeom>
          <a:solidFill>
            <a:schemeClr val="accent3">
              <a:lumMod val="20000"/>
              <a:lumOff val="80000"/>
            </a:schemeClr>
          </a:solidFill>
          <a:ln w="19050" algn="ctr">
            <a:solidFill>
              <a:schemeClr val="tx1"/>
            </a:solidFill>
            <a:prstDash val="lgDash"/>
            <a:miter lim="800000"/>
            <a:headEnd/>
            <a:tailEnd/>
          </a:ln>
        </p:spPr>
        <p:txBody>
          <a:bodyPr wrap="square" lIns="88900" tIns="88900" rIns="88900" bIns="88900" rtlCol="0" anchor="ctr"/>
          <a:lstStyle/>
          <a:p>
            <a:pPr algn="ctr">
              <a:lnSpc>
                <a:spcPct val="106000"/>
              </a:lnSpc>
              <a:buFont typeface="Wingdings 2" pitchFamily="18" charset="2"/>
              <a:buNone/>
            </a:pPr>
            <a:r>
              <a:rPr lang="en-US" sz="1300" b="1" i="1" dirty="0"/>
              <a:t>7 Months</a:t>
            </a:r>
          </a:p>
        </p:txBody>
      </p:sp>
      <p:sp>
        <p:nvSpPr>
          <p:cNvPr id="55" name="TextBox 54">
            <a:extLst>
              <a:ext uri="{FF2B5EF4-FFF2-40B4-BE49-F238E27FC236}">
                <a16:creationId xmlns:a16="http://schemas.microsoft.com/office/drawing/2014/main" id="{E96EE9F7-335A-9638-1162-6D771015E3DB}"/>
              </a:ext>
            </a:extLst>
          </p:cNvPr>
          <p:cNvSpPr txBox="1"/>
          <p:nvPr/>
        </p:nvSpPr>
        <p:spPr>
          <a:xfrm>
            <a:off x="3688812" y="4216666"/>
            <a:ext cx="7612657" cy="1107996"/>
          </a:xfrm>
          <a:prstGeom prst="rect">
            <a:avLst/>
          </a:prstGeom>
          <a:noFill/>
        </p:spPr>
        <p:txBody>
          <a:bodyPr wrap="square" lIns="0" tIns="0" rIns="0" bIns="0" rtlCol="0">
            <a:spAutoFit/>
          </a:bodyPr>
          <a:lstStyle/>
          <a:p>
            <a:pPr algn="just">
              <a:spcBef>
                <a:spcPts val="600"/>
              </a:spcBef>
              <a:buSzPct val="100000"/>
            </a:pPr>
            <a:r>
              <a:rPr lang="en-US" sz="1600" b="1" dirty="0">
                <a:solidFill>
                  <a:srgbClr val="004F59"/>
                </a:solidFill>
              </a:rPr>
              <a:t>Engage with NEA for preparation of Regulatory Accounts</a:t>
            </a:r>
            <a:endParaRPr lang="en-US" sz="1400" b="1" dirty="0">
              <a:solidFill>
                <a:srgbClr val="004F59"/>
              </a:solidFill>
            </a:endParaRPr>
          </a:p>
          <a:p>
            <a:pPr marL="171450" indent="-171450" algn="just">
              <a:buSzPct val="100000"/>
              <a:buFont typeface="Arial" panose="020B0604020202020204" pitchFamily="34" charset="0"/>
              <a:buChar char="•"/>
            </a:pPr>
            <a:r>
              <a:rPr lang="en-US" sz="1400" i="1" dirty="0">
                <a:solidFill>
                  <a:srgbClr val="313131"/>
                </a:solidFill>
              </a:rPr>
              <a:t>Interacting with NEA officials periodically for preparation of Regulatory Accounts and other procedures</a:t>
            </a:r>
          </a:p>
          <a:p>
            <a:pPr marL="171450" indent="-171450" algn="just">
              <a:buSzPct val="100000"/>
              <a:buFont typeface="Arial" panose="020B0604020202020204" pitchFamily="34" charset="0"/>
              <a:buChar char="•"/>
            </a:pPr>
            <a:r>
              <a:rPr lang="en-US" sz="1400" i="1" dirty="0">
                <a:solidFill>
                  <a:srgbClr val="313131"/>
                </a:solidFill>
              </a:rPr>
              <a:t>Supporting ERC in handholding NEA officials</a:t>
            </a:r>
          </a:p>
          <a:p>
            <a:pPr marL="171450" indent="-171450" algn="just">
              <a:buSzPct val="100000"/>
              <a:buFont typeface="Arial" panose="020B0604020202020204" pitchFamily="34" charset="0"/>
              <a:buChar char="•"/>
            </a:pPr>
            <a:r>
              <a:rPr lang="en-US" sz="1400" i="1" dirty="0">
                <a:solidFill>
                  <a:srgbClr val="313131"/>
                </a:solidFill>
              </a:rPr>
              <a:t>Review of progress and provide necessary support to NEA/Consultant</a:t>
            </a:r>
            <a:endParaRPr lang="en-US" sz="1200" i="1" dirty="0">
              <a:solidFill>
                <a:srgbClr val="313131"/>
              </a:solidFill>
            </a:endParaRPr>
          </a:p>
        </p:txBody>
      </p:sp>
      <p:sp>
        <p:nvSpPr>
          <p:cNvPr id="56" name="Oval 55">
            <a:extLst>
              <a:ext uri="{FF2B5EF4-FFF2-40B4-BE49-F238E27FC236}">
                <a16:creationId xmlns:a16="http://schemas.microsoft.com/office/drawing/2014/main" id="{6B9D1E22-6A34-7DF6-5AA0-8C2C5B4F5590}"/>
              </a:ext>
            </a:extLst>
          </p:cNvPr>
          <p:cNvSpPr/>
          <p:nvPr/>
        </p:nvSpPr>
        <p:spPr bwMode="gray">
          <a:xfrm>
            <a:off x="11551149" y="4340844"/>
            <a:ext cx="1252728" cy="560911"/>
          </a:xfrm>
          <a:prstGeom prst="ellipse">
            <a:avLst/>
          </a:prstGeom>
          <a:solidFill>
            <a:schemeClr val="accent3">
              <a:lumMod val="20000"/>
              <a:lumOff val="80000"/>
            </a:schemeClr>
          </a:solidFill>
          <a:ln w="19050" algn="ctr">
            <a:solidFill>
              <a:schemeClr val="tx1"/>
            </a:solidFill>
            <a:prstDash val="lgDash"/>
            <a:miter lim="800000"/>
            <a:headEnd/>
            <a:tailEnd/>
          </a:ln>
        </p:spPr>
        <p:txBody>
          <a:bodyPr wrap="square" lIns="88900" tIns="88900" rIns="88900" bIns="88900" rtlCol="0" anchor="ctr"/>
          <a:lstStyle/>
          <a:p>
            <a:pPr algn="ctr">
              <a:lnSpc>
                <a:spcPct val="106000"/>
              </a:lnSpc>
              <a:buFont typeface="Wingdings 2" pitchFamily="18" charset="2"/>
              <a:buNone/>
            </a:pPr>
            <a:r>
              <a:rPr lang="en-US" sz="1300" b="1" i="1" dirty="0"/>
              <a:t>4 Months</a:t>
            </a:r>
          </a:p>
        </p:txBody>
      </p:sp>
      <p:sp>
        <p:nvSpPr>
          <p:cNvPr id="62" name="TextBox 61">
            <a:extLst>
              <a:ext uri="{FF2B5EF4-FFF2-40B4-BE49-F238E27FC236}">
                <a16:creationId xmlns:a16="http://schemas.microsoft.com/office/drawing/2014/main" id="{2C5BD076-9953-72A7-F363-497C2A8CF352}"/>
              </a:ext>
            </a:extLst>
          </p:cNvPr>
          <p:cNvSpPr txBox="1"/>
          <p:nvPr/>
        </p:nvSpPr>
        <p:spPr>
          <a:xfrm>
            <a:off x="3688812" y="5715520"/>
            <a:ext cx="7862337" cy="892552"/>
          </a:xfrm>
          <a:prstGeom prst="rect">
            <a:avLst/>
          </a:prstGeom>
          <a:noFill/>
        </p:spPr>
        <p:txBody>
          <a:bodyPr wrap="square" lIns="0" tIns="0" rIns="0" bIns="0" rtlCol="0">
            <a:spAutoFit/>
          </a:bodyPr>
          <a:lstStyle/>
          <a:p>
            <a:pPr algn="just">
              <a:spcBef>
                <a:spcPts val="600"/>
              </a:spcBef>
              <a:buSzPct val="100000"/>
            </a:pPr>
            <a:r>
              <a:rPr lang="en-US" sz="1600" b="1" dirty="0">
                <a:solidFill>
                  <a:srgbClr val="000000"/>
                </a:solidFill>
              </a:rPr>
              <a:t>Support in review of Transmission Tariff and Charges</a:t>
            </a:r>
            <a:endParaRPr lang="en-US" sz="1400" b="1" dirty="0">
              <a:solidFill>
                <a:srgbClr val="000000"/>
              </a:solidFill>
            </a:endParaRPr>
          </a:p>
          <a:p>
            <a:pPr marL="171450" indent="-171450" algn="just">
              <a:buSzPct val="100000"/>
              <a:buFont typeface="Arial" panose="020B0604020202020204" pitchFamily="34" charset="0"/>
              <a:buChar char="•"/>
            </a:pPr>
            <a:r>
              <a:rPr lang="en-US" sz="1400" i="1" dirty="0">
                <a:solidFill>
                  <a:srgbClr val="313131"/>
                </a:solidFill>
              </a:rPr>
              <a:t>Support to ERC Staff in Initial Scrutiny of Tariff Petition, </a:t>
            </a:r>
          </a:p>
          <a:p>
            <a:pPr marL="171450" indent="-171450" algn="just">
              <a:buSzPct val="100000"/>
              <a:buFont typeface="Arial" panose="020B0604020202020204" pitchFamily="34" charset="0"/>
              <a:buChar char="•"/>
            </a:pPr>
            <a:r>
              <a:rPr lang="en-US" sz="1400" i="1" dirty="0">
                <a:solidFill>
                  <a:srgbClr val="313131"/>
                </a:solidFill>
              </a:rPr>
              <a:t>Support ERC in prudence check of ARR components</a:t>
            </a:r>
          </a:p>
          <a:p>
            <a:pPr marL="171450" indent="-171450" algn="just">
              <a:buSzPct val="100000"/>
              <a:buFont typeface="Arial" panose="020B0604020202020204" pitchFamily="34" charset="0"/>
              <a:buChar char="•"/>
            </a:pPr>
            <a:r>
              <a:rPr lang="en-US" sz="1400" i="1" dirty="0">
                <a:solidFill>
                  <a:srgbClr val="313131"/>
                </a:solidFill>
              </a:rPr>
              <a:t>Support in public consultation and tariff order issuance</a:t>
            </a:r>
          </a:p>
        </p:txBody>
      </p:sp>
      <p:sp>
        <p:nvSpPr>
          <p:cNvPr id="63" name="Oval 62">
            <a:extLst>
              <a:ext uri="{FF2B5EF4-FFF2-40B4-BE49-F238E27FC236}">
                <a16:creationId xmlns:a16="http://schemas.microsoft.com/office/drawing/2014/main" id="{BF1D4BC9-8DD5-C931-4FA3-4A31975E8172}"/>
              </a:ext>
            </a:extLst>
          </p:cNvPr>
          <p:cNvSpPr/>
          <p:nvPr/>
        </p:nvSpPr>
        <p:spPr bwMode="gray">
          <a:xfrm>
            <a:off x="9572182" y="6942824"/>
            <a:ext cx="411480" cy="407719"/>
          </a:xfrm>
          <a:prstGeom prst="ellipse">
            <a:avLst/>
          </a:prstGeom>
          <a:solidFill>
            <a:srgbClr val="18F689"/>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64" name="TextBox 63">
            <a:extLst>
              <a:ext uri="{FF2B5EF4-FFF2-40B4-BE49-F238E27FC236}">
                <a16:creationId xmlns:a16="http://schemas.microsoft.com/office/drawing/2014/main" id="{048D699E-FC7E-298A-9F8D-F5BA84A0485A}"/>
              </a:ext>
            </a:extLst>
          </p:cNvPr>
          <p:cNvSpPr txBox="1"/>
          <p:nvPr/>
        </p:nvSpPr>
        <p:spPr>
          <a:xfrm>
            <a:off x="10058398" y="7080862"/>
            <a:ext cx="2594576" cy="153888"/>
          </a:xfrm>
          <a:prstGeom prst="rect">
            <a:avLst/>
          </a:prstGeom>
          <a:noFill/>
        </p:spPr>
        <p:txBody>
          <a:bodyPr wrap="square" lIns="0" tIns="0" rIns="0" bIns="0" rtlCol="0">
            <a:spAutoFit/>
          </a:bodyPr>
          <a:lstStyle/>
          <a:p>
            <a:pPr>
              <a:spcBef>
                <a:spcPts val="600"/>
              </a:spcBef>
              <a:buSzPct val="100000"/>
            </a:pPr>
            <a:r>
              <a:rPr lang="en-US" sz="1000" i="1" dirty="0">
                <a:solidFill>
                  <a:srgbClr val="313131"/>
                </a:solidFill>
              </a:rPr>
              <a:t>Requirement of External Support</a:t>
            </a:r>
          </a:p>
        </p:txBody>
      </p:sp>
      <p:sp>
        <p:nvSpPr>
          <p:cNvPr id="65" name="Oval 64">
            <a:extLst>
              <a:ext uri="{FF2B5EF4-FFF2-40B4-BE49-F238E27FC236}">
                <a16:creationId xmlns:a16="http://schemas.microsoft.com/office/drawing/2014/main" id="{9AF1C00A-824C-05FC-3713-799BBC7F3D94}"/>
              </a:ext>
            </a:extLst>
          </p:cNvPr>
          <p:cNvSpPr/>
          <p:nvPr/>
        </p:nvSpPr>
        <p:spPr bwMode="gray">
          <a:xfrm>
            <a:off x="11551149" y="5821312"/>
            <a:ext cx="1252728" cy="560911"/>
          </a:xfrm>
          <a:prstGeom prst="ellipse">
            <a:avLst/>
          </a:prstGeom>
          <a:solidFill>
            <a:schemeClr val="accent3">
              <a:lumMod val="20000"/>
              <a:lumOff val="80000"/>
            </a:schemeClr>
          </a:solidFill>
          <a:ln w="19050" algn="ctr">
            <a:solidFill>
              <a:schemeClr val="tx1"/>
            </a:solidFill>
            <a:prstDash val="lgDash"/>
            <a:miter lim="800000"/>
            <a:headEnd/>
            <a:tailEnd/>
          </a:ln>
        </p:spPr>
        <p:txBody>
          <a:bodyPr wrap="square" lIns="88900" tIns="88900" rIns="88900" bIns="88900" rtlCol="0" anchor="ctr"/>
          <a:lstStyle/>
          <a:p>
            <a:pPr algn="ctr">
              <a:lnSpc>
                <a:spcPct val="106000"/>
              </a:lnSpc>
              <a:buFont typeface="Wingdings 2" pitchFamily="18" charset="2"/>
              <a:buNone/>
            </a:pPr>
            <a:r>
              <a:rPr lang="en-US" sz="1300" b="1" i="1" dirty="0"/>
              <a:t>4 Months</a:t>
            </a:r>
          </a:p>
        </p:txBody>
      </p:sp>
      <p:sp>
        <p:nvSpPr>
          <p:cNvPr id="12" name="Freeform 11">
            <a:extLst>
              <a:ext uri="{FF2B5EF4-FFF2-40B4-BE49-F238E27FC236}">
                <a16:creationId xmlns:a16="http://schemas.microsoft.com/office/drawing/2014/main" id="{EDCD45F0-6209-B8C3-CCAA-036424E8A8A5}"/>
              </a:ext>
            </a:extLst>
          </p:cNvPr>
          <p:cNvSpPr>
            <a:spLocks/>
          </p:cNvSpPr>
          <p:nvPr/>
        </p:nvSpPr>
        <p:spPr bwMode="auto">
          <a:xfrm>
            <a:off x="879083" y="1449966"/>
            <a:ext cx="2635298" cy="1072850"/>
          </a:xfrm>
          <a:custGeom>
            <a:avLst/>
            <a:gdLst>
              <a:gd name="T0" fmla="*/ 191 w 758"/>
              <a:gd name="T1" fmla="*/ 652 h 652"/>
              <a:gd name="T2" fmla="*/ 0 w 758"/>
              <a:gd name="T3" fmla="*/ 326 h 652"/>
              <a:gd name="T4" fmla="*/ 191 w 758"/>
              <a:gd name="T5" fmla="*/ 0 h 652"/>
              <a:gd name="T6" fmla="*/ 567 w 758"/>
              <a:gd name="T7" fmla="*/ 0 h 652"/>
              <a:gd name="T8" fmla="*/ 758 w 758"/>
              <a:gd name="T9" fmla="*/ 326 h 652"/>
              <a:gd name="T10" fmla="*/ 567 w 758"/>
              <a:gd name="T11" fmla="*/ 652 h 652"/>
              <a:gd name="T12" fmla="*/ 191 w 758"/>
              <a:gd name="T13" fmla="*/ 652 h 652"/>
            </a:gdLst>
            <a:ahLst/>
            <a:cxnLst>
              <a:cxn ang="0">
                <a:pos x="T0" y="T1"/>
              </a:cxn>
              <a:cxn ang="0">
                <a:pos x="T2" y="T3"/>
              </a:cxn>
              <a:cxn ang="0">
                <a:pos x="T4" y="T5"/>
              </a:cxn>
              <a:cxn ang="0">
                <a:pos x="T6" y="T7"/>
              </a:cxn>
              <a:cxn ang="0">
                <a:pos x="T8" y="T9"/>
              </a:cxn>
              <a:cxn ang="0">
                <a:pos x="T10" y="T11"/>
              </a:cxn>
              <a:cxn ang="0">
                <a:pos x="T12" y="T13"/>
              </a:cxn>
            </a:cxnLst>
            <a:rect l="0" t="0" r="r" b="b"/>
            <a:pathLst>
              <a:path w="758" h="652">
                <a:moveTo>
                  <a:pt x="191" y="652"/>
                </a:moveTo>
                <a:lnTo>
                  <a:pt x="0" y="326"/>
                </a:lnTo>
                <a:lnTo>
                  <a:pt x="191" y="0"/>
                </a:lnTo>
                <a:lnTo>
                  <a:pt x="567" y="0"/>
                </a:lnTo>
                <a:lnTo>
                  <a:pt x="758" y="326"/>
                </a:lnTo>
                <a:lnTo>
                  <a:pt x="567" y="652"/>
                </a:lnTo>
                <a:lnTo>
                  <a:pt x="191" y="652"/>
                </a:lnTo>
                <a:close/>
              </a:path>
            </a:pathLst>
          </a:custGeom>
          <a:solidFill>
            <a:srgbClr val="046A38"/>
          </a:solidFill>
          <a:ln w="12700" cap="flat">
            <a:solidFill>
              <a:schemeClr val="bg1"/>
            </a:solidFill>
            <a:prstDash val="solid"/>
            <a:miter lim="800000"/>
            <a:headEnd/>
            <a:tailEnd/>
          </a:ln>
        </p:spPr>
        <p:txBody>
          <a:bodyPr vert="horz" wrap="square" lIns="91370" tIns="45685" rIns="91370" bIns="45685" numCol="1" anchor="ctr" anchorCtr="0" compatLnSpc="1">
            <a:prstTxWarp prst="textNoShape">
              <a:avLst/>
            </a:prstTxWarp>
          </a:bodyPr>
          <a:lstStyle/>
          <a:p>
            <a:pPr algn="ctr">
              <a:defRPr/>
            </a:pPr>
            <a:r>
              <a:rPr lang="en-US" sz="1500" b="1" dirty="0">
                <a:solidFill>
                  <a:schemeClr val="bg1"/>
                </a:solidFill>
                <a:ea typeface="ＭＳ Ｐゴシック" pitchFamily="50" charset="-128"/>
              </a:rPr>
              <a:t>Task 1 </a:t>
            </a:r>
          </a:p>
          <a:p>
            <a:pPr algn="ctr">
              <a:defRPr/>
            </a:pPr>
            <a:r>
              <a:rPr lang="en-US" sz="1500" b="1" dirty="0">
                <a:solidFill>
                  <a:schemeClr val="bg1"/>
                </a:solidFill>
                <a:ea typeface="ＭＳ Ｐゴシック" pitchFamily="50" charset="-128"/>
              </a:rPr>
              <a:t>(</a:t>
            </a:r>
            <a:r>
              <a:rPr lang="en-US" sz="1500" b="1" dirty="0" err="1">
                <a:solidFill>
                  <a:schemeClr val="bg1"/>
                </a:solidFill>
                <a:ea typeface="ＭＳ Ｐゴシック" pitchFamily="50" charset="-128"/>
              </a:rPr>
              <a:t>RfP</a:t>
            </a:r>
            <a:r>
              <a:rPr lang="en-US" sz="1500" b="1" dirty="0">
                <a:solidFill>
                  <a:schemeClr val="bg1"/>
                </a:solidFill>
                <a:ea typeface="ＭＳ Ｐゴシック" pitchFamily="50" charset="-128"/>
              </a:rPr>
              <a:t> Ref No. 15)</a:t>
            </a:r>
          </a:p>
        </p:txBody>
      </p:sp>
      <p:sp>
        <p:nvSpPr>
          <p:cNvPr id="16" name="Freeform 11">
            <a:extLst>
              <a:ext uri="{FF2B5EF4-FFF2-40B4-BE49-F238E27FC236}">
                <a16:creationId xmlns:a16="http://schemas.microsoft.com/office/drawing/2014/main" id="{9303F39F-9F23-AA96-BF89-A89EF3ED99FF}"/>
              </a:ext>
            </a:extLst>
          </p:cNvPr>
          <p:cNvSpPr>
            <a:spLocks/>
          </p:cNvSpPr>
          <p:nvPr/>
        </p:nvSpPr>
        <p:spPr bwMode="auto">
          <a:xfrm>
            <a:off x="879083" y="2947174"/>
            <a:ext cx="2635298" cy="831526"/>
          </a:xfrm>
          <a:custGeom>
            <a:avLst/>
            <a:gdLst>
              <a:gd name="T0" fmla="*/ 191 w 758"/>
              <a:gd name="T1" fmla="*/ 652 h 652"/>
              <a:gd name="T2" fmla="*/ 0 w 758"/>
              <a:gd name="T3" fmla="*/ 326 h 652"/>
              <a:gd name="T4" fmla="*/ 191 w 758"/>
              <a:gd name="T5" fmla="*/ 0 h 652"/>
              <a:gd name="T6" fmla="*/ 567 w 758"/>
              <a:gd name="T7" fmla="*/ 0 h 652"/>
              <a:gd name="T8" fmla="*/ 758 w 758"/>
              <a:gd name="T9" fmla="*/ 326 h 652"/>
              <a:gd name="T10" fmla="*/ 567 w 758"/>
              <a:gd name="T11" fmla="*/ 652 h 652"/>
              <a:gd name="T12" fmla="*/ 191 w 758"/>
              <a:gd name="T13" fmla="*/ 652 h 652"/>
            </a:gdLst>
            <a:ahLst/>
            <a:cxnLst>
              <a:cxn ang="0">
                <a:pos x="T0" y="T1"/>
              </a:cxn>
              <a:cxn ang="0">
                <a:pos x="T2" y="T3"/>
              </a:cxn>
              <a:cxn ang="0">
                <a:pos x="T4" y="T5"/>
              </a:cxn>
              <a:cxn ang="0">
                <a:pos x="T6" y="T7"/>
              </a:cxn>
              <a:cxn ang="0">
                <a:pos x="T8" y="T9"/>
              </a:cxn>
              <a:cxn ang="0">
                <a:pos x="T10" y="T11"/>
              </a:cxn>
              <a:cxn ang="0">
                <a:pos x="T12" y="T13"/>
              </a:cxn>
            </a:cxnLst>
            <a:rect l="0" t="0" r="r" b="b"/>
            <a:pathLst>
              <a:path w="758" h="652">
                <a:moveTo>
                  <a:pt x="191" y="652"/>
                </a:moveTo>
                <a:lnTo>
                  <a:pt x="0" y="326"/>
                </a:lnTo>
                <a:lnTo>
                  <a:pt x="191" y="0"/>
                </a:lnTo>
                <a:lnTo>
                  <a:pt x="567" y="0"/>
                </a:lnTo>
                <a:lnTo>
                  <a:pt x="758" y="326"/>
                </a:lnTo>
                <a:lnTo>
                  <a:pt x="567" y="652"/>
                </a:lnTo>
                <a:lnTo>
                  <a:pt x="191" y="652"/>
                </a:lnTo>
                <a:close/>
              </a:path>
            </a:pathLst>
          </a:custGeom>
          <a:solidFill>
            <a:srgbClr val="43B02A"/>
          </a:solidFill>
          <a:ln w="12700" cap="flat">
            <a:solidFill>
              <a:schemeClr val="bg1"/>
            </a:solidFill>
            <a:prstDash val="solid"/>
            <a:miter lim="800000"/>
            <a:headEnd/>
            <a:tailEnd/>
          </a:ln>
        </p:spPr>
        <p:txBody>
          <a:bodyPr vert="horz" wrap="square" lIns="91370" tIns="45685" rIns="91370" bIns="45685" numCol="1" anchor="ctr" anchorCtr="0" compatLnSpc="1">
            <a:prstTxWarp prst="textNoShape">
              <a:avLst/>
            </a:prstTxWarp>
          </a:bodyPr>
          <a:lstStyle/>
          <a:p>
            <a:pPr algn="ctr">
              <a:defRPr/>
            </a:pPr>
            <a:r>
              <a:rPr lang="en-US" sz="1500" b="1" dirty="0">
                <a:solidFill>
                  <a:schemeClr val="bg1"/>
                </a:solidFill>
                <a:ea typeface="ＭＳ Ｐゴシック" pitchFamily="50" charset="-128"/>
              </a:rPr>
              <a:t>Task 2 </a:t>
            </a:r>
          </a:p>
          <a:p>
            <a:pPr algn="ctr">
              <a:defRPr/>
            </a:pPr>
            <a:r>
              <a:rPr lang="en-US" sz="1500" b="1" dirty="0">
                <a:solidFill>
                  <a:schemeClr val="bg1"/>
                </a:solidFill>
                <a:ea typeface="ＭＳ Ｐゴシック" pitchFamily="50" charset="-128"/>
              </a:rPr>
              <a:t>(++)</a:t>
            </a:r>
          </a:p>
        </p:txBody>
      </p:sp>
      <p:sp>
        <p:nvSpPr>
          <p:cNvPr id="17" name="Freeform 11">
            <a:extLst>
              <a:ext uri="{FF2B5EF4-FFF2-40B4-BE49-F238E27FC236}">
                <a16:creationId xmlns:a16="http://schemas.microsoft.com/office/drawing/2014/main" id="{9E48312C-CA1B-04C8-5256-796176E43D3E}"/>
              </a:ext>
            </a:extLst>
          </p:cNvPr>
          <p:cNvSpPr>
            <a:spLocks/>
          </p:cNvSpPr>
          <p:nvPr/>
        </p:nvSpPr>
        <p:spPr bwMode="auto">
          <a:xfrm>
            <a:off x="873588" y="4219510"/>
            <a:ext cx="2635298" cy="1032177"/>
          </a:xfrm>
          <a:custGeom>
            <a:avLst/>
            <a:gdLst>
              <a:gd name="T0" fmla="*/ 191 w 758"/>
              <a:gd name="T1" fmla="*/ 652 h 652"/>
              <a:gd name="T2" fmla="*/ 0 w 758"/>
              <a:gd name="T3" fmla="*/ 326 h 652"/>
              <a:gd name="T4" fmla="*/ 191 w 758"/>
              <a:gd name="T5" fmla="*/ 0 h 652"/>
              <a:gd name="T6" fmla="*/ 567 w 758"/>
              <a:gd name="T7" fmla="*/ 0 h 652"/>
              <a:gd name="T8" fmla="*/ 758 w 758"/>
              <a:gd name="T9" fmla="*/ 326 h 652"/>
              <a:gd name="T10" fmla="*/ 567 w 758"/>
              <a:gd name="T11" fmla="*/ 652 h 652"/>
              <a:gd name="T12" fmla="*/ 191 w 758"/>
              <a:gd name="T13" fmla="*/ 652 h 652"/>
            </a:gdLst>
            <a:ahLst/>
            <a:cxnLst>
              <a:cxn ang="0">
                <a:pos x="T0" y="T1"/>
              </a:cxn>
              <a:cxn ang="0">
                <a:pos x="T2" y="T3"/>
              </a:cxn>
              <a:cxn ang="0">
                <a:pos x="T4" y="T5"/>
              </a:cxn>
              <a:cxn ang="0">
                <a:pos x="T6" y="T7"/>
              </a:cxn>
              <a:cxn ang="0">
                <a:pos x="T8" y="T9"/>
              </a:cxn>
              <a:cxn ang="0">
                <a:pos x="T10" y="T11"/>
              </a:cxn>
              <a:cxn ang="0">
                <a:pos x="T12" y="T13"/>
              </a:cxn>
            </a:cxnLst>
            <a:rect l="0" t="0" r="r" b="b"/>
            <a:pathLst>
              <a:path w="758" h="652">
                <a:moveTo>
                  <a:pt x="191" y="652"/>
                </a:moveTo>
                <a:lnTo>
                  <a:pt x="0" y="326"/>
                </a:lnTo>
                <a:lnTo>
                  <a:pt x="191" y="0"/>
                </a:lnTo>
                <a:lnTo>
                  <a:pt x="567" y="0"/>
                </a:lnTo>
                <a:lnTo>
                  <a:pt x="758" y="326"/>
                </a:lnTo>
                <a:lnTo>
                  <a:pt x="567" y="652"/>
                </a:lnTo>
                <a:lnTo>
                  <a:pt x="191" y="652"/>
                </a:lnTo>
                <a:close/>
              </a:path>
            </a:pathLst>
          </a:custGeom>
          <a:solidFill>
            <a:srgbClr val="004F59"/>
          </a:solidFill>
          <a:ln w="12700" cap="flat">
            <a:solidFill>
              <a:schemeClr val="bg1"/>
            </a:solidFill>
            <a:prstDash val="solid"/>
            <a:miter lim="800000"/>
            <a:headEnd/>
            <a:tailEnd/>
          </a:ln>
        </p:spPr>
        <p:txBody>
          <a:bodyPr vert="horz" wrap="square" lIns="91370" tIns="45685" rIns="91370" bIns="45685" numCol="1" anchor="ctr" anchorCtr="0" compatLnSpc="1">
            <a:prstTxWarp prst="textNoShape">
              <a:avLst/>
            </a:prstTxWarp>
          </a:bodyPr>
          <a:lstStyle/>
          <a:p>
            <a:pPr algn="ctr">
              <a:defRPr/>
            </a:pPr>
            <a:r>
              <a:rPr lang="en-US" sz="1500" b="1" dirty="0">
                <a:solidFill>
                  <a:schemeClr val="bg1"/>
                </a:solidFill>
                <a:ea typeface="ＭＳ Ｐゴシック" pitchFamily="50" charset="-128"/>
              </a:rPr>
              <a:t>Task 3 </a:t>
            </a:r>
          </a:p>
          <a:p>
            <a:pPr algn="ctr">
              <a:defRPr/>
            </a:pPr>
            <a:r>
              <a:rPr lang="en-US" sz="1500" b="1" dirty="0">
                <a:solidFill>
                  <a:schemeClr val="bg1"/>
                </a:solidFill>
                <a:ea typeface="ＭＳ Ｐゴシック" pitchFamily="50" charset="-128"/>
              </a:rPr>
              <a:t>(</a:t>
            </a:r>
            <a:r>
              <a:rPr lang="en-US" sz="1500" b="1" dirty="0" err="1">
                <a:solidFill>
                  <a:schemeClr val="bg1"/>
                </a:solidFill>
                <a:ea typeface="ＭＳ Ｐゴシック" pitchFamily="50" charset="-128"/>
              </a:rPr>
              <a:t>RfP</a:t>
            </a:r>
            <a:r>
              <a:rPr lang="en-US" sz="1500" b="1" dirty="0">
                <a:solidFill>
                  <a:schemeClr val="bg1"/>
                </a:solidFill>
                <a:ea typeface="ＭＳ Ｐゴシック" pitchFamily="50" charset="-128"/>
              </a:rPr>
              <a:t> Ref No. 14)</a:t>
            </a:r>
          </a:p>
        </p:txBody>
      </p:sp>
      <p:sp>
        <p:nvSpPr>
          <p:cNvPr id="18" name="Freeform 11">
            <a:extLst>
              <a:ext uri="{FF2B5EF4-FFF2-40B4-BE49-F238E27FC236}">
                <a16:creationId xmlns:a16="http://schemas.microsoft.com/office/drawing/2014/main" id="{635349CD-1FEA-9C99-D540-6082A05D2AD4}"/>
              </a:ext>
            </a:extLst>
          </p:cNvPr>
          <p:cNvSpPr>
            <a:spLocks/>
          </p:cNvSpPr>
          <p:nvPr/>
        </p:nvSpPr>
        <p:spPr bwMode="auto">
          <a:xfrm>
            <a:off x="873588" y="5725172"/>
            <a:ext cx="2635298" cy="831526"/>
          </a:xfrm>
          <a:custGeom>
            <a:avLst/>
            <a:gdLst>
              <a:gd name="T0" fmla="*/ 191 w 758"/>
              <a:gd name="T1" fmla="*/ 652 h 652"/>
              <a:gd name="T2" fmla="*/ 0 w 758"/>
              <a:gd name="T3" fmla="*/ 326 h 652"/>
              <a:gd name="T4" fmla="*/ 191 w 758"/>
              <a:gd name="T5" fmla="*/ 0 h 652"/>
              <a:gd name="T6" fmla="*/ 567 w 758"/>
              <a:gd name="T7" fmla="*/ 0 h 652"/>
              <a:gd name="T8" fmla="*/ 758 w 758"/>
              <a:gd name="T9" fmla="*/ 326 h 652"/>
              <a:gd name="T10" fmla="*/ 567 w 758"/>
              <a:gd name="T11" fmla="*/ 652 h 652"/>
              <a:gd name="T12" fmla="*/ 191 w 758"/>
              <a:gd name="T13" fmla="*/ 652 h 652"/>
            </a:gdLst>
            <a:ahLst/>
            <a:cxnLst>
              <a:cxn ang="0">
                <a:pos x="T0" y="T1"/>
              </a:cxn>
              <a:cxn ang="0">
                <a:pos x="T2" y="T3"/>
              </a:cxn>
              <a:cxn ang="0">
                <a:pos x="T4" y="T5"/>
              </a:cxn>
              <a:cxn ang="0">
                <a:pos x="T6" y="T7"/>
              </a:cxn>
              <a:cxn ang="0">
                <a:pos x="T8" y="T9"/>
              </a:cxn>
              <a:cxn ang="0">
                <a:pos x="T10" y="T11"/>
              </a:cxn>
              <a:cxn ang="0">
                <a:pos x="T12" y="T13"/>
              </a:cxn>
            </a:cxnLst>
            <a:rect l="0" t="0" r="r" b="b"/>
            <a:pathLst>
              <a:path w="758" h="652">
                <a:moveTo>
                  <a:pt x="191" y="652"/>
                </a:moveTo>
                <a:lnTo>
                  <a:pt x="0" y="326"/>
                </a:lnTo>
                <a:lnTo>
                  <a:pt x="191" y="0"/>
                </a:lnTo>
                <a:lnTo>
                  <a:pt x="567" y="0"/>
                </a:lnTo>
                <a:lnTo>
                  <a:pt x="758" y="326"/>
                </a:lnTo>
                <a:lnTo>
                  <a:pt x="567" y="652"/>
                </a:lnTo>
                <a:lnTo>
                  <a:pt x="191" y="652"/>
                </a:lnTo>
                <a:close/>
              </a:path>
            </a:pathLst>
          </a:custGeom>
          <a:solidFill>
            <a:srgbClr val="000000"/>
          </a:solidFill>
          <a:ln w="12700" cap="flat">
            <a:solidFill>
              <a:schemeClr val="bg1"/>
            </a:solidFill>
            <a:prstDash val="solid"/>
            <a:miter lim="800000"/>
            <a:headEnd/>
            <a:tailEnd/>
          </a:ln>
        </p:spPr>
        <p:txBody>
          <a:bodyPr vert="horz" wrap="square" lIns="91370" tIns="45685" rIns="91370" bIns="45685" numCol="1" anchor="ctr" anchorCtr="0" compatLnSpc="1">
            <a:prstTxWarp prst="textNoShape">
              <a:avLst/>
            </a:prstTxWarp>
          </a:bodyPr>
          <a:lstStyle/>
          <a:p>
            <a:pPr algn="ctr">
              <a:defRPr/>
            </a:pPr>
            <a:r>
              <a:rPr lang="en-US" sz="1500" b="1" dirty="0">
                <a:solidFill>
                  <a:schemeClr val="bg1"/>
                </a:solidFill>
                <a:ea typeface="ＭＳ Ｐゴシック" pitchFamily="50" charset="-128"/>
              </a:rPr>
              <a:t>Task 4 </a:t>
            </a:r>
          </a:p>
          <a:p>
            <a:pPr algn="ctr">
              <a:defRPr/>
            </a:pPr>
            <a:r>
              <a:rPr lang="en-US" sz="1500" b="1" dirty="0">
                <a:solidFill>
                  <a:schemeClr val="bg1"/>
                </a:solidFill>
                <a:ea typeface="ＭＳ Ｐゴシック" pitchFamily="50" charset="-128"/>
              </a:rPr>
              <a:t>(++)</a:t>
            </a:r>
          </a:p>
        </p:txBody>
      </p:sp>
      <p:sp>
        <p:nvSpPr>
          <p:cNvPr id="19" name="Oval 18">
            <a:extLst>
              <a:ext uri="{FF2B5EF4-FFF2-40B4-BE49-F238E27FC236}">
                <a16:creationId xmlns:a16="http://schemas.microsoft.com/office/drawing/2014/main" id="{3E8EA988-38E8-2DEA-7124-CF9742D856C9}"/>
              </a:ext>
            </a:extLst>
          </p:cNvPr>
          <p:cNvSpPr/>
          <p:nvPr/>
        </p:nvSpPr>
        <p:spPr bwMode="gray">
          <a:xfrm>
            <a:off x="347449" y="3183204"/>
            <a:ext cx="411480" cy="407719"/>
          </a:xfrm>
          <a:prstGeom prst="ellipse">
            <a:avLst/>
          </a:prstGeom>
          <a:solidFill>
            <a:schemeClr val="accent2">
              <a:lumMod val="60000"/>
              <a:lumOff val="40000"/>
            </a:schemeClr>
          </a:solidFill>
          <a:ln w="19050" algn="ctr">
            <a:noFill/>
            <a:miter lim="800000"/>
            <a:headEnd/>
            <a:tailEnd/>
          </a:ln>
        </p:spPr>
        <p:txBody>
          <a:bodyPr wrap="square" lIns="88900" tIns="88900" rIns="88900" bIns="88900" rtlCol="0" anchor="ctr"/>
          <a:lstStyle/>
          <a:p>
            <a:pPr algn="ctr">
              <a:lnSpc>
                <a:spcPct val="106000"/>
              </a:lnSpc>
            </a:pPr>
            <a:endParaRPr lang="en-US" sz="1500" b="1" dirty="0">
              <a:solidFill>
                <a:schemeClr val="bg1"/>
              </a:solidFill>
            </a:endParaRPr>
          </a:p>
        </p:txBody>
      </p:sp>
      <p:sp>
        <p:nvSpPr>
          <p:cNvPr id="2" name="TextBox 1">
            <a:extLst>
              <a:ext uri="{FF2B5EF4-FFF2-40B4-BE49-F238E27FC236}">
                <a16:creationId xmlns:a16="http://schemas.microsoft.com/office/drawing/2014/main" id="{0949A590-0D92-979D-33E3-798CE0B99F60}"/>
              </a:ext>
            </a:extLst>
          </p:cNvPr>
          <p:cNvSpPr txBox="1"/>
          <p:nvPr/>
        </p:nvSpPr>
        <p:spPr>
          <a:xfrm>
            <a:off x="736293" y="7044833"/>
            <a:ext cx="6720288" cy="276999"/>
          </a:xfrm>
          <a:prstGeom prst="rect">
            <a:avLst/>
          </a:prstGeom>
          <a:noFill/>
        </p:spPr>
        <p:txBody>
          <a:bodyPr wrap="square">
            <a:spAutoFit/>
          </a:bodyPr>
          <a:lstStyle/>
          <a:p>
            <a:r>
              <a:rPr lang="en-US" sz="1200" b="1" i="1" dirty="0">
                <a:solidFill>
                  <a:srgbClr val="313131"/>
                </a:solidFill>
              </a:rPr>
              <a:t>Note:</a:t>
            </a:r>
            <a:r>
              <a:rPr lang="en-US" sz="1200" i="1" dirty="0">
                <a:solidFill>
                  <a:srgbClr val="313131"/>
                </a:solidFill>
              </a:rPr>
              <a:t> “++” denotes additional inclusion beyond mentioned scope in </a:t>
            </a:r>
            <a:r>
              <a:rPr lang="en-US" sz="1200" i="1" dirty="0" err="1">
                <a:solidFill>
                  <a:srgbClr val="313131"/>
                </a:solidFill>
              </a:rPr>
              <a:t>RfP</a:t>
            </a:r>
            <a:endParaRPr lang="en-US" sz="1200" dirty="0"/>
          </a:p>
        </p:txBody>
      </p:sp>
    </p:spTree>
    <p:extLst>
      <p:ext uri="{BB962C8B-B14F-4D97-AF65-F5344CB8AC3E}">
        <p14:creationId xmlns:p14="http://schemas.microsoft.com/office/powerpoint/2010/main" val="16002387"/>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977A7C-5947-1997-C436-A7BCAA32F2A0}"/>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E9CA51A8-D36D-0EB8-DE51-66FB7A20B842}"/>
              </a:ext>
            </a:extLst>
          </p:cNvPr>
          <p:cNvGraphicFramePr>
            <a:graphicFrameLocks noChangeAspect="1"/>
          </p:cNvGraphicFramePr>
          <p:nvPr>
            <p:custDataLst>
              <p:tags r:id="rId1"/>
            </p:custDataLst>
            <p:extLst>
              <p:ext uri="{D42A27DB-BD31-4B8C-83A1-F6EECF244321}">
                <p14:modId xmlns:p14="http://schemas.microsoft.com/office/powerpoint/2010/main" val="34775754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E9CA51A8-D36D-0EB8-DE51-66FB7A20B84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92CFB2A5-8779-1323-3DCF-5D6EFA84EA94}"/>
              </a:ext>
            </a:extLst>
          </p:cNvPr>
          <p:cNvSpPr>
            <a:spLocks noGrp="1"/>
          </p:cNvSpPr>
          <p:nvPr>
            <p:ph type="title"/>
          </p:nvPr>
        </p:nvSpPr>
        <p:spPr/>
        <p:txBody>
          <a:bodyPr vert="horz"/>
          <a:lstStyle/>
          <a:p>
            <a:r>
              <a:rPr lang="en-US" dirty="0"/>
              <a:t>Module E: Support in Tariff and Other related Activities (2/3)</a:t>
            </a:r>
            <a:br>
              <a:rPr lang="en-US" dirty="0"/>
            </a:br>
            <a:endParaRPr lang="en-US" dirty="0"/>
          </a:p>
        </p:txBody>
      </p:sp>
      <p:sp>
        <p:nvSpPr>
          <p:cNvPr id="24" name="Oval 23">
            <a:extLst>
              <a:ext uri="{FF2B5EF4-FFF2-40B4-BE49-F238E27FC236}">
                <a16:creationId xmlns:a16="http://schemas.microsoft.com/office/drawing/2014/main" id="{824D7AA0-27BF-4305-614C-C1DE8A8F9FD2}"/>
              </a:ext>
            </a:extLst>
          </p:cNvPr>
          <p:cNvSpPr/>
          <p:nvPr/>
        </p:nvSpPr>
        <p:spPr bwMode="gray">
          <a:xfrm>
            <a:off x="11584201" y="1449927"/>
            <a:ext cx="1252728" cy="560911"/>
          </a:xfrm>
          <a:prstGeom prst="ellipse">
            <a:avLst/>
          </a:prstGeom>
          <a:solidFill>
            <a:schemeClr val="accent3">
              <a:lumMod val="20000"/>
              <a:lumOff val="80000"/>
            </a:schemeClr>
          </a:solidFill>
          <a:ln w="19050" algn="ctr">
            <a:solidFill>
              <a:schemeClr val="tx1"/>
            </a:solidFill>
            <a:prstDash val="lgDash"/>
            <a:miter lim="800000"/>
            <a:headEnd/>
            <a:tailEnd/>
          </a:ln>
        </p:spPr>
        <p:txBody>
          <a:bodyPr wrap="square" lIns="88900" tIns="88900" rIns="88900" bIns="88900" rtlCol="0" anchor="ctr"/>
          <a:lstStyle/>
          <a:p>
            <a:pPr algn="ctr">
              <a:lnSpc>
                <a:spcPct val="106000"/>
              </a:lnSpc>
              <a:buFont typeface="Wingdings 2" pitchFamily="18" charset="2"/>
              <a:buNone/>
            </a:pPr>
            <a:r>
              <a:rPr lang="en-US" sz="1300" b="1" i="1" dirty="0"/>
              <a:t>3 Months</a:t>
            </a:r>
          </a:p>
        </p:txBody>
      </p:sp>
      <p:sp>
        <p:nvSpPr>
          <p:cNvPr id="43" name="TextBox 42">
            <a:extLst>
              <a:ext uri="{FF2B5EF4-FFF2-40B4-BE49-F238E27FC236}">
                <a16:creationId xmlns:a16="http://schemas.microsoft.com/office/drawing/2014/main" id="{A6859E83-8C68-C4FE-83DE-FCDFC3A4E5FB}"/>
              </a:ext>
            </a:extLst>
          </p:cNvPr>
          <p:cNvSpPr txBox="1"/>
          <p:nvPr/>
        </p:nvSpPr>
        <p:spPr>
          <a:xfrm>
            <a:off x="3635565" y="1377727"/>
            <a:ext cx="7535539" cy="892552"/>
          </a:xfrm>
          <a:prstGeom prst="rect">
            <a:avLst/>
          </a:prstGeom>
          <a:solidFill>
            <a:srgbClr val="FFFFFF"/>
          </a:solidFill>
        </p:spPr>
        <p:txBody>
          <a:bodyPr wrap="square" lIns="0" tIns="0" rIns="0" bIns="0" rtlCol="0">
            <a:spAutoFit/>
          </a:bodyPr>
          <a:lstStyle/>
          <a:p>
            <a:pPr algn="just">
              <a:spcBef>
                <a:spcPts val="600"/>
              </a:spcBef>
              <a:buSzPct val="100000"/>
            </a:pPr>
            <a:r>
              <a:rPr lang="en-US" sz="1600" b="1" dirty="0">
                <a:solidFill>
                  <a:schemeClr val="accent2"/>
                </a:solidFill>
              </a:rPr>
              <a:t>Engage with NEA for tariff application preparation</a:t>
            </a:r>
            <a:endParaRPr lang="en-US" sz="1400" b="1" dirty="0">
              <a:solidFill>
                <a:schemeClr val="accent2"/>
              </a:solidFill>
            </a:endParaRPr>
          </a:p>
          <a:p>
            <a:pPr marL="171450" indent="-171450" algn="just">
              <a:buSzPct val="100000"/>
              <a:buFont typeface="Arial" panose="020B0604020202020204" pitchFamily="34" charset="0"/>
              <a:buChar char="•"/>
            </a:pPr>
            <a:r>
              <a:rPr lang="en-US" sz="1400" i="1" dirty="0">
                <a:solidFill>
                  <a:srgbClr val="313131"/>
                </a:solidFill>
              </a:rPr>
              <a:t>Undertake a workshop for providing guidance of requirements of Tariff Regulations and formats</a:t>
            </a:r>
          </a:p>
          <a:p>
            <a:pPr marL="171450" indent="-171450" algn="just">
              <a:buSzPct val="100000"/>
              <a:buFont typeface="Arial" panose="020B0604020202020204" pitchFamily="34" charset="0"/>
              <a:buChar char="•"/>
            </a:pPr>
            <a:r>
              <a:rPr lang="en-US" sz="1400" i="1" dirty="0">
                <a:solidFill>
                  <a:srgbClr val="313131"/>
                </a:solidFill>
              </a:rPr>
              <a:t>Continual doubt clarification as and when required</a:t>
            </a:r>
          </a:p>
        </p:txBody>
      </p:sp>
      <p:sp>
        <p:nvSpPr>
          <p:cNvPr id="53" name="TextBox 52">
            <a:extLst>
              <a:ext uri="{FF2B5EF4-FFF2-40B4-BE49-F238E27FC236}">
                <a16:creationId xmlns:a16="http://schemas.microsoft.com/office/drawing/2014/main" id="{E4075289-6A85-BFEC-3539-88A70D77461F}"/>
              </a:ext>
            </a:extLst>
          </p:cNvPr>
          <p:cNvSpPr txBox="1"/>
          <p:nvPr/>
        </p:nvSpPr>
        <p:spPr>
          <a:xfrm>
            <a:off x="3635565" y="2656015"/>
            <a:ext cx="7535539" cy="1107996"/>
          </a:xfrm>
          <a:prstGeom prst="rect">
            <a:avLst/>
          </a:prstGeom>
          <a:noFill/>
        </p:spPr>
        <p:txBody>
          <a:bodyPr wrap="square" lIns="0" tIns="0" rIns="0" bIns="0" rtlCol="0">
            <a:spAutoFit/>
          </a:bodyPr>
          <a:lstStyle/>
          <a:p>
            <a:pPr algn="just">
              <a:spcBef>
                <a:spcPts val="600"/>
              </a:spcBef>
              <a:buSzPct val="100000"/>
            </a:pPr>
            <a:r>
              <a:rPr lang="en-US" sz="1600" b="1" dirty="0">
                <a:solidFill>
                  <a:srgbClr val="43B02A"/>
                </a:solidFill>
              </a:rPr>
              <a:t>Engage with NEA for undertaking a Cost-of-service (</a:t>
            </a:r>
            <a:r>
              <a:rPr lang="en-US" sz="1600" b="1" dirty="0" err="1">
                <a:solidFill>
                  <a:srgbClr val="43B02A"/>
                </a:solidFill>
              </a:rPr>
              <a:t>CoS</a:t>
            </a:r>
            <a:r>
              <a:rPr lang="en-US" sz="1600" b="1" dirty="0">
                <a:solidFill>
                  <a:srgbClr val="43B02A"/>
                </a:solidFill>
              </a:rPr>
              <a:t>) Study</a:t>
            </a:r>
            <a:endParaRPr lang="en-US" sz="1400" b="1" dirty="0">
              <a:solidFill>
                <a:srgbClr val="43B02A"/>
              </a:solidFill>
            </a:endParaRPr>
          </a:p>
          <a:p>
            <a:pPr marL="171450" indent="-171450" algn="just">
              <a:buSzPct val="100000"/>
              <a:buFont typeface="Arial" panose="020B0604020202020204" pitchFamily="34" charset="0"/>
              <a:buChar char="•"/>
            </a:pPr>
            <a:r>
              <a:rPr lang="en-US" sz="1400" i="1" dirty="0">
                <a:solidFill>
                  <a:srgbClr val="313131"/>
                </a:solidFill>
              </a:rPr>
              <a:t>Review of existing approaches to </a:t>
            </a:r>
            <a:r>
              <a:rPr lang="en-US" sz="1400" i="1" dirty="0" err="1">
                <a:solidFill>
                  <a:srgbClr val="313131"/>
                </a:solidFill>
              </a:rPr>
              <a:t>CoS</a:t>
            </a:r>
            <a:r>
              <a:rPr lang="en-US" sz="1400" i="1" dirty="0">
                <a:solidFill>
                  <a:srgbClr val="313131"/>
                </a:solidFill>
              </a:rPr>
              <a:t> </a:t>
            </a:r>
          </a:p>
          <a:p>
            <a:pPr marL="171450" indent="-171450" algn="just">
              <a:buSzPct val="100000"/>
              <a:buFont typeface="Arial" panose="020B0604020202020204" pitchFamily="34" charset="0"/>
              <a:buChar char="•"/>
            </a:pPr>
            <a:r>
              <a:rPr lang="en-US" sz="1400" i="1" dirty="0">
                <a:solidFill>
                  <a:srgbClr val="313131"/>
                </a:solidFill>
              </a:rPr>
              <a:t>Drafting and finalization of a Concept paper for undertaking </a:t>
            </a:r>
            <a:r>
              <a:rPr lang="en-US" sz="1400" i="1" dirty="0" err="1">
                <a:solidFill>
                  <a:srgbClr val="313131"/>
                </a:solidFill>
              </a:rPr>
              <a:t>CoS</a:t>
            </a:r>
            <a:r>
              <a:rPr lang="en-US" sz="1400" i="1" dirty="0">
                <a:solidFill>
                  <a:srgbClr val="313131"/>
                </a:solidFill>
              </a:rPr>
              <a:t> Model</a:t>
            </a:r>
          </a:p>
          <a:p>
            <a:pPr marL="171450" indent="-171450" algn="just">
              <a:buSzPct val="100000"/>
              <a:buFont typeface="Arial" panose="020B0604020202020204" pitchFamily="34" charset="0"/>
              <a:buChar char="•"/>
            </a:pPr>
            <a:r>
              <a:rPr lang="en-US" sz="1400" i="1" dirty="0">
                <a:solidFill>
                  <a:srgbClr val="313131"/>
                </a:solidFill>
              </a:rPr>
              <a:t>Support to ERC in coordinating with NEA on the </a:t>
            </a:r>
            <a:r>
              <a:rPr lang="en-US" sz="1400" i="1" dirty="0" err="1">
                <a:solidFill>
                  <a:srgbClr val="313131"/>
                </a:solidFill>
              </a:rPr>
              <a:t>CoS</a:t>
            </a:r>
            <a:r>
              <a:rPr lang="en-US" sz="1400" i="1" dirty="0">
                <a:solidFill>
                  <a:srgbClr val="313131"/>
                </a:solidFill>
              </a:rPr>
              <a:t> study</a:t>
            </a:r>
          </a:p>
          <a:p>
            <a:pPr marL="171450" indent="-171450" algn="just">
              <a:buSzPct val="100000"/>
              <a:buFont typeface="Arial" panose="020B0604020202020204" pitchFamily="34" charset="0"/>
              <a:buChar char="•"/>
            </a:pPr>
            <a:r>
              <a:rPr lang="en-US" sz="1400" i="1" dirty="0">
                <a:solidFill>
                  <a:srgbClr val="313131"/>
                </a:solidFill>
              </a:rPr>
              <a:t>Support ERC in review of findings</a:t>
            </a:r>
          </a:p>
        </p:txBody>
      </p:sp>
      <p:sp>
        <p:nvSpPr>
          <p:cNvPr id="54" name="Oval 53">
            <a:extLst>
              <a:ext uri="{FF2B5EF4-FFF2-40B4-BE49-F238E27FC236}">
                <a16:creationId xmlns:a16="http://schemas.microsoft.com/office/drawing/2014/main" id="{00CECE2F-D5DE-69A8-36AB-1402BD21B474}"/>
              </a:ext>
            </a:extLst>
          </p:cNvPr>
          <p:cNvSpPr/>
          <p:nvPr/>
        </p:nvSpPr>
        <p:spPr bwMode="gray">
          <a:xfrm>
            <a:off x="11584201" y="2764343"/>
            <a:ext cx="1252728" cy="560911"/>
          </a:xfrm>
          <a:prstGeom prst="ellipse">
            <a:avLst/>
          </a:prstGeom>
          <a:solidFill>
            <a:schemeClr val="accent3">
              <a:lumMod val="20000"/>
              <a:lumOff val="80000"/>
            </a:schemeClr>
          </a:solidFill>
          <a:ln w="19050" algn="ctr">
            <a:solidFill>
              <a:schemeClr val="tx1"/>
            </a:solidFill>
            <a:prstDash val="lgDash"/>
            <a:miter lim="800000"/>
            <a:headEnd/>
            <a:tailEnd/>
          </a:ln>
        </p:spPr>
        <p:txBody>
          <a:bodyPr wrap="square" lIns="88900" tIns="88900" rIns="88900" bIns="88900" rtlCol="0" anchor="ctr"/>
          <a:lstStyle/>
          <a:p>
            <a:pPr algn="ctr">
              <a:lnSpc>
                <a:spcPct val="106000"/>
              </a:lnSpc>
              <a:buFont typeface="Wingdings 2" pitchFamily="18" charset="2"/>
              <a:buNone/>
            </a:pPr>
            <a:r>
              <a:rPr lang="en-US" sz="1300" b="1" i="1" dirty="0"/>
              <a:t>TBD</a:t>
            </a:r>
          </a:p>
        </p:txBody>
      </p:sp>
      <p:sp>
        <p:nvSpPr>
          <p:cNvPr id="55" name="TextBox 54">
            <a:extLst>
              <a:ext uri="{FF2B5EF4-FFF2-40B4-BE49-F238E27FC236}">
                <a16:creationId xmlns:a16="http://schemas.microsoft.com/office/drawing/2014/main" id="{F414C13D-FE9D-CA20-1763-DA18CE79143D}"/>
              </a:ext>
            </a:extLst>
          </p:cNvPr>
          <p:cNvSpPr txBox="1"/>
          <p:nvPr/>
        </p:nvSpPr>
        <p:spPr>
          <a:xfrm>
            <a:off x="3635565" y="4258647"/>
            <a:ext cx="7535539" cy="1138773"/>
          </a:xfrm>
          <a:prstGeom prst="rect">
            <a:avLst/>
          </a:prstGeom>
          <a:noFill/>
        </p:spPr>
        <p:txBody>
          <a:bodyPr wrap="square" lIns="0" tIns="0" rIns="0" bIns="0" rtlCol="0">
            <a:spAutoFit/>
          </a:bodyPr>
          <a:lstStyle/>
          <a:p>
            <a:pPr algn="just">
              <a:spcBef>
                <a:spcPts val="600"/>
              </a:spcBef>
              <a:buSzPct val="100000"/>
            </a:pPr>
            <a:r>
              <a:rPr lang="en-US" sz="1600" b="1" dirty="0">
                <a:solidFill>
                  <a:srgbClr val="004F59"/>
                </a:solidFill>
              </a:rPr>
              <a:t>Support in review of Tariff for new HEPs (selling power to Distribution Licensees) </a:t>
            </a:r>
            <a:endParaRPr lang="en-US" sz="1400" b="1" dirty="0">
              <a:solidFill>
                <a:srgbClr val="004F59"/>
              </a:solidFill>
            </a:endParaRPr>
          </a:p>
          <a:p>
            <a:pPr marL="171450" indent="-171450" algn="just">
              <a:buSzPct val="100000"/>
              <a:buFont typeface="Arial" panose="020B0604020202020204" pitchFamily="34" charset="0"/>
              <a:buChar char="•"/>
            </a:pPr>
            <a:r>
              <a:rPr lang="en-US" sz="1400" i="1" dirty="0">
                <a:solidFill>
                  <a:srgbClr val="313131"/>
                </a:solidFill>
              </a:rPr>
              <a:t>Support to ERC Staff in Initial Scrutiny of Tariff Petition, </a:t>
            </a:r>
          </a:p>
          <a:p>
            <a:pPr marL="171450" indent="-171450" algn="just">
              <a:buSzPct val="100000"/>
              <a:buFont typeface="Arial" panose="020B0604020202020204" pitchFamily="34" charset="0"/>
              <a:buChar char="•"/>
            </a:pPr>
            <a:r>
              <a:rPr lang="en-US" sz="1400" i="1" dirty="0">
                <a:solidFill>
                  <a:srgbClr val="313131"/>
                </a:solidFill>
              </a:rPr>
              <a:t>Support ERC in prudence check of ARR components</a:t>
            </a:r>
          </a:p>
          <a:p>
            <a:pPr marL="171450" indent="-171450" algn="just">
              <a:buSzPct val="100000"/>
              <a:buFont typeface="Arial" panose="020B0604020202020204" pitchFamily="34" charset="0"/>
              <a:buChar char="•"/>
            </a:pPr>
            <a:r>
              <a:rPr lang="en-US" sz="1400" i="1" dirty="0">
                <a:solidFill>
                  <a:srgbClr val="313131"/>
                </a:solidFill>
              </a:rPr>
              <a:t>Support in public consultation and tariff order issuance</a:t>
            </a:r>
          </a:p>
        </p:txBody>
      </p:sp>
      <p:sp>
        <p:nvSpPr>
          <p:cNvPr id="56" name="Oval 55">
            <a:extLst>
              <a:ext uri="{FF2B5EF4-FFF2-40B4-BE49-F238E27FC236}">
                <a16:creationId xmlns:a16="http://schemas.microsoft.com/office/drawing/2014/main" id="{2442E21B-EF34-4741-084B-B40BCEE47BF7}"/>
              </a:ext>
            </a:extLst>
          </p:cNvPr>
          <p:cNvSpPr/>
          <p:nvPr/>
        </p:nvSpPr>
        <p:spPr bwMode="gray">
          <a:xfrm>
            <a:off x="11584201" y="4344055"/>
            <a:ext cx="1252728" cy="560911"/>
          </a:xfrm>
          <a:prstGeom prst="ellipse">
            <a:avLst/>
          </a:prstGeom>
          <a:solidFill>
            <a:schemeClr val="accent3">
              <a:lumMod val="20000"/>
              <a:lumOff val="80000"/>
            </a:schemeClr>
          </a:solidFill>
          <a:ln w="19050" algn="ctr">
            <a:solidFill>
              <a:schemeClr val="tx1"/>
            </a:solidFill>
            <a:prstDash val="lgDash"/>
            <a:miter lim="800000"/>
            <a:headEnd/>
            <a:tailEnd/>
          </a:ln>
        </p:spPr>
        <p:txBody>
          <a:bodyPr wrap="square" lIns="88900" tIns="88900" rIns="88900" bIns="88900" rtlCol="0" anchor="ctr"/>
          <a:lstStyle/>
          <a:p>
            <a:pPr algn="ctr">
              <a:lnSpc>
                <a:spcPct val="106000"/>
              </a:lnSpc>
              <a:buFont typeface="Wingdings 2" pitchFamily="18" charset="2"/>
              <a:buNone/>
            </a:pPr>
            <a:r>
              <a:rPr lang="en-US" sz="1300" b="1" i="1" dirty="0"/>
              <a:t>TBD</a:t>
            </a:r>
          </a:p>
        </p:txBody>
      </p:sp>
      <p:sp>
        <p:nvSpPr>
          <p:cNvPr id="62" name="TextBox 61">
            <a:extLst>
              <a:ext uri="{FF2B5EF4-FFF2-40B4-BE49-F238E27FC236}">
                <a16:creationId xmlns:a16="http://schemas.microsoft.com/office/drawing/2014/main" id="{EE186901-F07C-3238-8060-9B3720A9C336}"/>
              </a:ext>
            </a:extLst>
          </p:cNvPr>
          <p:cNvSpPr txBox="1"/>
          <p:nvPr/>
        </p:nvSpPr>
        <p:spPr>
          <a:xfrm>
            <a:off x="3635565" y="5819873"/>
            <a:ext cx="7535539" cy="1138773"/>
          </a:xfrm>
          <a:prstGeom prst="rect">
            <a:avLst/>
          </a:prstGeom>
          <a:noFill/>
        </p:spPr>
        <p:txBody>
          <a:bodyPr wrap="square" lIns="0" tIns="0" rIns="0" bIns="0" rtlCol="0">
            <a:spAutoFit/>
          </a:bodyPr>
          <a:lstStyle/>
          <a:p>
            <a:pPr algn="just">
              <a:spcBef>
                <a:spcPts val="600"/>
              </a:spcBef>
              <a:buSzPct val="100000"/>
            </a:pPr>
            <a:r>
              <a:rPr lang="en-US" sz="1600" b="1" dirty="0">
                <a:solidFill>
                  <a:srgbClr val="000000"/>
                </a:solidFill>
              </a:rPr>
              <a:t>Forecasting with respect to demand-supply over long-term, medium-term and short-term under IRP Directives</a:t>
            </a:r>
            <a:endParaRPr lang="en-US" sz="1400" b="1" dirty="0">
              <a:solidFill>
                <a:srgbClr val="000000"/>
              </a:solidFill>
            </a:endParaRPr>
          </a:p>
          <a:p>
            <a:pPr marL="171450" indent="-171450" algn="just">
              <a:buSzPct val="100000"/>
              <a:buFont typeface="Arial" panose="020B0604020202020204" pitchFamily="34" charset="0"/>
              <a:buChar char="•"/>
            </a:pPr>
            <a:r>
              <a:rPr lang="en-US" sz="1400" i="1" dirty="0">
                <a:solidFill>
                  <a:srgbClr val="313131"/>
                </a:solidFill>
              </a:rPr>
              <a:t>Support to ERC Staff in Initial Scrutiny</a:t>
            </a:r>
          </a:p>
          <a:p>
            <a:pPr marL="171450" indent="-171450" algn="just">
              <a:buSzPct val="100000"/>
              <a:buFont typeface="Arial" panose="020B0604020202020204" pitchFamily="34" charset="0"/>
              <a:buChar char="•"/>
            </a:pPr>
            <a:r>
              <a:rPr lang="en-US" sz="1400" i="1" dirty="0">
                <a:solidFill>
                  <a:srgbClr val="313131"/>
                </a:solidFill>
              </a:rPr>
              <a:t>Support ERC in analysis and prudence check of submitted information</a:t>
            </a:r>
          </a:p>
          <a:p>
            <a:pPr marL="171450" indent="-171450" algn="just">
              <a:buSzPct val="100000"/>
              <a:buFont typeface="Arial" panose="020B0604020202020204" pitchFamily="34" charset="0"/>
              <a:buChar char="•"/>
            </a:pPr>
            <a:r>
              <a:rPr lang="en-US" sz="1400" i="1" dirty="0">
                <a:solidFill>
                  <a:srgbClr val="313131"/>
                </a:solidFill>
              </a:rPr>
              <a:t>Support in public consultation and order issuance</a:t>
            </a:r>
          </a:p>
        </p:txBody>
      </p:sp>
      <p:sp>
        <p:nvSpPr>
          <p:cNvPr id="63" name="Oval 62">
            <a:extLst>
              <a:ext uri="{FF2B5EF4-FFF2-40B4-BE49-F238E27FC236}">
                <a16:creationId xmlns:a16="http://schemas.microsoft.com/office/drawing/2014/main" id="{DEDC98E4-68F9-878A-707F-F8A83782BC54}"/>
              </a:ext>
            </a:extLst>
          </p:cNvPr>
          <p:cNvSpPr/>
          <p:nvPr/>
        </p:nvSpPr>
        <p:spPr bwMode="gray">
          <a:xfrm>
            <a:off x="9572182" y="6942824"/>
            <a:ext cx="411480" cy="407719"/>
          </a:xfrm>
          <a:prstGeom prst="ellipse">
            <a:avLst/>
          </a:prstGeom>
          <a:solidFill>
            <a:srgbClr val="18F689"/>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64" name="TextBox 63">
            <a:extLst>
              <a:ext uri="{FF2B5EF4-FFF2-40B4-BE49-F238E27FC236}">
                <a16:creationId xmlns:a16="http://schemas.microsoft.com/office/drawing/2014/main" id="{B30E9954-F7DE-247F-3B75-EBDB37D024D4}"/>
              </a:ext>
            </a:extLst>
          </p:cNvPr>
          <p:cNvSpPr txBox="1"/>
          <p:nvPr/>
        </p:nvSpPr>
        <p:spPr>
          <a:xfrm>
            <a:off x="10058398" y="7080862"/>
            <a:ext cx="2594576" cy="153888"/>
          </a:xfrm>
          <a:prstGeom prst="rect">
            <a:avLst/>
          </a:prstGeom>
          <a:noFill/>
        </p:spPr>
        <p:txBody>
          <a:bodyPr wrap="square" lIns="0" tIns="0" rIns="0" bIns="0" rtlCol="0">
            <a:spAutoFit/>
          </a:bodyPr>
          <a:lstStyle/>
          <a:p>
            <a:pPr>
              <a:spcBef>
                <a:spcPts val="600"/>
              </a:spcBef>
              <a:buSzPct val="100000"/>
            </a:pPr>
            <a:r>
              <a:rPr lang="en-US" sz="1000" i="1" dirty="0">
                <a:solidFill>
                  <a:srgbClr val="313131"/>
                </a:solidFill>
              </a:rPr>
              <a:t>Requirement of External Support</a:t>
            </a:r>
          </a:p>
        </p:txBody>
      </p:sp>
      <p:sp>
        <p:nvSpPr>
          <p:cNvPr id="65" name="Oval 64">
            <a:extLst>
              <a:ext uri="{FF2B5EF4-FFF2-40B4-BE49-F238E27FC236}">
                <a16:creationId xmlns:a16="http://schemas.microsoft.com/office/drawing/2014/main" id="{9C928968-7445-EBF7-50F6-4073DCB17489}"/>
              </a:ext>
            </a:extLst>
          </p:cNvPr>
          <p:cNvSpPr/>
          <p:nvPr/>
        </p:nvSpPr>
        <p:spPr bwMode="gray">
          <a:xfrm>
            <a:off x="11584201" y="5815495"/>
            <a:ext cx="1252728" cy="560911"/>
          </a:xfrm>
          <a:prstGeom prst="ellipse">
            <a:avLst/>
          </a:prstGeom>
          <a:solidFill>
            <a:schemeClr val="accent3">
              <a:lumMod val="20000"/>
              <a:lumOff val="80000"/>
            </a:schemeClr>
          </a:solidFill>
          <a:ln w="19050" algn="ctr">
            <a:solidFill>
              <a:schemeClr val="tx1"/>
            </a:solidFill>
            <a:prstDash val="lgDash"/>
            <a:miter lim="800000"/>
            <a:headEnd/>
            <a:tailEnd/>
          </a:ln>
        </p:spPr>
        <p:txBody>
          <a:bodyPr wrap="square" lIns="88900" tIns="88900" rIns="88900" bIns="88900" rtlCol="0" anchor="ctr"/>
          <a:lstStyle/>
          <a:p>
            <a:pPr algn="ctr">
              <a:lnSpc>
                <a:spcPct val="106000"/>
              </a:lnSpc>
              <a:buFont typeface="Wingdings 2" pitchFamily="18" charset="2"/>
              <a:buNone/>
            </a:pPr>
            <a:r>
              <a:rPr lang="en-US" sz="1300" b="1" i="1" dirty="0"/>
              <a:t>TBD</a:t>
            </a:r>
          </a:p>
        </p:txBody>
      </p:sp>
      <p:sp>
        <p:nvSpPr>
          <p:cNvPr id="12" name="Freeform 11">
            <a:extLst>
              <a:ext uri="{FF2B5EF4-FFF2-40B4-BE49-F238E27FC236}">
                <a16:creationId xmlns:a16="http://schemas.microsoft.com/office/drawing/2014/main" id="{0B0FF46D-C253-27EC-5141-B51167EBE852}"/>
              </a:ext>
            </a:extLst>
          </p:cNvPr>
          <p:cNvSpPr>
            <a:spLocks/>
          </p:cNvSpPr>
          <p:nvPr/>
        </p:nvSpPr>
        <p:spPr bwMode="auto">
          <a:xfrm>
            <a:off x="879083" y="1454406"/>
            <a:ext cx="2635298" cy="831526"/>
          </a:xfrm>
          <a:custGeom>
            <a:avLst/>
            <a:gdLst>
              <a:gd name="T0" fmla="*/ 191 w 758"/>
              <a:gd name="T1" fmla="*/ 652 h 652"/>
              <a:gd name="T2" fmla="*/ 0 w 758"/>
              <a:gd name="T3" fmla="*/ 326 h 652"/>
              <a:gd name="T4" fmla="*/ 191 w 758"/>
              <a:gd name="T5" fmla="*/ 0 h 652"/>
              <a:gd name="T6" fmla="*/ 567 w 758"/>
              <a:gd name="T7" fmla="*/ 0 h 652"/>
              <a:gd name="T8" fmla="*/ 758 w 758"/>
              <a:gd name="T9" fmla="*/ 326 h 652"/>
              <a:gd name="T10" fmla="*/ 567 w 758"/>
              <a:gd name="T11" fmla="*/ 652 h 652"/>
              <a:gd name="T12" fmla="*/ 191 w 758"/>
              <a:gd name="T13" fmla="*/ 652 h 652"/>
            </a:gdLst>
            <a:ahLst/>
            <a:cxnLst>
              <a:cxn ang="0">
                <a:pos x="T0" y="T1"/>
              </a:cxn>
              <a:cxn ang="0">
                <a:pos x="T2" y="T3"/>
              </a:cxn>
              <a:cxn ang="0">
                <a:pos x="T4" y="T5"/>
              </a:cxn>
              <a:cxn ang="0">
                <a:pos x="T6" y="T7"/>
              </a:cxn>
              <a:cxn ang="0">
                <a:pos x="T8" y="T9"/>
              </a:cxn>
              <a:cxn ang="0">
                <a:pos x="T10" y="T11"/>
              </a:cxn>
              <a:cxn ang="0">
                <a:pos x="T12" y="T13"/>
              </a:cxn>
            </a:cxnLst>
            <a:rect l="0" t="0" r="r" b="b"/>
            <a:pathLst>
              <a:path w="758" h="652">
                <a:moveTo>
                  <a:pt x="191" y="652"/>
                </a:moveTo>
                <a:lnTo>
                  <a:pt x="0" y="326"/>
                </a:lnTo>
                <a:lnTo>
                  <a:pt x="191" y="0"/>
                </a:lnTo>
                <a:lnTo>
                  <a:pt x="567" y="0"/>
                </a:lnTo>
                <a:lnTo>
                  <a:pt x="758" y="326"/>
                </a:lnTo>
                <a:lnTo>
                  <a:pt x="567" y="652"/>
                </a:lnTo>
                <a:lnTo>
                  <a:pt x="191" y="652"/>
                </a:lnTo>
                <a:close/>
              </a:path>
            </a:pathLst>
          </a:custGeom>
          <a:solidFill>
            <a:srgbClr val="046A38"/>
          </a:solidFill>
          <a:ln w="12700" cap="flat">
            <a:solidFill>
              <a:schemeClr val="bg1"/>
            </a:solidFill>
            <a:prstDash val="solid"/>
            <a:miter lim="800000"/>
            <a:headEnd/>
            <a:tailEnd/>
          </a:ln>
        </p:spPr>
        <p:txBody>
          <a:bodyPr vert="horz" wrap="square" lIns="91370" tIns="45685" rIns="91370" bIns="45685" numCol="1" anchor="ctr" anchorCtr="0" compatLnSpc="1">
            <a:prstTxWarp prst="textNoShape">
              <a:avLst/>
            </a:prstTxWarp>
          </a:bodyPr>
          <a:lstStyle/>
          <a:p>
            <a:pPr algn="ctr">
              <a:defRPr/>
            </a:pPr>
            <a:r>
              <a:rPr lang="en-US" sz="1500" b="1" dirty="0">
                <a:solidFill>
                  <a:schemeClr val="bg1"/>
                </a:solidFill>
                <a:ea typeface="ＭＳ Ｐゴシック" pitchFamily="50" charset="-128"/>
              </a:rPr>
              <a:t>Task 5 </a:t>
            </a:r>
          </a:p>
          <a:p>
            <a:pPr algn="ctr">
              <a:defRPr/>
            </a:pPr>
            <a:r>
              <a:rPr lang="en-US" sz="1500" b="1" dirty="0">
                <a:solidFill>
                  <a:schemeClr val="bg1"/>
                </a:solidFill>
                <a:ea typeface="ＭＳ Ｐゴシック" pitchFamily="50" charset="-128"/>
              </a:rPr>
              <a:t>(</a:t>
            </a:r>
            <a:r>
              <a:rPr lang="en-US" sz="1500" b="1" dirty="0" err="1">
                <a:solidFill>
                  <a:schemeClr val="bg1"/>
                </a:solidFill>
                <a:ea typeface="ＭＳ Ｐゴシック" pitchFamily="50" charset="-128"/>
              </a:rPr>
              <a:t>RfP</a:t>
            </a:r>
            <a:r>
              <a:rPr lang="en-US" sz="1500" b="1" dirty="0">
                <a:solidFill>
                  <a:schemeClr val="bg1"/>
                </a:solidFill>
                <a:ea typeface="ＭＳ Ｐゴシック" pitchFamily="50" charset="-128"/>
              </a:rPr>
              <a:t> Ref No. 14)</a:t>
            </a:r>
          </a:p>
        </p:txBody>
      </p:sp>
      <p:sp>
        <p:nvSpPr>
          <p:cNvPr id="16" name="Freeform 11">
            <a:extLst>
              <a:ext uri="{FF2B5EF4-FFF2-40B4-BE49-F238E27FC236}">
                <a16:creationId xmlns:a16="http://schemas.microsoft.com/office/drawing/2014/main" id="{9FA08583-16CA-FA2B-1C53-8DE3F5FFFADC}"/>
              </a:ext>
            </a:extLst>
          </p:cNvPr>
          <p:cNvSpPr>
            <a:spLocks/>
          </p:cNvSpPr>
          <p:nvPr/>
        </p:nvSpPr>
        <p:spPr bwMode="auto">
          <a:xfrm>
            <a:off x="879083" y="2733702"/>
            <a:ext cx="2635298" cy="831526"/>
          </a:xfrm>
          <a:custGeom>
            <a:avLst/>
            <a:gdLst>
              <a:gd name="T0" fmla="*/ 191 w 758"/>
              <a:gd name="T1" fmla="*/ 652 h 652"/>
              <a:gd name="T2" fmla="*/ 0 w 758"/>
              <a:gd name="T3" fmla="*/ 326 h 652"/>
              <a:gd name="T4" fmla="*/ 191 w 758"/>
              <a:gd name="T5" fmla="*/ 0 h 652"/>
              <a:gd name="T6" fmla="*/ 567 w 758"/>
              <a:gd name="T7" fmla="*/ 0 h 652"/>
              <a:gd name="T8" fmla="*/ 758 w 758"/>
              <a:gd name="T9" fmla="*/ 326 h 652"/>
              <a:gd name="T10" fmla="*/ 567 w 758"/>
              <a:gd name="T11" fmla="*/ 652 h 652"/>
              <a:gd name="T12" fmla="*/ 191 w 758"/>
              <a:gd name="T13" fmla="*/ 652 h 652"/>
            </a:gdLst>
            <a:ahLst/>
            <a:cxnLst>
              <a:cxn ang="0">
                <a:pos x="T0" y="T1"/>
              </a:cxn>
              <a:cxn ang="0">
                <a:pos x="T2" y="T3"/>
              </a:cxn>
              <a:cxn ang="0">
                <a:pos x="T4" y="T5"/>
              </a:cxn>
              <a:cxn ang="0">
                <a:pos x="T6" y="T7"/>
              </a:cxn>
              <a:cxn ang="0">
                <a:pos x="T8" y="T9"/>
              </a:cxn>
              <a:cxn ang="0">
                <a:pos x="T10" y="T11"/>
              </a:cxn>
              <a:cxn ang="0">
                <a:pos x="T12" y="T13"/>
              </a:cxn>
            </a:cxnLst>
            <a:rect l="0" t="0" r="r" b="b"/>
            <a:pathLst>
              <a:path w="758" h="652">
                <a:moveTo>
                  <a:pt x="191" y="652"/>
                </a:moveTo>
                <a:lnTo>
                  <a:pt x="0" y="326"/>
                </a:lnTo>
                <a:lnTo>
                  <a:pt x="191" y="0"/>
                </a:lnTo>
                <a:lnTo>
                  <a:pt x="567" y="0"/>
                </a:lnTo>
                <a:lnTo>
                  <a:pt x="758" y="326"/>
                </a:lnTo>
                <a:lnTo>
                  <a:pt x="567" y="652"/>
                </a:lnTo>
                <a:lnTo>
                  <a:pt x="191" y="652"/>
                </a:lnTo>
                <a:close/>
              </a:path>
            </a:pathLst>
          </a:custGeom>
          <a:solidFill>
            <a:srgbClr val="43B02A"/>
          </a:solidFill>
          <a:ln w="12700" cap="flat">
            <a:solidFill>
              <a:schemeClr val="bg1"/>
            </a:solidFill>
            <a:prstDash val="solid"/>
            <a:miter lim="800000"/>
            <a:headEnd/>
            <a:tailEnd/>
          </a:ln>
        </p:spPr>
        <p:txBody>
          <a:bodyPr vert="horz" wrap="square" lIns="91370" tIns="45685" rIns="91370" bIns="45685" numCol="1" anchor="ctr" anchorCtr="0" compatLnSpc="1">
            <a:prstTxWarp prst="textNoShape">
              <a:avLst/>
            </a:prstTxWarp>
          </a:bodyPr>
          <a:lstStyle/>
          <a:p>
            <a:pPr algn="ctr">
              <a:defRPr/>
            </a:pPr>
            <a:r>
              <a:rPr lang="en-US" sz="1500" b="1" dirty="0">
                <a:solidFill>
                  <a:schemeClr val="bg1"/>
                </a:solidFill>
                <a:ea typeface="ＭＳ Ｐゴシック" pitchFamily="50" charset="-128"/>
              </a:rPr>
              <a:t>Task 6 </a:t>
            </a:r>
          </a:p>
          <a:p>
            <a:pPr algn="ctr">
              <a:defRPr/>
            </a:pPr>
            <a:r>
              <a:rPr lang="en-US" sz="1500" b="1" dirty="0">
                <a:solidFill>
                  <a:schemeClr val="bg1"/>
                </a:solidFill>
                <a:ea typeface="ＭＳ Ｐゴシック" pitchFamily="50" charset="-128"/>
              </a:rPr>
              <a:t>(</a:t>
            </a:r>
            <a:r>
              <a:rPr lang="en-US" sz="1500" b="1" dirty="0" err="1">
                <a:solidFill>
                  <a:schemeClr val="bg1"/>
                </a:solidFill>
                <a:ea typeface="ＭＳ Ｐゴシック" pitchFamily="50" charset="-128"/>
              </a:rPr>
              <a:t>RfP</a:t>
            </a:r>
            <a:r>
              <a:rPr lang="en-US" sz="1500" b="1" dirty="0">
                <a:solidFill>
                  <a:schemeClr val="bg1"/>
                </a:solidFill>
                <a:ea typeface="ＭＳ Ｐゴシック" pitchFamily="50" charset="-128"/>
              </a:rPr>
              <a:t> Ref No. 14)</a:t>
            </a:r>
          </a:p>
        </p:txBody>
      </p:sp>
      <p:sp>
        <p:nvSpPr>
          <p:cNvPr id="17" name="Freeform 11">
            <a:extLst>
              <a:ext uri="{FF2B5EF4-FFF2-40B4-BE49-F238E27FC236}">
                <a16:creationId xmlns:a16="http://schemas.microsoft.com/office/drawing/2014/main" id="{C2415B70-FBAC-45B9-CDDE-B9794EC6B44A}"/>
              </a:ext>
            </a:extLst>
          </p:cNvPr>
          <p:cNvSpPr>
            <a:spLocks/>
          </p:cNvSpPr>
          <p:nvPr/>
        </p:nvSpPr>
        <p:spPr bwMode="auto">
          <a:xfrm>
            <a:off x="873588" y="4312956"/>
            <a:ext cx="2635298" cy="831527"/>
          </a:xfrm>
          <a:custGeom>
            <a:avLst/>
            <a:gdLst>
              <a:gd name="T0" fmla="*/ 191 w 758"/>
              <a:gd name="T1" fmla="*/ 652 h 652"/>
              <a:gd name="T2" fmla="*/ 0 w 758"/>
              <a:gd name="T3" fmla="*/ 326 h 652"/>
              <a:gd name="T4" fmla="*/ 191 w 758"/>
              <a:gd name="T5" fmla="*/ 0 h 652"/>
              <a:gd name="T6" fmla="*/ 567 w 758"/>
              <a:gd name="T7" fmla="*/ 0 h 652"/>
              <a:gd name="T8" fmla="*/ 758 w 758"/>
              <a:gd name="T9" fmla="*/ 326 h 652"/>
              <a:gd name="T10" fmla="*/ 567 w 758"/>
              <a:gd name="T11" fmla="*/ 652 h 652"/>
              <a:gd name="T12" fmla="*/ 191 w 758"/>
              <a:gd name="T13" fmla="*/ 652 h 652"/>
            </a:gdLst>
            <a:ahLst/>
            <a:cxnLst>
              <a:cxn ang="0">
                <a:pos x="T0" y="T1"/>
              </a:cxn>
              <a:cxn ang="0">
                <a:pos x="T2" y="T3"/>
              </a:cxn>
              <a:cxn ang="0">
                <a:pos x="T4" y="T5"/>
              </a:cxn>
              <a:cxn ang="0">
                <a:pos x="T6" y="T7"/>
              </a:cxn>
              <a:cxn ang="0">
                <a:pos x="T8" y="T9"/>
              </a:cxn>
              <a:cxn ang="0">
                <a:pos x="T10" y="T11"/>
              </a:cxn>
              <a:cxn ang="0">
                <a:pos x="T12" y="T13"/>
              </a:cxn>
            </a:cxnLst>
            <a:rect l="0" t="0" r="r" b="b"/>
            <a:pathLst>
              <a:path w="758" h="652">
                <a:moveTo>
                  <a:pt x="191" y="652"/>
                </a:moveTo>
                <a:lnTo>
                  <a:pt x="0" y="326"/>
                </a:lnTo>
                <a:lnTo>
                  <a:pt x="191" y="0"/>
                </a:lnTo>
                <a:lnTo>
                  <a:pt x="567" y="0"/>
                </a:lnTo>
                <a:lnTo>
                  <a:pt x="758" y="326"/>
                </a:lnTo>
                <a:lnTo>
                  <a:pt x="567" y="652"/>
                </a:lnTo>
                <a:lnTo>
                  <a:pt x="191" y="652"/>
                </a:lnTo>
                <a:close/>
              </a:path>
            </a:pathLst>
          </a:custGeom>
          <a:solidFill>
            <a:srgbClr val="004F59"/>
          </a:solidFill>
          <a:ln w="12700" cap="flat">
            <a:solidFill>
              <a:schemeClr val="bg1"/>
            </a:solidFill>
            <a:prstDash val="solid"/>
            <a:miter lim="800000"/>
            <a:headEnd/>
            <a:tailEnd/>
          </a:ln>
        </p:spPr>
        <p:txBody>
          <a:bodyPr vert="horz" wrap="square" lIns="91370" tIns="45685" rIns="91370" bIns="45685" numCol="1" anchor="ctr" anchorCtr="0" compatLnSpc="1">
            <a:prstTxWarp prst="textNoShape">
              <a:avLst/>
            </a:prstTxWarp>
          </a:bodyPr>
          <a:lstStyle/>
          <a:p>
            <a:pPr algn="ctr">
              <a:defRPr/>
            </a:pPr>
            <a:r>
              <a:rPr lang="en-US" sz="1500" b="1" dirty="0">
                <a:solidFill>
                  <a:schemeClr val="bg1"/>
                </a:solidFill>
                <a:ea typeface="ＭＳ Ｐゴシック" pitchFamily="50" charset="-128"/>
              </a:rPr>
              <a:t>Task 7 </a:t>
            </a:r>
          </a:p>
          <a:p>
            <a:pPr algn="ctr">
              <a:defRPr/>
            </a:pPr>
            <a:r>
              <a:rPr lang="en-US" sz="1500" b="1" dirty="0">
                <a:solidFill>
                  <a:schemeClr val="bg1"/>
                </a:solidFill>
                <a:ea typeface="ＭＳ Ｐゴシック" pitchFamily="50" charset="-128"/>
              </a:rPr>
              <a:t>(++)</a:t>
            </a:r>
          </a:p>
        </p:txBody>
      </p:sp>
      <p:sp>
        <p:nvSpPr>
          <p:cNvPr id="18" name="Freeform 11">
            <a:extLst>
              <a:ext uri="{FF2B5EF4-FFF2-40B4-BE49-F238E27FC236}">
                <a16:creationId xmlns:a16="http://schemas.microsoft.com/office/drawing/2014/main" id="{BD2AA4F7-0F65-3FB2-0AD6-B666B77C6D36}"/>
              </a:ext>
            </a:extLst>
          </p:cNvPr>
          <p:cNvSpPr>
            <a:spLocks/>
          </p:cNvSpPr>
          <p:nvPr/>
        </p:nvSpPr>
        <p:spPr bwMode="auto">
          <a:xfrm>
            <a:off x="873588" y="5752406"/>
            <a:ext cx="2635298" cy="831526"/>
          </a:xfrm>
          <a:custGeom>
            <a:avLst/>
            <a:gdLst>
              <a:gd name="T0" fmla="*/ 191 w 758"/>
              <a:gd name="T1" fmla="*/ 652 h 652"/>
              <a:gd name="T2" fmla="*/ 0 w 758"/>
              <a:gd name="T3" fmla="*/ 326 h 652"/>
              <a:gd name="T4" fmla="*/ 191 w 758"/>
              <a:gd name="T5" fmla="*/ 0 h 652"/>
              <a:gd name="T6" fmla="*/ 567 w 758"/>
              <a:gd name="T7" fmla="*/ 0 h 652"/>
              <a:gd name="T8" fmla="*/ 758 w 758"/>
              <a:gd name="T9" fmla="*/ 326 h 652"/>
              <a:gd name="T10" fmla="*/ 567 w 758"/>
              <a:gd name="T11" fmla="*/ 652 h 652"/>
              <a:gd name="T12" fmla="*/ 191 w 758"/>
              <a:gd name="T13" fmla="*/ 652 h 652"/>
            </a:gdLst>
            <a:ahLst/>
            <a:cxnLst>
              <a:cxn ang="0">
                <a:pos x="T0" y="T1"/>
              </a:cxn>
              <a:cxn ang="0">
                <a:pos x="T2" y="T3"/>
              </a:cxn>
              <a:cxn ang="0">
                <a:pos x="T4" y="T5"/>
              </a:cxn>
              <a:cxn ang="0">
                <a:pos x="T6" y="T7"/>
              </a:cxn>
              <a:cxn ang="0">
                <a:pos x="T8" y="T9"/>
              </a:cxn>
              <a:cxn ang="0">
                <a:pos x="T10" y="T11"/>
              </a:cxn>
              <a:cxn ang="0">
                <a:pos x="T12" y="T13"/>
              </a:cxn>
            </a:cxnLst>
            <a:rect l="0" t="0" r="r" b="b"/>
            <a:pathLst>
              <a:path w="758" h="652">
                <a:moveTo>
                  <a:pt x="191" y="652"/>
                </a:moveTo>
                <a:lnTo>
                  <a:pt x="0" y="326"/>
                </a:lnTo>
                <a:lnTo>
                  <a:pt x="191" y="0"/>
                </a:lnTo>
                <a:lnTo>
                  <a:pt x="567" y="0"/>
                </a:lnTo>
                <a:lnTo>
                  <a:pt x="758" y="326"/>
                </a:lnTo>
                <a:lnTo>
                  <a:pt x="567" y="652"/>
                </a:lnTo>
                <a:lnTo>
                  <a:pt x="191" y="652"/>
                </a:lnTo>
                <a:close/>
              </a:path>
            </a:pathLst>
          </a:custGeom>
          <a:solidFill>
            <a:srgbClr val="000000"/>
          </a:solidFill>
          <a:ln w="12700" cap="flat">
            <a:solidFill>
              <a:schemeClr val="bg1"/>
            </a:solidFill>
            <a:prstDash val="solid"/>
            <a:miter lim="800000"/>
            <a:headEnd/>
            <a:tailEnd/>
          </a:ln>
        </p:spPr>
        <p:txBody>
          <a:bodyPr vert="horz" wrap="square" lIns="91370" tIns="45685" rIns="91370" bIns="45685" numCol="1" anchor="ctr" anchorCtr="0" compatLnSpc="1">
            <a:prstTxWarp prst="textNoShape">
              <a:avLst/>
            </a:prstTxWarp>
          </a:bodyPr>
          <a:lstStyle/>
          <a:p>
            <a:pPr algn="ctr">
              <a:defRPr/>
            </a:pPr>
            <a:r>
              <a:rPr lang="en-US" sz="1500" b="1" dirty="0">
                <a:solidFill>
                  <a:schemeClr val="bg1"/>
                </a:solidFill>
                <a:ea typeface="ＭＳ Ｐゴシック" pitchFamily="50" charset="-128"/>
              </a:rPr>
              <a:t>Task 8 </a:t>
            </a:r>
          </a:p>
          <a:p>
            <a:pPr algn="ctr">
              <a:defRPr/>
            </a:pPr>
            <a:r>
              <a:rPr lang="en-US" sz="1500" b="1" dirty="0">
                <a:solidFill>
                  <a:schemeClr val="bg1"/>
                </a:solidFill>
                <a:ea typeface="ＭＳ Ｐゴシック" pitchFamily="50" charset="-128"/>
              </a:rPr>
              <a:t>(++)</a:t>
            </a:r>
          </a:p>
        </p:txBody>
      </p:sp>
      <p:sp>
        <p:nvSpPr>
          <p:cNvPr id="5" name="TextBox 4">
            <a:extLst>
              <a:ext uri="{FF2B5EF4-FFF2-40B4-BE49-F238E27FC236}">
                <a16:creationId xmlns:a16="http://schemas.microsoft.com/office/drawing/2014/main" id="{7F856631-59BC-C5AA-DFD0-DCA95952633F}"/>
              </a:ext>
            </a:extLst>
          </p:cNvPr>
          <p:cNvSpPr txBox="1"/>
          <p:nvPr/>
        </p:nvSpPr>
        <p:spPr>
          <a:xfrm>
            <a:off x="11490594" y="3405800"/>
            <a:ext cx="1583708" cy="461665"/>
          </a:xfrm>
          <a:prstGeom prst="rect">
            <a:avLst/>
          </a:prstGeom>
          <a:noFill/>
        </p:spPr>
        <p:txBody>
          <a:bodyPr wrap="square">
            <a:spAutoFit/>
          </a:bodyPr>
          <a:lstStyle/>
          <a:p>
            <a:pPr algn="ctr"/>
            <a:r>
              <a:rPr lang="en-US" sz="1200" b="0" i="1" u="none" strike="noStrike" dirty="0">
                <a:solidFill>
                  <a:srgbClr val="963634"/>
                </a:solidFill>
                <a:effectLst/>
                <a:latin typeface="Verdana" panose="020B0604030504040204" pitchFamily="34" charset="0"/>
              </a:rPr>
              <a:t>To be Taken Up in Year 3 onwards</a:t>
            </a:r>
            <a:endParaRPr lang="en-US" sz="1200" i="1" dirty="0"/>
          </a:p>
        </p:txBody>
      </p:sp>
      <p:sp>
        <p:nvSpPr>
          <p:cNvPr id="8" name="TextBox 7">
            <a:extLst>
              <a:ext uri="{FF2B5EF4-FFF2-40B4-BE49-F238E27FC236}">
                <a16:creationId xmlns:a16="http://schemas.microsoft.com/office/drawing/2014/main" id="{0A78E507-A18E-A6C4-33BA-960E51084BF2}"/>
              </a:ext>
            </a:extLst>
          </p:cNvPr>
          <p:cNvSpPr txBox="1"/>
          <p:nvPr/>
        </p:nvSpPr>
        <p:spPr>
          <a:xfrm>
            <a:off x="11504331" y="4944759"/>
            <a:ext cx="1583708" cy="461665"/>
          </a:xfrm>
          <a:prstGeom prst="rect">
            <a:avLst/>
          </a:prstGeom>
          <a:noFill/>
        </p:spPr>
        <p:txBody>
          <a:bodyPr wrap="square">
            <a:spAutoFit/>
          </a:bodyPr>
          <a:lstStyle/>
          <a:p>
            <a:pPr algn="ctr"/>
            <a:r>
              <a:rPr lang="en-US" sz="1200" b="0" i="1" u="none" strike="noStrike" dirty="0">
                <a:solidFill>
                  <a:srgbClr val="963634"/>
                </a:solidFill>
                <a:effectLst/>
                <a:latin typeface="Verdana" panose="020B0604030504040204" pitchFamily="34" charset="0"/>
              </a:rPr>
              <a:t>To be Taken Up in Year 3 onwards</a:t>
            </a:r>
            <a:endParaRPr lang="en-US" sz="1200" i="1" dirty="0"/>
          </a:p>
        </p:txBody>
      </p:sp>
      <p:sp>
        <p:nvSpPr>
          <p:cNvPr id="9" name="TextBox 8">
            <a:extLst>
              <a:ext uri="{FF2B5EF4-FFF2-40B4-BE49-F238E27FC236}">
                <a16:creationId xmlns:a16="http://schemas.microsoft.com/office/drawing/2014/main" id="{939CC250-27DE-85A2-4C69-48894EA4A18D}"/>
              </a:ext>
            </a:extLst>
          </p:cNvPr>
          <p:cNvSpPr txBox="1"/>
          <p:nvPr/>
        </p:nvSpPr>
        <p:spPr>
          <a:xfrm>
            <a:off x="11490593" y="6389671"/>
            <a:ext cx="1583708" cy="461665"/>
          </a:xfrm>
          <a:prstGeom prst="rect">
            <a:avLst/>
          </a:prstGeom>
          <a:noFill/>
        </p:spPr>
        <p:txBody>
          <a:bodyPr wrap="square">
            <a:spAutoFit/>
          </a:bodyPr>
          <a:lstStyle/>
          <a:p>
            <a:pPr algn="ctr"/>
            <a:r>
              <a:rPr lang="en-US" sz="1200" b="0" i="1" u="none" strike="noStrike" dirty="0">
                <a:solidFill>
                  <a:srgbClr val="963634"/>
                </a:solidFill>
                <a:effectLst/>
                <a:latin typeface="Verdana" panose="020B0604030504040204" pitchFamily="34" charset="0"/>
              </a:rPr>
              <a:t>To be Taken Up in Year 3 onwards</a:t>
            </a:r>
            <a:endParaRPr lang="en-US" sz="1200" i="1" dirty="0"/>
          </a:p>
        </p:txBody>
      </p:sp>
      <p:sp>
        <p:nvSpPr>
          <p:cNvPr id="2" name="TextBox 1">
            <a:extLst>
              <a:ext uri="{FF2B5EF4-FFF2-40B4-BE49-F238E27FC236}">
                <a16:creationId xmlns:a16="http://schemas.microsoft.com/office/drawing/2014/main" id="{BE04AE38-1355-5248-66C0-4445EEF0B6C4}"/>
              </a:ext>
            </a:extLst>
          </p:cNvPr>
          <p:cNvSpPr txBox="1"/>
          <p:nvPr/>
        </p:nvSpPr>
        <p:spPr>
          <a:xfrm>
            <a:off x="736293" y="7044833"/>
            <a:ext cx="6720288" cy="276999"/>
          </a:xfrm>
          <a:prstGeom prst="rect">
            <a:avLst/>
          </a:prstGeom>
          <a:noFill/>
        </p:spPr>
        <p:txBody>
          <a:bodyPr wrap="square">
            <a:spAutoFit/>
          </a:bodyPr>
          <a:lstStyle/>
          <a:p>
            <a:r>
              <a:rPr lang="en-US" sz="1200" b="1" i="1" dirty="0">
                <a:solidFill>
                  <a:srgbClr val="313131"/>
                </a:solidFill>
              </a:rPr>
              <a:t>Note:</a:t>
            </a:r>
            <a:r>
              <a:rPr lang="en-US" sz="1200" i="1" dirty="0">
                <a:solidFill>
                  <a:srgbClr val="313131"/>
                </a:solidFill>
              </a:rPr>
              <a:t> “++” denotes additional inclusion beyond mentioned scope in </a:t>
            </a:r>
            <a:r>
              <a:rPr lang="en-US" sz="1200" i="1" dirty="0" err="1">
                <a:solidFill>
                  <a:srgbClr val="313131"/>
                </a:solidFill>
              </a:rPr>
              <a:t>RfP</a:t>
            </a:r>
            <a:endParaRPr lang="en-US" sz="1200" dirty="0"/>
          </a:p>
        </p:txBody>
      </p:sp>
    </p:spTree>
    <p:extLst>
      <p:ext uri="{BB962C8B-B14F-4D97-AF65-F5344CB8AC3E}">
        <p14:creationId xmlns:p14="http://schemas.microsoft.com/office/powerpoint/2010/main" val="3976141263"/>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E162F-12C6-D72F-3C70-1D71E3E4F66D}"/>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BF245A23-C758-F046-1639-90990A8AB82A}"/>
              </a:ext>
            </a:extLst>
          </p:cNvPr>
          <p:cNvGraphicFramePr>
            <a:graphicFrameLocks noChangeAspect="1"/>
          </p:cNvGraphicFramePr>
          <p:nvPr>
            <p:custDataLst>
              <p:tags r:id="rId1"/>
            </p:custDataLst>
            <p:extLst>
              <p:ext uri="{D42A27DB-BD31-4B8C-83A1-F6EECF244321}">
                <p14:modId xmlns:p14="http://schemas.microsoft.com/office/powerpoint/2010/main" val="158918176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BF245A23-C758-F046-1639-90990A8AB82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1F09754B-6F09-7AFC-839A-78065B141EAC}"/>
              </a:ext>
            </a:extLst>
          </p:cNvPr>
          <p:cNvSpPr>
            <a:spLocks noGrp="1"/>
          </p:cNvSpPr>
          <p:nvPr>
            <p:ph type="title"/>
          </p:nvPr>
        </p:nvSpPr>
        <p:spPr/>
        <p:txBody>
          <a:bodyPr vert="horz"/>
          <a:lstStyle/>
          <a:p>
            <a:r>
              <a:rPr lang="en-US" dirty="0"/>
              <a:t>Module E: Support in Tariff and Other related Activities (3/3)</a:t>
            </a:r>
            <a:br>
              <a:rPr lang="en-US" dirty="0"/>
            </a:br>
            <a:endParaRPr lang="en-US" dirty="0"/>
          </a:p>
        </p:txBody>
      </p:sp>
      <p:sp>
        <p:nvSpPr>
          <p:cNvPr id="63" name="Oval 62">
            <a:extLst>
              <a:ext uri="{FF2B5EF4-FFF2-40B4-BE49-F238E27FC236}">
                <a16:creationId xmlns:a16="http://schemas.microsoft.com/office/drawing/2014/main" id="{F55227D4-A6A2-3A5F-EB96-0B5AD5DE13E2}"/>
              </a:ext>
            </a:extLst>
          </p:cNvPr>
          <p:cNvSpPr/>
          <p:nvPr/>
        </p:nvSpPr>
        <p:spPr bwMode="gray">
          <a:xfrm>
            <a:off x="9572182" y="7008926"/>
            <a:ext cx="411480" cy="407719"/>
          </a:xfrm>
          <a:prstGeom prst="ellipse">
            <a:avLst/>
          </a:prstGeom>
          <a:solidFill>
            <a:srgbClr val="18F689"/>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64" name="TextBox 63">
            <a:extLst>
              <a:ext uri="{FF2B5EF4-FFF2-40B4-BE49-F238E27FC236}">
                <a16:creationId xmlns:a16="http://schemas.microsoft.com/office/drawing/2014/main" id="{706730B4-1998-D01C-53A8-B4E39F48DBB0}"/>
              </a:ext>
            </a:extLst>
          </p:cNvPr>
          <p:cNvSpPr txBox="1"/>
          <p:nvPr/>
        </p:nvSpPr>
        <p:spPr>
          <a:xfrm>
            <a:off x="10058398" y="7135947"/>
            <a:ext cx="2594576" cy="153888"/>
          </a:xfrm>
          <a:prstGeom prst="rect">
            <a:avLst/>
          </a:prstGeom>
          <a:noFill/>
        </p:spPr>
        <p:txBody>
          <a:bodyPr wrap="square" lIns="0" tIns="0" rIns="0" bIns="0" rtlCol="0">
            <a:spAutoFit/>
          </a:bodyPr>
          <a:lstStyle/>
          <a:p>
            <a:pPr>
              <a:spcBef>
                <a:spcPts val="600"/>
              </a:spcBef>
              <a:buSzPct val="100000"/>
            </a:pPr>
            <a:r>
              <a:rPr lang="en-US" sz="1000" i="1" dirty="0">
                <a:solidFill>
                  <a:srgbClr val="313131"/>
                </a:solidFill>
              </a:rPr>
              <a:t>Requirement of External Support</a:t>
            </a:r>
          </a:p>
        </p:txBody>
      </p:sp>
      <p:sp>
        <p:nvSpPr>
          <p:cNvPr id="10" name="TextBox 9">
            <a:extLst>
              <a:ext uri="{FF2B5EF4-FFF2-40B4-BE49-F238E27FC236}">
                <a16:creationId xmlns:a16="http://schemas.microsoft.com/office/drawing/2014/main" id="{BD875606-E0EF-F66E-7EB6-FEBDC39637E6}"/>
              </a:ext>
            </a:extLst>
          </p:cNvPr>
          <p:cNvSpPr txBox="1"/>
          <p:nvPr/>
        </p:nvSpPr>
        <p:spPr>
          <a:xfrm>
            <a:off x="3635565" y="910282"/>
            <a:ext cx="7535539" cy="1323439"/>
          </a:xfrm>
          <a:prstGeom prst="rect">
            <a:avLst/>
          </a:prstGeom>
          <a:noFill/>
        </p:spPr>
        <p:txBody>
          <a:bodyPr wrap="square" lIns="0" tIns="0" rIns="0" bIns="0" rtlCol="0">
            <a:spAutoFit/>
          </a:bodyPr>
          <a:lstStyle/>
          <a:p>
            <a:pPr algn="just">
              <a:spcBef>
                <a:spcPts val="600"/>
              </a:spcBef>
              <a:buSzPct val="100000"/>
            </a:pPr>
            <a:r>
              <a:rPr lang="en-US" sz="1600" b="1" dirty="0">
                <a:solidFill>
                  <a:srgbClr val="92D050"/>
                </a:solidFill>
              </a:rPr>
              <a:t>Study for Tariff Reforms</a:t>
            </a:r>
            <a:endParaRPr lang="en-US" sz="1400" b="1" dirty="0">
              <a:solidFill>
                <a:srgbClr val="92D050"/>
              </a:solidFill>
            </a:endParaRPr>
          </a:p>
          <a:p>
            <a:pPr marL="171450" indent="-171450" algn="just">
              <a:buSzPct val="100000"/>
              <a:buFont typeface="Arial" panose="020B0604020202020204" pitchFamily="34" charset="0"/>
              <a:buChar char="•"/>
            </a:pPr>
            <a:r>
              <a:rPr lang="en-US" sz="1400" i="1" dirty="0">
                <a:solidFill>
                  <a:srgbClr val="313131"/>
                </a:solidFill>
              </a:rPr>
              <a:t>Support in appointment of Consultant</a:t>
            </a:r>
          </a:p>
          <a:p>
            <a:pPr marL="171450" indent="-171450" algn="just">
              <a:buSzPct val="100000"/>
              <a:buFont typeface="Arial" panose="020B0604020202020204" pitchFamily="34" charset="0"/>
              <a:buChar char="•"/>
            </a:pPr>
            <a:r>
              <a:rPr lang="en-US" sz="1400" i="1" dirty="0">
                <a:solidFill>
                  <a:srgbClr val="313131"/>
                </a:solidFill>
              </a:rPr>
              <a:t>Support to ERC / Consultant in analyzing the data from the Study</a:t>
            </a:r>
          </a:p>
          <a:p>
            <a:pPr marL="171450" indent="-171450" algn="just">
              <a:buSzPct val="100000"/>
              <a:buFont typeface="Arial" panose="020B0604020202020204" pitchFamily="34" charset="0"/>
              <a:buChar char="•"/>
            </a:pPr>
            <a:r>
              <a:rPr lang="en-US" sz="1400" i="1" dirty="0">
                <a:solidFill>
                  <a:srgbClr val="313131"/>
                </a:solidFill>
              </a:rPr>
              <a:t>Preparation of Approach Paper </a:t>
            </a:r>
            <a:r>
              <a:rPr lang="en-US" sz="1400" i="1" dirty="0" err="1">
                <a:solidFill>
                  <a:srgbClr val="313131"/>
                </a:solidFill>
              </a:rPr>
              <a:t>w.r.t.</a:t>
            </a:r>
            <a:r>
              <a:rPr lang="en-US" sz="1400" i="1" dirty="0">
                <a:solidFill>
                  <a:srgbClr val="313131"/>
                </a:solidFill>
              </a:rPr>
              <a:t> Tariff Schedule</a:t>
            </a:r>
          </a:p>
          <a:p>
            <a:pPr marL="171450" indent="-171450" algn="just">
              <a:buSzPct val="100000"/>
              <a:buFont typeface="Arial" panose="020B0604020202020204" pitchFamily="34" charset="0"/>
              <a:buChar char="•"/>
            </a:pPr>
            <a:r>
              <a:rPr lang="en-US" sz="1400" i="1" dirty="0">
                <a:solidFill>
                  <a:srgbClr val="313131"/>
                </a:solidFill>
              </a:rPr>
              <a:t>Stakeholder/ Public consultation support</a:t>
            </a:r>
          </a:p>
          <a:p>
            <a:pPr marL="171450" indent="-171450" algn="just">
              <a:buSzPct val="100000"/>
              <a:buFont typeface="Arial" panose="020B0604020202020204" pitchFamily="34" charset="0"/>
              <a:buChar char="•"/>
            </a:pPr>
            <a:r>
              <a:rPr lang="en-US" sz="1400" i="1" dirty="0">
                <a:solidFill>
                  <a:srgbClr val="313131"/>
                </a:solidFill>
              </a:rPr>
              <a:t>Review of comments of stakeholders and Inclusion in Tariff Order</a:t>
            </a:r>
            <a:endParaRPr lang="en-US" sz="1200" i="1" dirty="0">
              <a:solidFill>
                <a:srgbClr val="313131"/>
              </a:solidFill>
            </a:endParaRPr>
          </a:p>
        </p:txBody>
      </p:sp>
      <p:sp>
        <p:nvSpPr>
          <p:cNvPr id="11" name="Oval 10">
            <a:extLst>
              <a:ext uri="{FF2B5EF4-FFF2-40B4-BE49-F238E27FC236}">
                <a16:creationId xmlns:a16="http://schemas.microsoft.com/office/drawing/2014/main" id="{4065768D-3D51-DBF2-5CC0-E3E151618AE2}"/>
              </a:ext>
            </a:extLst>
          </p:cNvPr>
          <p:cNvSpPr/>
          <p:nvPr/>
        </p:nvSpPr>
        <p:spPr bwMode="gray">
          <a:xfrm>
            <a:off x="11584201" y="1143857"/>
            <a:ext cx="1252728" cy="560911"/>
          </a:xfrm>
          <a:prstGeom prst="ellipse">
            <a:avLst/>
          </a:prstGeom>
          <a:solidFill>
            <a:schemeClr val="accent3">
              <a:lumMod val="20000"/>
              <a:lumOff val="80000"/>
            </a:schemeClr>
          </a:solidFill>
          <a:ln w="19050" algn="ctr">
            <a:solidFill>
              <a:schemeClr val="tx1"/>
            </a:solidFill>
            <a:prstDash val="lgDash"/>
            <a:miter lim="800000"/>
            <a:headEnd/>
            <a:tailEnd/>
          </a:ln>
        </p:spPr>
        <p:txBody>
          <a:bodyPr wrap="square" lIns="88900" tIns="88900" rIns="88900" bIns="88900" rtlCol="0" anchor="ctr"/>
          <a:lstStyle/>
          <a:p>
            <a:pPr algn="ctr">
              <a:lnSpc>
                <a:spcPct val="106000"/>
              </a:lnSpc>
              <a:buFont typeface="Wingdings 2" pitchFamily="18" charset="2"/>
              <a:buNone/>
            </a:pPr>
            <a:r>
              <a:rPr lang="en-US" sz="1300" b="1" i="1" dirty="0"/>
              <a:t>TBD</a:t>
            </a:r>
          </a:p>
        </p:txBody>
      </p:sp>
      <p:sp>
        <p:nvSpPr>
          <p:cNvPr id="13" name="Freeform 11">
            <a:extLst>
              <a:ext uri="{FF2B5EF4-FFF2-40B4-BE49-F238E27FC236}">
                <a16:creationId xmlns:a16="http://schemas.microsoft.com/office/drawing/2014/main" id="{352D85B6-9B1A-3928-01D1-AC4CAA029EEE}"/>
              </a:ext>
            </a:extLst>
          </p:cNvPr>
          <p:cNvSpPr>
            <a:spLocks/>
          </p:cNvSpPr>
          <p:nvPr/>
        </p:nvSpPr>
        <p:spPr bwMode="auto">
          <a:xfrm>
            <a:off x="879083" y="1141288"/>
            <a:ext cx="2635298" cy="831526"/>
          </a:xfrm>
          <a:custGeom>
            <a:avLst/>
            <a:gdLst>
              <a:gd name="T0" fmla="*/ 191 w 758"/>
              <a:gd name="T1" fmla="*/ 652 h 652"/>
              <a:gd name="T2" fmla="*/ 0 w 758"/>
              <a:gd name="T3" fmla="*/ 326 h 652"/>
              <a:gd name="T4" fmla="*/ 191 w 758"/>
              <a:gd name="T5" fmla="*/ 0 h 652"/>
              <a:gd name="T6" fmla="*/ 567 w 758"/>
              <a:gd name="T7" fmla="*/ 0 h 652"/>
              <a:gd name="T8" fmla="*/ 758 w 758"/>
              <a:gd name="T9" fmla="*/ 326 h 652"/>
              <a:gd name="T10" fmla="*/ 567 w 758"/>
              <a:gd name="T11" fmla="*/ 652 h 652"/>
              <a:gd name="T12" fmla="*/ 191 w 758"/>
              <a:gd name="T13" fmla="*/ 652 h 652"/>
            </a:gdLst>
            <a:ahLst/>
            <a:cxnLst>
              <a:cxn ang="0">
                <a:pos x="T0" y="T1"/>
              </a:cxn>
              <a:cxn ang="0">
                <a:pos x="T2" y="T3"/>
              </a:cxn>
              <a:cxn ang="0">
                <a:pos x="T4" y="T5"/>
              </a:cxn>
              <a:cxn ang="0">
                <a:pos x="T6" y="T7"/>
              </a:cxn>
              <a:cxn ang="0">
                <a:pos x="T8" y="T9"/>
              </a:cxn>
              <a:cxn ang="0">
                <a:pos x="T10" y="T11"/>
              </a:cxn>
              <a:cxn ang="0">
                <a:pos x="T12" y="T13"/>
              </a:cxn>
            </a:cxnLst>
            <a:rect l="0" t="0" r="r" b="b"/>
            <a:pathLst>
              <a:path w="758" h="652">
                <a:moveTo>
                  <a:pt x="191" y="652"/>
                </a:moveTo>
                <a:lnTo>
                  <a:pt x="0" y="326"/>
                </a:lnTo>
                <a:lnTo>
                  <a:pt x="191" y="0"/>
                </a:lnTo>
                <a:lnTo>
                  <a:pt x="567" y="0"/>
                </a:lnTo>
                <a:lnTo>
                  <a:pt x="758" y="326"/>
                </a:lnTo>
                <a:lnTo>
                  <a:pt x="567" y="652"/>
                </a:lnTo>
                <a:lnTo>
                  <a:pt x="191" y="652"/>
                </a:lnTo>
                <a:close/>
              </a:path>
            </a:pathLst>
          </a:custGeom>
          <a:solidFill>
            <a:srgbClr val="92D050"/>
          </a:solidFill>
          <a:ln w="12700" cap="flat">
            <a:solidFill>
              <a:schemeClr val="bg1"/>
            </a:solidFill>
            <a:prstDash val="solid"/>
            <a:miter lim="800000"/>
            <a:headEnd/>
            <a:tailEnd/>
          </a:ln>
        </p:spPr>
        <p:txBody>
          <a:bodyPr vert="horz" wrap="square" lIns="91370" tIns="45685" rIns="91370" bIns="45685" numCol="1" anchor="ctr" anchorCtr="0" compatLnSpc="1">
            <a:prstTxWarp prst="textNoShape">
              <a:avLst/>
            </a:prstTxWarp>
          </a:bodyPr>
          <a:lstStyle/>
          <a:p>
            <a:pPr algn="ctr">
              <a:defRPr/>
            </a:pPr>
            <a:r>
              <a:rPr lang="en-US" sz="1500" b="1" dirty="0">
                <a:solidFill>
                  <a:schemeClr val="bg1"/>
                </a:solidFill>
                <a:ea typeface="ＭＳ Ｐゴシック" pitchFamily="50" charset="-128"/>
              </a:rPr>
              <a:t>Task 9 </a:t>
            </a:r>
          </a:p>
          <a:p>
            <a:pPr algn="ctr">
              <a:defRPr/>
            </a:pPr>
            <a:r>
              <a:rPr lang="en-US" sz="1500" b="1" dirty="0">
                <a:solidFill>
                  <a:schemeClr val="bg1"/>
                </a:solidFill>
                <a:ea typeface="ＭＳ Ｐゴシック" pitchFamily="50" charset="-128"/>
              </a:rPr>
              <a:t>(++)</a:t>
            </a:r>
          </a:p>
        </p:txBody>
      </p:sp>
      <p:sp>
        <p:nvSpPr>
          <p:cNvPr id="14" name="TextBox 13">
            <a:extLst>
              <a:ext uri="{FF2B5EF4-FFF2-40B4-BE49-F238E27FC236}">
                <a16:creationId xmlns:a16="http://schemas.microsoft.com/office/drawing/2014/main" id="{70B9618A-A8BF-FAF1-2204-DE91EC22DBF9}"/>
              </a:ext>
            </a:extLst>
          </p:cNvPr>
          <p:cNvSpPr txBox="1"/>
          <p:nvPr/>
        </p:nvSpPr>
        <p:spPr>
          <a:xfrm>
            <a:off x="11490594" y="1741251"/>
            <a:ext cx="1583708" cy="461665"/>
          </a:xfrm>
          <a:prstGeom prst="rect">
            <a:avLst/>
          </a:prstGeom>
          <a:noFill/>
        </p:spPr>
        <p:txBody>
          <a:bodyPr wrap="square">
            <a:spAutoFit/>
          </a:bodyPr>
          <a:lstStyle/>
          <a:p>
            <a:pPr algn="ctr"/>
            <a:r>
              <a:rPr lang="en-US" sz="1200" b="0" i="1" u="none" strike="noStrike" dirty="0">
                <a:solidFill>
                  <a:srgbClr val="963634"/>
                </a:solidFill>
                <a:effectLst/>
                <a:latin typeface="Verdana" panose="020B0604030504040204" pitchFamily="34" charset="0"/>
              </a:rPr>
              <a:t>To be Taken Up in Year 3 onwards</a:t>
            </a:r>
            <a:endParaRPr lang="en-US" sz="1200" i="1" dirty="0"/>
          </a:p>
        </p:txBody>
      </p:sp>
      <p:sp>
        <p:nvSpPr>
          <p:cNvPr id="15" name="Oval 14">
            <a:extLst>
              <a:ext uri="{FF2B5EF4-FFF2-40B4-BE49-F238E27FC236}">
                <a16:creationId xmlns:a16="http://schemas.microsoft.com/office/drawing/2014/main" id="{BF93158D-09B0-A7E4-8805-0FC9DDB61A16}"/>
              </a:ext>
            </a:extLst>
          </p:cNvPr>
          <p:cNvSpPr/>
          <p:nvPr/>
        </p:nvSpPr>
        <p:spPr bwMode="gray">
          <a:xfrm>
            <a:off x="331408" y="1328524"/>
            <a:ext cx="411480" cy="407719"/>
          </a:xfrm>
          <a:prstGeom prst="ellipse">
            <a:avLst/>
          </a:prstGeom>
          <a:solidFill>
            <a:schemeClr val="accent2">
              <a:lumMod val="60000"/>
              <a:lumOff val="40000"/>
            </a:schemeClr>
          </a:solidFill>
          <a:ln w="19050" algn="ctr">
            <a:noFill/>
            <a:miter lim="800000"/>
            <a:headEnd/>
            <a:tailEnd/>
          </a:ln>
        </p:spPr>
        <p:txBody>
          <a:bodyPr wrap="square" lIns="88900" tIns="88900" rIns="88900" bIns="88900" rtlCol="0" anchor="ctr"/>
          <a:lstStyle/>
          <a:p>
            <a:pPr algn="ctr">
              <a:lnSpc>
                <a:spcPct val="106000"/>
              </a:lnSpc>
            </a:pPr>
            <a:endParaRPr lang="en-US" sz="1500" b="1" dirty="0">
              <a:solidFill>
                <a:schemeClr val="bg1"/>
              </a:solidFill>
            </a:endParaRPr>
          </a:p>
        </p:txBody>
      </p:sp>
      <p:sp>
        <p:nvSpPr>
          <p:cNvPr id="2" name="TextBox 1">
            <a:extLst>
              <a:ext uri="{FF2B5EF4-FFF2-40B4-BE49-F238E27FC236}">
                <a16:creationId xmlns:a16="http://schemas.microsoft.com/office/drawing/2014/main" id="{A7321CC4-7CD4-D29F-0F15-277B090EF813}"/>
              </a:ext>
            </a:extLst>
          </p:cNvPr>
          <p:cNvSpPr txBox="1"/>
          <p:nvPr/>
        </p:nvSpPr>
        <p:spPr>
          <a:xfrm>
            <a:off x="736293" y="7044833"/>
            <a:ext cx="6720288" cy="276999"/>
          </a:xfrm>
          <a:prstGeom prst="rect">
            <a:avLst/>
          </a:prstGeom>
          <a:noFill/>
        </p:spPr>
        <p:txBody>
          <a:bodyPr wrap="square">
            <a:spAutoFit/>
          </a:bodyPr>
          <a:lstStyle/>
          <a:p>
            <a:r>
              <a:rPr lang="en-US" sz="1200" b="1" i="1" dirty="0">
                <a:solidFill>
                  <a:srgbClr val="313131"/>
                </a:solidFill>
              </a:rPr>
              <a:t>Note:</a:t>
            </a:r>
            <a:r>
              <a:rPr lang="en-US" sz="1200" i="1" dirty="0">
                <a:solidFill>
                  <a:srgbClr val="313131"/>
                </a:solidFill>
              </a:rPr>
              <a:t> “++” denotes additional inclusion beyond mentioned scope in </a:t>
            </a:r>
            <a:r>
              <a:rPr lang="en-US" sz="1200" i="1" dirty="0" err="1">
                <a:solidFill>
                  <a:srgbClr val="313131"/>
                </a:solidFill>
              </a:rPr>
              <a:t>RfP</a:t>
            </a:r>
            <a:endParaRPr lang="en-US" sz="1200" dirty="0"/>
          </a:p>
        </p:txBody>
      </p:sp>
      <p:graphicFrame>
        <p:nvGraphicFramePr>
          <p:cNvPr id="21" name="Table 20">
            <a:extLst>
              <a:ext uri="{FF2B5EF4-FFF2-40B4-BE49-F238E27FC236}">
                <a16:creationId xmlns:a16="http://schemas.microsoft.com/office/drawing/2014/main" id="{F69578F0-960B-D676-7A9B-E5BEE6058EBB}"/>
              </a:ext>
            </a:extLst>
          </p:cNvPr>
          <p:cNvGraphicFramePr>
            <a:graphicFrameLocks noGrp="1"/>
          </p:cNvGraphicFramePr>
          <p:nvPr>
            <p:extLst>
              <p:ext uri="{D42A27DB-BD31-4B8C-83A1-F6EECF244321}">
                <p14:modId xmlns:p14="http://schemas.microsoft.com/office/powerpoint/2010/main" val="417985399"/>
              </p:ext>
            </p:extLst>
          </p:nvPr>
        </p:nvGraphicFramePr>
        <p:xfrm>
          <a:off x="643692" y="2329683"/>
          <a:ext cx="12309106" cy="4612193"/>
        </p:xfrm>
        <a:graphic>
          <a:graphicData uri="http://schemas.openxmlformats.org/drawingml/2006/table">
            <a:tbl>
              <a:tblPr/>
              <a:tblGrid>
                <a:gridCol w="266815">
                  <a:extLst>
                    <a:ext uri="{9D8B030D-6E8A-4147-A177-3AD203B41FA5}">
                      <a16:colId xmlns:a16="http://schemas.microsoft.com/office/drawing/2014/main" val="787312238"/>
                    </a:ext>
                  </a:extLst>
                </a:gridCol>
                <a:gridCol w="953636">
                  <a:extLst>
                    <a:ext uri="{9D8B030D-6E8A-4147-A177-3AD203B41FA5}">
                      <a16:colId xmlns:a16="http://schemas.microsoft.com/office/drawing/2014/main" val="936640889"/>
                    </a:ext>
                  </a:extLst>
                </a:gridCol>
                <a:gridCol w="392920">
                  <a:extLst>
                    <a:ext uri="{9D8B030D-6E8A-4147-A177-3AD203B41FA5}">
                      <a16:colId xmlns:a16="http://schemas.microsoft.com/office/drawing/2014/main" val="3434666844"/>
                    </a:ext>
                  </a:extLst>
                </a:gridCol>
                <a:gridCol w="2546431">
                  <a:extLst>
                    <a:ext uri="{9D8B030D-6E8A-4147-A177-3AD203B41FA5}">
                      <a16:colId xmlns:a16="http://schemas.microsoft.com/office/drawing/2014/main" val="269919527"/>
                    </a:ext>
                  </a:extLst>
                </a:gridCol>
                <a:gridCol w="262880">
                  <a:extLst>
                    <a:ext uri="{9D8B030D-6E8A-4147-A177-3AD203B41FA5}">
                      <a16:colId xmlns:a16="http://schemas.microsoft.com/office/drawing/2014/main" val="1478044629"/>
                    </a:ext>
                  </a:extLst>
                </a:gridCol>
                <a:gridCol w="342888">
                  <a:extLst>
                    <a:ext uri="{9D8B030D-6E8A-4147-A177-3AD203B41FA5}">
                      <a16:colId xmlns:a16="http://schemas.microsoft.com/office/drawing/2014/main" val="430962445"/>
                    </a:ext>
                  </a:extLst>
                </a:gridCol>
                <a:gridCol w="342888">
                  <a:extLst>
                    <a:ext uri="{9D8B030D-6E8A-4147-A177-3AD203B41FA5}">
                      <a16:colId xmlns:a16="http://schemas.microsoft.com/office/drawing/2014/main" val="2327330606"/>
                    </a:ext>
                  </a:extLst>
                </a:gridCol>
                <a:gridCol w="342888">
                  <a:extLst>
                    <a:ext uri="{9D8B030D-6E8A-4147-A177-3AD203B41FA5}">
                      <a16:colId xmlns:a16="http://schemas.microsoft.com/office/drawing/2014/main" val="1107731426"/>
                    </a:ext>
                  </a:extLst>
                </a:gridCol>
                <a:gridCol w="342888">
                  <a:extLst>
                    <a:ext uri="{9D8B030D-6E8A-4147-A177-3AD203B41FA5}">
                      <a16:colId xmlns:a16="http://schemas.microsoft.com/office/drawing/2014/main" val="4124577988"/>
                    </a:ext>
                  </a:extLst>
                </a:gridCol>
                <a:gridCol w="342888">
                  <a:extLst>
                    <a:ext uri="{9D8B030D-6E8A-4147-A177-3AD203B41FA5}">
                      <a16:colId xmlns:a16="http://schemas.microsoft.com/office/drawing/2014/main" val="3237387828"/>
                    </a:ext>
                  </a:extLst>
                </a:gridCol>
                <a:gridCol w="342888">
                  <a:extLst>
                    <a:ext uri="{9D8B030D-6E8A-4147-A177-3AD203B41FA5}">
                      <a16:colId xmlns:a16="http://schemas.microsoft.com/office/drawing/2014/main" val="742849898"/>
                    </a:ext>
                  </a:extLst>
                </a:gridCol>
                <a:gridCol w="342888">
                  <a:extLst>
                    <a:ext uri="{9D8B030D-6E8A-4147-A177-3AD203B41FA5}">
                      <a16:colId xmlns:a16="http://schemas.microsoft.com/office/drawing/2014/main" val="2859381574"/>
                    </a:ext>
                  </a:extLst>
                </a:gridCol>
                <a:gridCol w="342888">
                  <a:extLst>
                    <a:ext uri="{9D8B030D-6E8A-4147-A177-3AD203B41FA5}">
                      <a16:colId xmlns:a16="http://schemas.microsoft.com/office/drawing/2014/main" val="2825783778"/>
                    </a:ext>
                  </a:extLst>
                </a:gridCol>
                <a:gridCol w="342888">
                  <a:extLst>
                    <a:ext uri="{9D8B030D-6E8A-4147-A177-3AD203B41FA5}">
                      <a16:colId xmlns:a16="http://schemas.microsoft.com/office/drawing/2014/main" val="3225826528"/>
                    </a:ext>
                  </a:extLst>
                </a:gridCol>
                <a:gridCol w="342888">
                  <a:extLst>
                    <a:ext uri="{9D8B030D-6E8A-4147-A177-3AD203B41FA5}">
                      <a16:colId xmlns:a16="http://schemas.microsoft.com/office/drawing/2014/main" val="4061144370"/>
                    </a:ext>
                  </a:extLst>
                </a:gridCol>
                <a:gridCol w="342888">
                  <a:extLst>
                    <a:ext uri="{9D8B030D-6E8A-4147-A177-3AD203B41FA5}">
                      <a16:colId xmlns:a16="http://schemas.microsoft.com/office/drawing/2014/main" val="3024900364"/>
                    </a:ext>
                  </a:extLst>
                </a:gridCol>
                <a:gridCol w="342888">
                  <a:extLst>
                    <a:ext uri="{9D8B030D-6E8A-4147-A177-3AD203B41FA5}">
                      <a16:colId xmlns:a16="http://schemas.microsoft.com/office/drawing/2014/main" val="2130350074"/>
                    </a:ext>
                  </a:extLst>
                </a:gridCol>
                <a:gridCol w="342888">
                  <a:extLst>
                    <a:ext uri="{9D8B030D-6E8A-4147-A177-3AD203B41FA5}">
                      <a16:colId xmlns:a16="http://schemas.microsoft.com/office/drawing/2014/main" val="1742025073"/>
                    </a:ext>
                  </a:extLst>
                </a:gridCol>
                <a:gridCol w="342888">
                  <a:extLst>
                    <a:ext uri="{9D8B030D-6E8A-4147-A177-3AD203B41FA5}">
                      <a16:colId xmlns:a16="http://schemas.microsoft.com/office/drawing/2014/main" val="2065894324"/>
                    </a:ext>
                  </a:extLst>
                </a:gridCol>
                <a:gridCol w="342888">
                  <a:extLst>
                    <a:ext uri="{9D8B030D-6E8A-4147-A177-3AD203B41FA5}">
                      <a16:colId xmlns:a16="http://schemas.microsoft.com/office/drawing/2014/main" val="3199497163"/>
                    </a:ext>
                  </a:extLst>
                </a:gridCol>
                <a:gridCol w="342888">
                  <a:extLst>
                    <a:ext uri="{9D8B030D-6E8A-4147-A177-3AD203B41FA5}">
                      <a16:colId xmlns:a16="http://schemas.microsoft.com/office/drawing/2014/main" val="2746915420"/>
                    </a:ext>
                  </a:extLst>
                </a:gridCol>
                <a:gridCol w="342888">
                  <a:extLst>
                    <a:ext uri="{9D8B030D-6E8A-4147-A177-3AD203B41FA5}">
                      <a16:colId xmlns:a16="http://schemas.microsoft.com/office/drawing/2014/main" val="4203117739"/>
                    </a:ext>
                  </a:extLst>
                </a:gridCol>
                <a:gridCol w="342888">
                  <a:extLst>
                    <a:ext uri="{9D8B030D-6E8A-4147-A177-3AD203B41FA5}">
                      <a16:colId xmlns:a16="http://schemas.microsoft.com/office/drawing/2014/main" val="2476104936"/>
                    </a:ext>
                  </a:extLst>
                </a:gridCol>
                <a:gridCol w="342888">
                  <a:extLst>
                    <a:ext uri="{9D8B030D-6E8A-4147-A177-3AD203B41FA5}">
                      <a16:colId xmlns:a16="http://schemas.microsoft.com/office/drawing/2014/main" val="1912305910"/>
                    </a:ext>
                  </a:extLst>
                </a:gridCol>
                <a:gridCol w="342888">
                  <a:extLst>
                    <a:ext uri="{9D8B030D-6E8A-4147-A177-3AD203B41FA5}">
                      <a16:colId xmlns:a16="http://schemas.microsoft.com/office/drawing/2014/main" val="2683310590"/>
                    </a:ext>
                  </a:extLst>
                </a:gridCol>
                <a:gridCol w="342888">
                  <a:extLst>
                    <a:ext uri="{9D8B030D-6E8A-4147-A177-3AD203B41FA5}">
                      <a16:colId xmlns:a16="http://schemas.microsoft.com/office/drawing/2014/main" val="2695265965"/>
                    </a:ext>
                  </a:extLst>
                </a:gridCol>
                <a:gridCol w="342888">
                  <a:extLst>
                    <a:ext uri="{9D8B030D-6E8A-4147-A177-3AD203B41FA5}">
                      <a16:colId xmlns:a16="http://schemas.microsoft.com/office/drawing/2014/main" val="2825588873"/>
                    </a:ext>
                  </a:extLst>
                </a:gridCol>
                <a:gridCol w="342888">
                  <a:extLst>
                    <a:ext uri="{9D8B030D-6E8A-4147-A177-3AD203B41FA5}">
                      <a16:colId xmlns:a16="http://schemas.microsoft.com/office/drawing/2014/main" val="1510142388"/>
                    </a:ext>
                  </a:extLst>
                </a:gridCol>
              </a:tblGrid>
              <a:tr h="120727">
                <a:tc rowSpan="3">
                  <a:txBody>
                    <a:bodyPr/>
                    <a:lstStyle/>
                    <a:p>
                      <a:pPr algn="ctr" fontAlgn="ctr"/>
                      <a:r>
                        <a:rPr lang="en-US" sz="1200" b="1" i="0" u="none" strike="noStrike" dirty="0" err="1">
                          <a:solidFill>
                            <a:srgbClr val="FFFFFF"/>
                          </a:solidFill>
                          <a:effectLst/>
                          <a:latin typeface="Verdana" panose="020B0604030504040204" pitchFamily="34" charset="0"/>
                        </a:rPr>
                        <a:t>Sl</a:t>
                      </a:r>
                      <a:r>
                        <a:rPr lang="en-US" sz="1200" b="1" i="0" u="none" strike="noStrike" dirty="0">
                          <a:solidFill>
                            <a:srgbClr val="FFFFFF"/>
                          </a:solidFill>
                          <a:effectLst/>
                          <a:latin typeface="Verdana" panose="020B0604030504040204" pitchFamily="34" charset="0"/>
                        </a:rPr>
                        <a:t> No</a:t>
                      </a:r>
                    </a:p>
                  </a:txBody>
                  <a:tcPr marL="4022" marR="4022" marT="4022"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solidFill>
                  </a:tcPr>
                </a:tc>
                <a:tc rowSpan="3">
                  <a:txBody>
                    <a:bodyPr/>
                    <a:lstStyle/>
                    <a:p>
                      <a:pPr algn="ctr" fontAlgn="ctr"/>
                      <a:r>
                        <a:rPr lang="en-US" sz="1200" b="1" i="0" u="none" strike="noStrike" dirty="0">
                          <a:solidFill>
                            <a:srgbClr val="FFFFFF"/>
                          </a:solidFill>
                          <a:effectLst/>
                          <a:latin typeface="Verdana" panose="020B0604030504040204" pitchFamily="34" charset="0"/>
                        </a:rPr>
                        <a:t>Module &amp; Task Reference</a:t>
                      </a: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solidFill>
                  </a:tcPr>
                </a:tc>
                <a:tc rowSpan="3">
                  <a:txBody>
                    <a:bodyPr/>
                    <a:lstStyle/>
                    <a:p>
                      <a:pPr algn="ctr" fontAlgn="ctr"/>
                      <a:r>
                        <a:rPr lang="en-US" sz="1200" b="1" i="0" u="none" strike="noStrike" dirty="0">
                          <a:solidFill>
                            <a:srgbClr val="FFFFFF"/>
                          </a:solidFill>
                          <a:effectLst/>
                          <a:latin typeface="Verdana" panose="020B0604030504040204" pitchFamily="34" charset="0"/>
                        </a:rPr>
                        <a:t>RFP Ref</a:t>
                      </a: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solidFill>
                  </a:tcPr>
                </a:tc>
                <a:tc rowSpan="3">
                  <a:txBody>
                    <a:bodyPr/>
                    <a:lstStyle/>
                    <a:p>
                      <a:pPr algn="ctr" fontAlgn="ctr"/>
                      <a:r>
                        <a:rPr lang="en-US" sz="1200" b="1" i="0" u="none" strike="noStrike" dirty="0">
                          <a:solidFill>
                            <a:srgbClr val="FFFFFF"/>
                          </a:solidFill>
                          <a:effectLst/>
                          <a:latin typeface="Verdana" panose="020B0604030504040204" pitchFamily="34" charset="0"/>
                        </a:rPr>
                        <a:t>Task</a:t>
                      </a: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solidFill>
                  </a:tcPr>
                </a:tc>
                <a:tc gridSpan="12">
                  <a:txBody>
                    <a:bodyPr/>
                    <a:lstStyle/>
                    <a:p>
                      <a:pPr algn="ctr" fontAlgn="ctr"/>
                      <a:r>
                        <a:rPr lang="en-US" sz="1200" b="1" i="0" u="none" strike="noStrike" dirty="0">
                          <a:solidFill>
                            <a:srgbClr val="000000"/>
                          </a:solidFill>
                          <a:effectLst/>
                          <a:latin typeface="Verdana" panose="020B0604030504040204" pitchFamily="34" charset="0"/>
                        </a:rPr>
                        <a:t>Year 1</a:t>
                      </a:r>
                    </a:p>
                  </a:txBody>
                  <a:tcPr marL="4022" marR="4022" marT="4022" marB="0" anchor="ctr">
                    <a:lnL>
                      <a:noFill/>
                    </a:lnL>
                    <a:lnR>
                      <a:noFill/>
                    </a:lnR>
                    <a:lnT w="12700" cap="flat" cmpd="sng" algn="ctr">
                      <a:solidFill>
                        <a:schemeClr val="tx1"/>
                      </a:solidFill>
                      <a:prstDash val="solid"/>
                      <a:round/>
                      <a:headEnd type="none" w="med" len="med"/>
                      <a:tailEnd type="none" w="med" len="med"/>
                    </a:lnT>
                    <a:lnB>
                      <a:noFill/>
                    </a:lnB>
                    <a:solidFill>
                      <a:srgbClr val="92D05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12">
                  <a:txBody>
                    <a:bodyPr/>
                    <a:lstStyle/>
                    <a:p>
                      <a:pPr algn="ctr" fontAlgn="ctr"/>
                      <a:r>
                        <a:rPr lang="en-US" sz="1200" b="1" i="0" u="none" strike="noStrike" dirty="0">
                          <a:solidFill>
                            <a:srgbClr val="000000"/>
                          </a:solidFill>
                          <a:effectLst/>
                          <a:latin typeface="Verdana" panose="020B0604030504040204" pitchFamily="34" charset="0"/>
                        </a:rPr>
                        <a:t>Year 2</a:t>
                      </a:r>
                    </a:p>
                  </a:txBody>
                  <a:tcPr marL="4022" marR="4022" marT="402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rgbClr val="00B0F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064288451"/>
                  </a:ext>
                </a:extLst>
              </a:tr>
              <a:tr h="91195">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r>
                        <a:rPr lang="en-US" sz="900" b="1" i="0" u="none" strike="noStrike" dirty="0">
                          <a:solidFill>
                            <a:srgbClr val="000000"/>
                          </a:solidFill>
                          <a:effectLst/>
                          <a:latin typeface="Verdana" panose="020B0604030504040204" pitchFamily="34" charset="0"/>
                        </a:rPr>
                        <a:t>M1</a:t>
                      </a:r>
                    </a:p>
                  </a:txBody>
                  <a:tcPr marL="4022" marR="4022" marT="4022"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M2</a:t>
                      </a:r>
                    </a:p>
                  </a:txBody>
                  <a:tcPr marL="4022" marR="4022" marT="4022"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M3</a:t>
                      </a:r>
                    </a:p>
                  </a:txBody>
                  <a:tcPr marL="4022" marR="4022" marT="4022"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M4</a:t>
                      </a:r>
                    </a:p>
                  </a:txBody>
                  <a:tcPr marL="4022" marR="4022" marT="4022"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M5</a:t>
                      </a:r>
                    </a:p>
                  </a:txBody>
                  <a:tcPr marL="4022" marR="4022" marT="4022"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M6</a:t>
                      </a:r>
                    </a:p>
                  </a:txBody>
                  <a:tcPr marL="4022" marR="4022" marT="4022"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M7</a:t>
                      </a:r>
                    </a:p>
                  </a:txBody>
                  <a:tcPr marL="4022" marR="4022" marT="4022"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M8</a:t>
                      </a:r>
                    </a:p>
                  </a:txBody>
                  <a:tcPr marL="4022" marR="4022" marT="4022"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M9</a:t>
                      </a:r>
                    </a:p>
                  </a:txBody>
                  <a:tcPr marL="4022" marR="4022" marT="4022"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M10</a:t>
                      </a:r>
                    </a:p>
                  </a:txBody>
                  <a:tcPr marL="4022" marR="4022" marT="4022"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M11</a:t>
                      </a:r>
                    </a:p>
                  </a:txBody>
                  <a:tcPr marL="4022" marR="4022" marT="4022"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M12</a:t>
                      </a:r>
                    </a:p>
                  </a:txBody>
                  <a:tcPr marL="4022" marR="4022" marT="4022" marB="0" anchor="ctr">
                    <a:lnL>
                      <a:noFill/>
                    </a:lnL>
                    <a:lnR>
                      <a:noFill/>
                    </a:lnR>
                    <a:lnT>
                      <a:noFill/>
                    </a:lnT>
                    <a:lnB>
                      <a:noFill/>
                    </a:lnB>
                    <a:noFill/>
                  </a:tcPr>
                </a:tc>
                <a:tc>
                  <a:txBody>
                    <a:bodyPr/>
                    <a:lstStyle/>
                    <a:p>
                      <a:pPr algn="ctr" fontAlgn="ctr"/>
                      <a:r>
                        <a:rPr lang="en-US" sz="900" b="1" i="0" u="none" strike="noStrike" dirty="0">
                          <a:solidFill>
                            <a:srgbClr val="000000"/>
                          </a:solidFill>
                          <a:effectLst/>
                          <a:latin typeface="Verdana" panose="020B0604030504040204" pitchFamily="34" charset="0"/>
                        </a:rPr>
                        <a:t>M1</a:t>
                      </a:r>
                    </a:p>
                  </a:txBody>
                  <a:tcPr marL="4022" marR="4022" marT="4022"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M2</a:t>
                      </a:r>
                    </a:p>
                  </a:txBody>
                  <a:tcPr marL="4022" marR="4022" marT="4022"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M3</a:t>
                      </a:r>
                    </a:p>
                  </a:txBody>
                  <a:tcPr marL="4022" marR="4022" marT="4022"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M4</a:t>
                      </a:r>
                    </a:p>
                  </a:txBody>
                  <a:tcPr marL="4022" marR="4022" marT="4022"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M5</a:t>
                      </a:r>
                    </a:p>
                  </a:txBody>
                  <a:tcPr marL="4022" marR="4022" marT="4022"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M6</a:t>
                      </a:r>
                    </a:p>
                  </a:txBody>
                  <a:tcPr marL="4022" marR="4022" marT="4022"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M7</a:t>
                      </a:r>
                    </a:p>
                  </a:txBody>
                  <a:tcPr marL="4022" marR="4022" marT="4022"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M8</a:t>
                      </a:r>
                    </a:p>
                  </a:txBody>
                  <a:tcPr marL="4022" marR="4022" marT="4022"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M9</a:t>
                      </a:r>
                    </a:p>
                  </a:txBody>
                  <a:tcPr marL="4022" marR="4022" marT="4022"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M10</a:t>
                      </a:r>
                    </a:p>
                  </a:txBody>
                  <a:tcPr marL="4022" marR="4022" marT="4022"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M11</a:t>
                      </a:r>
                    </a:p>
                  </a:txBody>
                  <a:tcPr marL="4022" marR="4022" marT="4022"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M12</a:t>
                      </a:r>
                    </a:p>
                  </a:txBody>
                  <a:tcPr marL="4022" marR="4022" marT="4022" marB="0" anchor="ctr">
                    <a:lnL>
                      <a:noFill/>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3024741108"/>
                  </a:ext>
                </a:extLst>
              </a:tr>
              <a:tr h="145063">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r>
                        <a:rPr lang="en-US" sz="900" b="1" i="0" u="none" strike="noStrike">
                          <a:solidFill>
                            <a:srgbClr val="A6A6A6"/>
                          </a:solidFill>
                          <a:effectLst/>
                          <a:latin typeface="Verdana" panose="020B0604030504040204" pitchFamily="34" charset="0"/>
                        </a:rPr>
                        <a:t>Aug</a:t>
                      </a:r>
                    </a:p>
                  </a:txBody>
                  <a:tcPr marL="4022" marR="4022" marT="4022"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Sep</a:t>
                      </a:r>
                    </a:p>
                  </a:txBody>
                  <a:tcPr marL="4022" marR="4022" marT="4022"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Oct</a:t>
                      </a:r>
                    </a:p>
                  </a:txBody>
                  <a:tcPr marL="4022" marR="4022" marT="4022"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Nov</a:t>
                      </a:r>
                    </a:p>
                  </a:txBody>
                  <a:tcPr marL="4022" marR="4022" marT="4022"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Dec</a:t>
                      </a:r>
                    </a:p>
                  </a:txBody>
                  <a:tcPr marL="4022" marR="4022" marT="4022"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Jan</a:t>
                      </a:r>
                    </a:p>
                  </a:txBody>
                  <a:tcPr marL="4022" marR="4022" marT="4022"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Feb</a:t>
                      </a:r>
                    </a:p>
                  </a:txBody>
                  <a:tcPr marL="4022" marR="4022" marT="4022"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Mar</a:t>
                      </a:r>
                    </a:p>
                  </a:txBody>
                  <a:tcPr marL="4022" marR="4022" marT="4022"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Apr</a:t>
                      </a:r>
                    </a:p>
                  </a:txBody>
                  <a:tcPr marL="4022" marR="4022" marT="4022"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May</a:t>
                      </a:r>
                    </a:p>
                  </a:txBody>
                  <a:tcPr marL="4022" marR="4022" marT="4022"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Jun</a:t>
                      </a:r>
                    </a:p>
                  </a:txBody>
                  <a:tcPr marL="4022" marR="4022" marT="4022"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Jul</a:t>
                      </a:r>
                    </a:p>
                  </a:txBody>
                  <a:tcPr marL="4022" marR="4022" marT="4022"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dirty="0">
                          <a:solidFill>
                            <a:srgbClr val="A6A6A6"/>
                          </a:solidFill>
                          <a:effectLst/>
                          <a:latin typeface="Verdana" panose="020B0604030504040204" pitchFamily="34" charset="0"/>
                        </a:rPr>
                        <a:t>Aug</a:t>
                      </a:r>
                    </a:p>
                  </a:txBody>
                  <a:tcPr marL="4022" marR="4022" marT="4022"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Sep</a:t>
                      </a:r>
                    </a:p>
                  </a:txBody>
                  <a:tcPr marL="4022" marR="4022" marT="4022"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Oct</a:t>
                      </a:r>
                    </a:p>
                  </a:txBody>
                  <a:tcPr marL="4022" marR="4022" marT="4022"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Nov</a:t>
                      </a:r>
                    </a:p>
                  </a:txBody>
                  <a:tcPr marL="4022" marR="4022" marT="4022"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Dec</a:t>
                      </a:r>
                    </a:p>
                  </a:txBody>
                  <a:tcPr marL="4022" marR="4022" marT="4022"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Jan</a:t>
                      </a:r>
                    </a:p>
                  </a:txBody>
                  <a:tcPr marL="4022" marR="4022" marT="4022"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Feb</a:t>
                      </a:r>
                    </a:p>
                  </a:txBody>
                  <a:tcPr marL="4022" marR="4022" marT="4022"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Mar</a:t>
                      </a:r>
                    </a:p>
                  </a:txBody>
                  <a:tcPr marL="4022" marR="4022" marT="4022"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Apr</a:t>
                      </a:r>
                    </a:p>
                  </a:txBody>
                  <a:tcPr marL="4022" marR="4022" marT="4022"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May</a:t>
                      </a:r>
                    </a:p>
                  </a:txBody>
                  <a:tcPr marL="4022" marR="4022" marT="4022"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Jun</a:t>
                      </a:r>
                    </a:p>
                  </a:txBody>
                  <a:tcPr marL="4022" marR="4022" marT="4022"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Jul</a:t>
                      </a:r>
                    </a:p>
                  </a:txBody>
                  <a:tcPr marL="4022" marR="4022" marT="4022" marB="0"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49850324"/>
                  </a:ext>
                </a:extLst>
              </a:tr>
              <a:tr h="475112">
                <a:tc>
                  <a:txBody>
                    <a:bodyPr/>
                    <a:lstStyle/>
                    <a:p>
                      <a:pPr algn="ctr" fontAlgn="ctr"/>
                      <a:r>
                        <a:rPr lang="en-US" sz="1200" b="0" i="0" u="none" strike="noStrike" dirty="0">
                          <a:solidFill>
                            <a:srgbClr val="000000"/>
                          </a:solidFill>
                          <a:effectLst/>
                          <a:latin typeface="Verdana" panose="020B0604030504040204" pitchFamily="34" charset="0"/>
                        </a:rPr>
                        <a:t>1</a:t>
                      </a:r>
                    </a:p>
                  </a:txBody>
                  <a:tcPr marL="4019" marR="4019" marT="4019"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Verdana" panose="020B0604030504040204" pitchFamily="34" charset="0"/>
                        </a:rPr>
                        <a:t>Mod. E, Task 1</a:t>
                      </a:r>
                    </a:p>
                  </a:txBody>
                  <a:tcPr marL="4019" marR="4019" marT="4019"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Verdana" panose="020B0604030504040204" pitchFamily="34" charset="0"/>
                        </a:rPr>
                        <a:t>15</a:t>
                      </a:r>
                    </a:p>
                  </a:txBody>
                  <a:tcPr marL="4019" marR="4019" marT="4019"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b="0" i="0" u="none" strike="noStrike" dirty="0">
                          <a:solidFill>
                            <a:srgbClr val="000000"/>
                          </a:solidFill>
                          <a:effectLst/>
                          <a:latin typeface="Verdana" panose="020B0604030504040204" pitchFamily="34" charset="0"/>
                        </a:rPr>
                        <a:t>Conduct transparent, efficient tariff review process &amp; approval; in-period reporting &amp; adjustment processes</a:t>
                      </a:r>
                    </a:p>
                  </a:txBody>
                  <a:tcPr marL="4019" marR="4019" marT="4019"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7620" marR="7620" marT="762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chemeClr val="tx1"/>
                      </a:fgClr>
                      <a:bgClr>
                        <a:schemeClr val="accent3">
                          <a:lumMod val="40000"/>
                          <a:lumOff val="60000"/>
                        </a:schemeClr>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7620" marR="7620" marT="762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chemeClr val="tx1"/>
                      </a:fgClr>
                      <a:bgClr>
                        <a:schemeClr val="accent3">
                          <a:lumMod val="40000"/>
                          <a:lumOff val="60000"/>
                        </a:schemeClr>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7620" marR="7620" marT="762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chemeClr val="tx1"/>
                      </a:fgClr>
                      <a:bgClr>
                        <a:schemeClr val="accent3">
                          <a:lumMod val="40000"/>
                          <a:lumOff val="60000"/>
                        </a:schemeClr>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7620" marR="7620" marT="762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chemeClr val="tx1"/>
                      </a:fgClr>
                      <a:bgClr>
                        <a:schemeClr val="accent3">
                          <a:lumMod val="40000"/>
                          <a:lumOff val="60000"/>
                        </a:schemeClr>
                      </a:bgClr>
                    </a:patt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92764984"/>
                  </a:ext>
                </a:extLst>
              </a:tr>
              <a:tr h="356983">
                <a:tc>
                  <a:txBody>
                    <a:bodyPr/>
                    <a:lstStyle/>
                    <a:p>
                      <a:pPr algn="ctr" fontAlgn="ctr"/>
                      <a:r>
                        <a:rPr lang="en-US" sz="1200" b="0" i="0" u="none" strike="noStrike" dirty="0">
                          <a:solidFill>
                            <a:srgbClr val="000000"/>
                          </a:solidFill>
                          <a:effectLst/>
                          <a:latin typeface="Verdana" panose="020B0604030504040204" pitchFamily="34" charset="0"/>
                        </a:rPr>
                        <a:t>2</a:t>
                      </a:r>
                    </a:p>
                  </a:txBody>
                  <a:tcPr marL="4019" marR="4019" marT="4019"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Verdana" panose="020B0604030504040204" pitchFamily="34" charset="0"/>
                        </a:rPr>
                        <a:t>Mod. E, Task 2</a:t>
                      </a:r>
                    </a:p>
                  </a:txBody>
                  <a:tcPr marL="4019" marR="4019" marT="4019"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Verdana" panose="020B0604030504040204" pitchFamily="34" charset="0"/>
                        </a:rPr>
                        <a:t>++</a:t>
                      </a:r>
                    </a:p>
                  </a:txBody>
                  <a:tcPr marL="4019" marR="4019" marT="4019"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b="0" i="0" u="none" strike="noStrike" dirty="0">
                          <a:solidFill>
                            <a:srgbClr val="000000"/>
                          </a:solidFill>
                          <a:effectLst/>
                          <a:latin typeface="Verdana" panose="020B0604030504040204" pitchFamily="34" charset="0"/>
                        </a:rPr>
                        <a:t>Support in Generic Tariff determination for Alternate Sources of Energy</a:t>
                      </a:r>
                    </a:p>
                  </a:txBody>
                  <a:tcPr marL="4019" marR="4019" marT="4019"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4022" marR="4022" marT="402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extLst>
                  <a:ext uri="{0D108BD9-81ED-4DB2-BD59-A6C34878D82A}">
                    <a16:rowId xmlns:a16="http://schemas.microsoft.com/office/drawing/2014/main" val="3264682192"/>
                  </a:ext>
                </a:extLst>
              </a:tr>
              <a:tr h="356983">
                <a:tc>
                  <a:txBody>
                    <a:bodyPr/>
                    <a:lstStyle/>
                    <a:p>
                      <a:pPr algn="ctr" fontAlgn="ctr"/>
                      <a:r>
                        <a:rPr lang="en-US" sz="1200" b="0" i="0" u="none" strike="noStrike" dirty="0">
                          <a:solidFill>
                            <a:srgbClr val="000000"/>
                          </a:solidFill>
                          <a:effectLst/>
                          <a:latin typeface="Verdana" panose="020B0604030504040204" pitchFamily="34" charset="0"/>
                        </a:rPr>
                        <a:t>3</a:t>
                      </a:r>
                    </a:p>
                  </a:txBody>
                  <a:tcPr marL="4019" marR="4019" marT="4019"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Verdana" panose="020B0604030504040204" pitchFamily="34" charset="0"/>
                        </a:rPr>
                        <a:t>Mod. E, Task 3</a:t>
                      </a:r>
                    </a:p>
                  </a:txBody>
                  <a:tcPr marL="4019" marR="4019" marT="4019"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Verdana" panose="020B0604030504040204" pitchFamily="34" charset="0"/>
                        </a:rPr>
                        <a:t>14</a:t>
                      </a:r>
                    </a:p>
                  </a:txBody>
                  <a:tcPr marL="4019" marR="4019" marT="4019"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b="0" i="0" u="none" strike="noStrike" dirty="0">
                          <a:solidFill>
                            <a:srgbClr val="000000"/>
                          </a:solidFill>
                          <a:effectLst/>
                          <a:latin typeface="Verdana" panose="020B0604030504040204" pitchFamily="34" charset="0"/>
                        </a:rPr>
                        <a:t>Engage with NEA for preparation of Regulatory Accounts</a:t>
                      </a:r>
                    </a:p>
                  </a:txBody>
                  <a:tcPr marL="4019" marR="4019" marT="4019"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4022" marR="4022" marT="402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extLst>
                  <a:ext uri="{0D108BD9-81ED-4DB2-BD59-A6C34878D82A}">
                    <a16:rowId xmlns:a16="http://schemas.microsoft.com/office/drawing/2014/main" val="2990550078"/>
                  </a:ext>
                </a:extLst>
              </a:tr>
              <a:tr h="356983">
                <a:tc>
                  <a:txBody>
                    <a:bodyPr/>
                    <a:lstStyle/>
                    <a:p>
                      <a:pPr algn="ctr" fontAlgn="ctr"/>
                      <a:r>
                        <a:rPr lang="en-US" sz="1200" b="0" i="0" u="none" strike="noStrike" dirty="0">
                          <a:solidFill>
                            <a:srgbClr val="000000"/>
                          </a:solidFill>
                          <a:effectLst/>
                          <a:latin typeface="Verdana" panose="020B0604030504040204" pitchFamily="34" charset="0"/>
                        </a:rPr>
                        <a:t>4</a:t>
                      </a:r>
                    </a:p>
                  </a:txBody>
                  <a:tcPr marL="4019" marR="4019" marT="4019"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Verdana" panose="020B0604030504040204" pitchFamily="34" charset="0"/>
                        </a:rPr>
                        <a:t>Mod. E, Task 4</a:t>
                      </a:r>
                    </a:p>
                  </a:txBody>
                  <a:tcPr marL="4019" marR="4019" marT="4019"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Verdana" panose="020B0604030504040204" pitchFamily="34" charset="0"/>
                        </a:rPr>
                        <a:t>++</a:t>
                      </a:r>
                    </a:p>
                  </a:txBody>
                  <a:tcPr marL="4019" marR="4019" marT="4019"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b="0" i="0" u="none" strike="noStrike" dirty="0">
                          <a:solidFill>
                            <a:srgbClr val="000000"/>
                          </a:solidFill>
                          <a:effectLst/>
                          <a:latin typeface="Verdana" panose="020B0604030504040204" pitchFamily="34" charset="0"/>
                        </a:rPr>
                        <a:t>Support in review of Transmission Tariff and Charges</a:t>
                      </a:r>
                    </a:p>
                  </a:txBody>
                  <a:tcPr marL="4019" marR="4019" marT="4019"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4022" marR="4022" marT="402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extLst>
                  <a:ext uri="{0D108BD9-81ED-4DB2-BD59-A6C34878D82A}">
                    <a16:rowId xmlns:a16="http://schemas.microsoft.com/office/drawing/2014/main" val="1027895978"/>
                  </a:ext>
                </a:extLst>
              </a:tr>
              <a:tr h="238854">
                <a:tc>
                  <a:txBody>
                    <a:bodyPr/>
                    <a:lstStyle/>
                    <a:p>
                      <a:pPr algn="ctr" fontAlgn="ctr"/>
                      <a:r>
                        <a:rPr lang="en-US" sz="1200" b="0" i="0" u="none" strike="noStrike" dirty="0">
                          <a:solidFill>
                            <a:srgbClr val="000000"/>
                          </a:solidFill>
                          <a:effectLst/>
                          <a:latin typeface="Verdana" panose="020B0604030504040204" pitchFamily="34" charset="0"/>
                        </a:rPr>
                        <a:t>5</a:t>
                      </a:r>
                    </a:p>
                  </a:txBody>
                  <a:tcPr marL="4019" marR="4019" marT="4019"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Verdana" panose="020B0604030504040204" pitchFamily="34" charset="0"/>
                        </a:rPr>
                        <a:t>Mod. E, Task 5</a:t>
                      </a:r>
                    </a:p>
                  </a:txBody>
                  <a:tcPr marL="4019" marR="4019" marT="4019"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Verdana" panose="020B0604030504040204" pitchFamily="34" charset="0"/>
                        </a:rPr>
                        <a:t>14</a:t>
                      </a:r>
                    </a:p>
                  </a:txBody>
                  <a:tcPr marL="4019" marR="4019" marT="4019"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b="0" i="0" u="none" strike="noStrike" dirty="0">
                          <a:solidFill>
                            <a:srgbClr val="000000"/>
                          </a:solidFill>
                          <a:effectLst/>
                          <a:latin typeface="Verdana" panose="020B0604030504040204" pitchFamily="34" charset="0"/>
                        </a:rPr>
                        <a:t>Engage with NEA for tariff application preparation</a:t>
                      </a:r>
                    </a:p>
                  </a:txBody>
                  <a:tcPr marL="4019" marR="4019" marT="4019"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4022" marR="4022" marT="402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4022" marR="4022" marT="402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extLst>
                  <a:ext uri="{0D108BD9-81ED-4DB2-BD59-A6C34878D82A}">
                    <a16:rowId xmlns:a16="http://schemas.microsoft.com/office/drawing/2014/main" val="1106812936"/>
                  </a:ext>
                </a:extLst>
              </a:tr>
              <a:tr h="356983">
                <a:tc>
                  <a:txBody>
                    <a:bodyPr/>
                    <a:lstStyle/>
                    <a:p>
                      <a:pPr algn="ctr" fontAlgn="ctr"/>
                      <a:r>
                        <a:rPr lang="en-US" sz="1200" b="0" i="0" u="none" strike="noStrike" dirty="0">
                          <a:solidFill>
                            <a:srgbClr val="963634"/>
                          </a:solidFill>
                          <a:effectLst/>
                          <a:latin typeface="Verdana" panose="020B0604030504040204" pitchFamily="34" charset="0"/>
                        </a:rPr>
                        <a:t>6</a:t>
                      </a:r>
                    </a:p>
                  </a:txBody>
                  <a:tcPr marL="4019" marR="4019" marT="4019"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963634"/>
                          </a:solidFill>
                          <a:effectLst/>
                          <a:latin typeface="Verdana" panose="020B0604030504040204" pitchFamily="34" charset="0"/>
                        </a:rPr>
                        <a:t>Mod. E, Task 6</a:t>
                      </a:r>
                    </a:p>
                  </a:txBody>
                  <a:tcPr marL="4019" marR="4019" marT="4019"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963634"/>
                          </a:solidFill>
                          <a:effectLst/>
                          <a:latin typeface="Verdana" panose="020B0604030504040204" pitchFamily="34" charset="0"/>
                        </a:rPr>
                        <a:t>14</a:t>
                      </a:r>
                    </a:p>
                  </a:txBody>
                  <a:tcPr marL="4019" marR="4019" marT="4019"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b="0" i="0" u="none" strike="noStrike" dirty="0">
                          <a:solidFill>
                            <a:srgbClr val="963634"/>
                          </a:solidFill>
                          <a:effectLst/>
                          <a:latin typeface="Verdana" panose="020B0604030504040204" pitchFamily="34" charset="0"/>
                        </a:rPr>
                        <a:t>Engage with NEA for undertaking a Cost-of-service Study</a:t>
                      </a:r>
                    </a:p>
                  </a:txBody>
                  <a:tcPr marL="4019" marR="4019" marT="4019"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4" gridSpan="24">
                  <a:txBody>
                    <a:bodyPr/>
                    <a:lstStyle/>
                    <a:p>
                      <a:pPr algn="l" fontAlgn="ctr"/>
                      <a:r>
                        <a:rPr lang="en-US" sz="900" b="0" i="0" u="none" strike="noStrike" dirty="0">
                          <a:solidFill>
                            <a:srgbClr val="FFFFFF"/>
                          </a:solidFill>
                          <a:effectLst/>
                          <a:latin typeface="Verdana" panose="020B0604030504040204" pitchFamily="34" charset="0"/>
                        </a:rPr>
                        <a:t>Task to be taken up in Year 3 onwards</a:t>
                      </a:r>
                    </a:p>
                  </a:txBody>
                  <a:tcPr marL="4022" marR="4022" marT="402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08080"/>
                    </a:solidFill>
                  </a:tcPr>
                </a:tc>
                <a:tc rowSpan="4" hMerge="1">
                  <a:txBody>
                    <a:bodyPr/>
                    <a:lstStyle/>
                    <a:p>
                      <a:endParaRPr lang="en-US"/>
                    </a:p>
                  </a:txBody>
                  <a:tcPr/>
                </a:tc>
                <a:tc rowSpan="4" hMerge="1">
                  <a:txBody>
                    <a:bodyPr/>
                    <a:lstStyle/>
                    <a:p>
                      <a:endParaRPr lang="en-US"/>
                    </a:p>
                  </a:txBody>
                  <a:tcPr/>
                </a:tc>
                <a:tc rowSpan="4" hMerge="1">
                  <a:txBody>
                    <a:bodyPr/>
                    <a:lstStyle/>
                    <a:p>
                      <a:endParaRPr lang="en-US"/>
                    </a:p>
                  </a:txBody>
                  <a:tcPr/>
                </a:tc>
                <a:tc rowSpan="4" hMerge="1">
                  <a:txBody>
                    <a:bodyPr/>
                    <a:lstStyle/>
                    <a:p>
                      <a:endParaRPr lang="en-US"/>
                    </a:p>
                  </a:txBody>
                  <a:tcPr/>
                </a:tc>
                <a:tc rowSpan="4" hMerge="1">
                  <a:txBody>
                    <a:bodyPr/>
                    <a:lstStyle/>
                    <a:p>
                      <a:endParaRPr lang="en-US"/>
                    </a:p>
                  </a:txBody>
                  <a:tcPr/>
                </a:tc>
                <a:tc rowSpan="4" hMerge="1">
                  <a:txBody>
                    <a:bodyPr/>
                    <a:lstStyle/>
                    <a:p>
                      <a:endParaRPr lang="en-US"/>
                    </a:p>
                  </a:txBody>
                  <a:tcPr/>
                </a:tc>
                <a:tc rowSpan="4" hMerge="1">
                  <a:txBody>
                    <a:bodyPr/>
                    <a:lstStyle/>
                    <a:p>
                      <a:endParaRPr lang="en-US"/>
                    </a:p>
                  </a:txBody>
                  <a:tcPr/>
                </a:tc>
                <a:tc rowSpan="4" hMerge="1">
                  <a:txBody>
                    <a:bodyPr/>
                    <a:lstStyle/>
                    <a:p>
                      <a:endParaRPr lang="en-US"/>
                    </a:p>
                  </a:txBody>
                  <a:tcPr/>
                </a:tc>
                <a:tc rowSpan="4" hMerge="1">
                  <a:txBody>
                    <a:bodyPr/>
                    <a:lstStyle/>
                    <a:p>
                      <a:endParaRPr lang="en-US"/>
                    </a:p>
                  </a:txBody>
                  <a:tcPr/>
                </a:tc>
                <a:tc rowSpan="4" hMerge="1">
                  <a:txBody>
                    <a:bodyPr/>
                    <a:lstStyle/>
                    <a:p>
                      <a:endParaRPr lang="en-US"/>
                    </a:p>
                  </a:txBody>
                  <a:tcPr/>
                </a:tc>
                <a:tc rowSpan="4" hMerge="1">
                  <a:txBody>
                    <a:bodyPr/>
                    <a:lstStyle/>
                    <a:p>
                      <a:endParaRPr lang="en-US"/>
                    </a:p>
                  </a:txBody>
                  <a:tcPr/>
                </a:tc>
                <a:tc rowSpan="4" hMerge="1">
                  <a:txBody>
                    <a:bodyPr/>
                    <a:lstStyle/>
                    <a:p>
                      <a:endParaRPr lang="en-US"/>
                    </a:p>
                  </a:txBody>
                  <a:tcPr/>
                </a:tc>
                <a:tc rowSpan="4" hMerge="1">
                  <a:txBody>
                    <a:bodyPr/>
                    <a:lstStyle/>
                    <a:p>
                      <a:endParaRPr lang="en-US"/>
                    </a:p>
                  </a:txBody>
                  <a:tcPr/>
                </a:tc>
                <a:tc rowSpan="4" hMerge="1">
                  <a:txBody>
                    <a:bodyPr/>
                    <a:lstStyle/>
                    <a:p>
                      <a:endParaRPr lang="en-US"/>
                    </a:p>
                  </a:txBody>
                  <a:tcPr/>
                </a:tc>
                <a:tc rowSpan="4" hMerge="1">
                  <a:txBody>
                    <a:bodyPr/>
                    <a:lstStyle/>
                    <a:p>
                      <a:endParaRPr lang="en-US"/>
                    </a:p>
                  </a:txBody>
                  <a:tcPr/>
                </a:tc>
                <a:tc rowSpan="4" hMerge="1">
                  <a:txBody>
                    <a:bodyPr/>
                    <a:lstStyle/>
                    <a:p>
                      <a:endParaRPr lang="en-US"/>
                    </a:p>
                  </a:txBody>
                  <a:tcPr/>
                </a:tc>
                <a:tc rowSpan="4" hMerge="1">
                  <a:txBody>
                    <a:bodyPr/>
                    <a:lstStyle/>
                    <a:p>
                      <a:endParaRPr lang="en-US"/>
                    </a:p>
                  </a:txBody>
                  <a:tcPr/>
                </a:tc>
                <a:tc rowSpan="4" hMerge="1">
                  <a:txBody>
                    <a:bodyPr/>
                    <a:lstStyle/>
                    <a:p>
                      <a:endParaRPr lang="en-US"/>
                    </a:p>
                  </a:txBody>
                  <a:tcPr/>
                </a:tc>
                <a:tc rowSpan="4" hMerge="1">
                  <a:txBody>
                    <a:bodyPr/>
                    <a:lstStyle/>
                    <a:p>
                      <a:endParaRPr lang="en-US"/>
                    </a:p>
                  </a:txBody>
                  <a:tcPr/>
                </a:tc>
                <a:tc rowSpan="4" hMerge="1">
                  <a:txBody>
                    <a:bodyPr/>
                    <a:lstStyle/>
                    <a:p>
                      <a:endParaRPr lang="en-US"/>
                    </a:p>
                  </a:txBody>
                  <a:tcPr/>
                </a:tc>
                <a:tc rowSpan="4" hMerge="1">
                  <a:txBody>
                    <a:bodyPr/>
                    <a:lstStyle/>
                    <a:p>
                      <a:endParaRPr lang="en-US"/>
                    </a:p>
                  </a:txBody>
                  <a:tcPr/>
                </a:tc>
                <a:tc rowSpan="4" hMerge="1">
                  <a:txBody>
                    <a:bodyPr/>
                    <a:lstStyle/>
                    <a:p>
                      <a:endParaRPr lang="en-US"/>
                    </a:p>
                  </a:txBody>
                  <a:tcPr/>
                </a:tc>
                <a:tc rowSpan="4" hMerge="1">
                  <a:txBody>
                    <a:bodyPr/>
                    <a:lstStyle/>
                    <a:p>
                      <a:endParaRPr lang="en-US"/>
                    </a:p>
                  </a:txBody>
                  <a:tcPr/>
                </a:tc>
                <a:extLst>
                  <a:ext uri="{0D108BD9-81ED-4DB2-BD59-A6C34878D82A}">
                    <a16:rowId xmlns:a16="http://schemas.microsoft.com/office/drawing/2014/main" val="1551658984"/>
                  </a:ext>
                </a:extLst>
              </a:tr>
              <a:tr h="238854">
                <a:tc>
                  <a:txBody>
                    <a:bodyPr/>
                    <a:lstStyle/>
                    <a:p>
                      <a:pPr algn="ctr" fontAlgn="ctr"/>
                      <a:r>
                        <a:rPr lang="en-US" sz="1200" b="0" i="0" u="none" strike="noStrike" dirty="0">
                          <a:solidFill>
                            <a:srgbClr val="963634"/>
                          </a:solidFill>
                          <a:effectLst/>
                          <a:latin typeface="Verdana" panose="020B0604030504040204" pitchFamily="34" charset="0"/>
                        </a:rPr>
                        <a:t>7</a:t>
                      </a:r>
                    </a:p>
                  </a:txBody>
                  <a:tcPr marL="4019" marR="4019" marT="4019"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963634"/>
                          </a:solidFill>
                          <a:effectLst/>
                          <a:latin typeface="Verdana" panose="020B0604030504040204" pitchFamily="34" charset="0"/>
                        </a:rPr>
                        <a:t>Mod. E, Task 7</a:t>
                      </a:r>
                    </a:p>
                  </a:txBody>
                  <a:tcPr marL="4019" marR="4019" marT="4019"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963634"/>
                          </a:solidFill>
                          <a:effectLst/>
                          <a:latin typeface="Verdana" panose="020B0604030504040204" pitchFamily="34" charset="0"/>
                        </a:rPr>
                        <a:t>++</a:t>
                      </a:r>
                    </a:p>
                  </a:txBody>
                  <a:tcPr marL="4019" marR="4019" marT="4019"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b="0" i="0" u="none" strike="noStrike" dirty="0">
                          <a:solidFill>
                            <a:srgbClr val="963634"/>
                          </a:solidFill>
                          <a:effectLst/>
                          <a:latin typeface="Verdana" panose="020B0604030504040204" pitchFamily="34" charset="0"/>
                        </a:rPr>
                        <a:t>Support in review of Tariff for new HEPs</a:t>
                      </a:r>
                    </a:p>
                  </a:txBody>
                  <a:tcPr marL="4019" marR="4019" marT="4019"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4"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extLst>
                  <a:ext uri="{0D108BD9-81ED-4DB2-BD59-A6C34878D82A}">
                    <a16:rowId xmlns:a16="http://schemas.microsoft.com/office/drawing/2014/main" val="1876585749"/>
                  </a:ext>
                </a:extLst>
              </a:tr>
              <a:tr h="238854">
                <a:tc>
                  <a:txBody>
                    <a:bodyPr/>
                    <a:lstStyle/>
                    <a:p>
                      <a:pPr algn="ctr" fontAlgn="ctr"/>
                      <a:r>
                        <a:rPr lang="en-US" sz="1200" b="0" i="0" u="none" strike="noStrike" dirty="0">
                          <a:solidFill>
                            <a:srgbClr val="963634"/>
                          </a:solidFill>
                          <a:effectLst/>
                          <a:latin typeface="Verdana" panose="020B0604030504040204" pitchFamily="34" charset="0"/>
                        </a:rPr>
                        <a:t>8</a:t>
                      </a:r>
                    </a:p>
                  </a:txBody>
                  <a:tcPr marL="4019" marR="4019" marT="4019"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963634"/>
                          </a:solidFill>
                          <a:effectLst/>
                          <a:latin typeface="Verdana" panose="020B0604030504040204" pitchFamily="34" charset="0"/>
                        </a:rPr>
                        <a:t>Mod. E, Task 8</a:t>
                      </a:r>
                    </a:p>
                  </a:txBody>
                  <a:tcPr marL="4019" marR="4019" marT="4019"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963634"/>
                          </a:solidFill>
                          <a:effectLst/>
                          <a:latin typeface="Verdana" panose="020B0604030504040204" pitchFamily="34" charset="0"/>
                        </a:rPr>
                        <a:t>++</a:t>
                      </a:r>
                    </a:p>
                  </a:txBody>
                  <a:tcPr marL="4019" marR="4019" marT="4019"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b="0" i="0" u="none" strike="noStrike" dirty="0">
                          <a:solidFill>
                            <a:srgbClr val="963634"/>
                          </a:solidFill>
                          <a:effectLst/>
                          <a:latin typeface="Verdana" panose="020B0604030504040204" pitchFamily="34" charset="0"/>
                        </a:rPr>
                        <a:t>Forecasting with respect to demand-supply</a:t>
                      </a:r>
                    </a:p>
                  </a:txBody>
                  <a:tcPr marL="4019" marR="4019" marT="4019"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4"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extLst>
                  <a:ext uri="{0D108BD9-81ED-4DB2-BD59-A6C34878D82A}">
                    <a16:rowId xmlns:a16="http://schemas.microsoft.com/office/drawing/2014/main" val="3573143485"/>
                  </a:ext>
                </a:extLst>
              </a:tr>
              <a:tr h="238854">
                <a:tc>
                  <a:txBody>
                    <a:bodyPr/>
                    <a:lstStyle/>
                    <a:p>
                      <a:pPr algn="ctr" fontAlgn="ctr"/>
                      <a:r>
                        <a:rPr lang="en-US" sz="1200" b="0" i="0" u="none" strike="noStrike" dirty="0">
                          <a:solidFill>
                            <a:srgbClr val="963634"/>
                          </a:solidFill>
                          <a:effectLst/>
                          <a:latin typeface="Verdana" panose="020B0604030504040204" pitchFamily="34" charset="0"/>
                        </a:rPr>
                        <a:t>9</a:t>
                      </a:r>
                    </a:p>
                  </a:txBody>
                  <a:tcPr marL="4019" marR="4019" marT="4019"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963634"/>
                          </a:solidFill>
                          <a:effectLst/>
                          <a:latin typeface="Verdana" panose="020B0604030504040204" pitchFamily="34" charset="0"/>
                        </a:rPr>
                        <a:t>Mod. E, Task 9</a:t>
                      </a:r>
                    </a:p>
                  </a:txBody>
                  <a:tcPr marL="4019" marR="4019" marT="4019"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963634"/>
                          </a:solidFill>
                          <a:effectLst/>
                          <a:latin typeface="Verdana" panose="020B0604030504040204" pitchFamily="34" charset="0"/>
                        </a:rPr>
                        <a:t>++</a:t>
                      </a:r>
                    </a:p>
                  </a:txBody>
                  <a:tcPr marL="4019" marR="4019" marT="4019"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b="0" i="0" u="none" strike="noStrike" dirty="0">
                          <a:solidFill>
                            <a:srgbClr val="963634"/>
                          </a:solidFill>
                          <a:effectLst/>
                          <a:latin typeface="Verdana" panose="020B0604030504040204" pitchFamily="34" charset="0"/>
                        </a:rPr>
                        <a:t>Study for Tariff Reforms</a:t>
                      </a:r>
                    </a:p>
                  </a:txBody>
                  <a:tcPr marL="4019" marR="4019" marT="4019"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4"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extLst>
                  <a:ext uri="{0D108BD9-81ED-4DB2-BD59-A6C34878D82A}">
                    <a16:rowId xmlns:a16="http://schemas.microsoft.com/office/drawing/2014/main" val="4053855202"/>
                  </a:ext>
                </a:extLst>
              </a:tr>
            </a:tbl>
          </a:graphicData>
        </a:graphic>
      </p:graphicFrame>
    </p:spTree>
    <p:extLst>
      <p:ext uri="{BB962C8B-B14F-4D97-AF65-F5344CB8AC3E}">
        <p14:creationId xmlns:p14="http://schemas.microsoft.com/office/powerpoint/2010/main" val="1276834086"/>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a:extLst>
            <a:ext uri="{FF2B5EF4-FFF2-40B4-BE49-F238E27FC236}">
              <a16:creationId xmlns:a16="http://schemas.microsoft.com/office/drawing/2014/main" id="{11EB3549-952B-9EDD-0C07-8EE177044820}"/>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1CCCBD8D-EC33-63B7-1ACC-1DB9DCE65DCC}"/>
              </a:ext>
            </a:extLst>
          </p:cNvPr>
          <p:cNvGraphicFramePr>
            <a:graphicFrameLocks noChangeAspect="1"/>
          </p:cNvGraphicFramePr>
          <p:nvPr>
            <p:custDataLst>
              <p:tags r:id="rId1"/>
            </p:custDataLst>
            <p:extLst>
              <p:ext uri="{D42A27DB-BD31-4B8C-83A1-F6EECF244321}">
                <p14:modId xmlns:p14="http://schemas.microsoft.com/office/powerpoint/2010/main" val="8253105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1CCCBD8D-EC33-63B7-1ACC-1DB9DCE65DC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Title 2">
            <a:extLst>
              <a:ext uri="{FF2B5EF4-FFF2-40B4-BE49-F238E27FC236}">
                <a16:creationId xmlns:a16="http://schemas.microsoft.com/office/drawing/2014/main" id="{E6DE4EFF-E243-956F-7E42-164FD6565039}"/>
              </a:ext>
            </a:extLst>
          </p:cNvPr>
          <p:cNvSpPr>
            <a:spLocks noGrp="1"/>
          </p:cNvSpPr>
          <p:nvPr>
            <p:ph type="title"/>
          </p:nvPr>
        </p:nvSpPr>
        <p:spPr>
          <a:xfrm>
            <a:off x="396779" y="3412986"/>
            <a:ext cx="12309107" cy="368439"/>
          </a:xfrm>
        </p:spPr>
        <p:txBody>
          <a:bodyPr vert="horz"/>
          <a:lstStyle/>
          <a:p>
            <a:r>
              <a:rPr lang="en-US" sz="4000" b="1" dirty="0">
                <a:solidFill>
                  <a:schemeClr val="bg1"/>
                </a:solidFill>
              </a:rPr>
              <a:t>Module F: Policies and Process</a:t>
            </a:r>
          </a:p>
        </p:txBody>
      </p:sp>
    </p:spTree>
    <p:extLst>
      <p:ext uri="{BB962C8B-B14F-4D97-AF65-F5344CB8AC3E}">
        <p14:creationId xmlns:p14="http://schemas.microsoft.com/office/powerpoint/2010/main" val="935825298"/>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EE5DDF-AE5E-8D3D-14FD-BA73024D7023}"/>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DB60B5F6-7FB7-1F12-FA61-04087596A30E}"/>
              </a:ext>
            </a:extLst>
          </p:cNvPr>
          <p:cNvGraphicFramePr>
            <a:graphicFrameLocks noChangeAspect="1"/>
          </p:cNvGraphicFramePr>
          <p:nvPr>
            <p:custDataLst>
              <p:tags r:id="rId1"/>
            </p:custDataLst>
            <p:extLst>
              <p:ext uri="{D42A27DB-BD31-4B8C-83A1-F6EECF244321}">
                <p14:modId xmlns:p14="http://schemas.microsoft.com/office/powerpoint/2010/main" val="375808282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DB60B5F6-7FB7-1F12-FA61-04087596A30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CE4E0B9B-71F9-E0C5-6A64-11760ED033A3}"/>
              </a:ext>
            </a:extLst>
          </p:cNvPr>
          <p:cNvSpPr>
            <a:spLocks noGrp="1"/>
          </p:cNvSpPr>
          <p:nvPr>
            <p:ph type="title"/>
          </p:nvPr>
        </p:nvSpPr>
        <p:spPr/>
        <p:txBody>
          <a:bodyPr vert="horz"/>
          <a:lstStyle/>
          <a:p>
            <a:r>
              <a:rPr lang="en-US" dirty="0"/>
              <a:t>Module F: Policies and Process (1/2)</a:t>
            </a:r>
            <a:br>
              <a:rPr lang="en-US" dirty="0"/>
            </a:br>
            <a:endParaRPr lang="en-US" dirty="0"/>
          </a:p>
        </p:txBody>
      </p:sp>
      <p:sp>
        <p:nvSpPr>
          <p:cNvPr id="24" name="Oval 23">
            <a:extLst>
              <a:ext uri="{FF2B5EF4-FFF2-40B4-BE49-F238E27FC236}">
                <a16:creationId xmlns:a16="http://schemas.microsoft.com/office/drawing/2014/main" id="{FB4782EB-7A25-0C28-CBBA-081A38A73315}"/>
              </a:ext>
            </a:extLst>
          </p:cNvPr>
          <p:cNvSpPr/>
          <p:nvPr/>
        </p:nvSpPr>
        <p:spPr bwMode="gray">
          <a:xfrm>
            <a:off x="11507082" y="1470887"/>
            <a:ext cx="1252728" cy="560911"/>
          </a:xfrm>
          <a:prstGeom prst="ellipse">
            <a:avLst/>
          </a:prstGeom>
          <a:solidFill>
            <a:schemeClr val="accent3">
              <a:lumMod val="20000"/>
              <a:lumOff val="80000"/>
            </a:schemeClr>
          </a:solidFill>
          <a:ln w="19050" algn="ctr">
            <a:solidFill>
              <a:schemeClr val="tx1"/>
            </a:solidFill>
            <a:prstDash val="lgDash"/>
            <a:miter lim="800000"/>
            <a:headEnd/>
            <a:tailEnd/>
          </a:ln>
        </p:spPr>
        <p:txBody>
          <a:bodyPr wrap="square" lIns="88900" tIns="88900" rIns="88900" bIns="88900" rtlCol="0" anchor="ctr"/>
          <a:lstStyle/>
          <a:p>
            <a:pPr algn="ctr">
              <a:lnSpc>
                <a:spcPct val="106000"/>
              </a:lnSpc>
              <a:buFont typeface="Wingdings 2" pitchFamily="18" charset="2"/>
              <a:buNone/>
            </a:pPr>
            <a:r>
              <a:rPr lang="en-US" sz="1300" b="1" i="1" dirty="0"/>
              <a:t>10 Months</a:t>
            </a:r>
          </a:p>
        </p:txBody>
      </p:sp>
      <p:sp>
        <p:nvSpPr>
          <p:cNvPr id="43" name="TextBox 42">
            <a:extLst>
              <a:ext uri="{FF2B5EF4-FFF2-40B4-BE49-F238E27FC236}">
                <a16:creationId xmlns:a16="http://schemas.microsoft.com/office/drawing/2014/main" id="{9F6A314B-7FD6-1886-9B86-02C44E915EEA}"/>
              </a:ext>
            </a:extLst>
          </p:cNvPr>
          <p:cNvSpPr txBox="1"/>
          <p:nvPr/>
        </p:nvSpPr>
        <p:spPr>
          <a:xfrm>
            <a:off x="3635565" y="1347887"/>
            <a:ext cx="7403336" cy="1138773"/>
          </a:xfrm>
          <a:prstGeom prst="rect">
            <a:avLst/>
          </a:prstGeom>
          <a:solidFill>
            <a:srgbClr val="FFFFFF"/>
          </a:solidFill>
        </p:spPr>
        <p:txBody>
          <a:bodyPr wrap="square" lIns="0" tIns="0" rIns="0" bIns="0" rtlCol="0">
            <a:spAutoFit/>
          </a:bodyPr>
          <a:lstStyle/>
          <a:p>
            <a:pPr algn="just">
              <a:spcBef>
                <a:spcPts val="600"/>
              </a:spcBef>
              <a:buSzPct val="100000"/>
            </a:pPr>
            <a:r>
              <a:rPr lang="en-US" sz="1600" b="1" dirty="0">
                <a:solidFill>
                  <a:schemeClr val="accent2"/>
                </a:solidFill>
              </a:rPr>
              <a:t>ERC to initiate &amp; lead process (with NEA &amp; IPPs) for development of updated Grid Code</a:t>
            </a:r>
          </a:p>
          <a:p>
            <a:pPr marL="171450" indent="-171450" algn="just">
              <a:buSzPct val="100000"/>
              <a:buFont typeface="Arial" panose="020B0604020202020204" pitchFamily="34" charset="0"/>
              <a:buChar char="•"/>
            </a:pPr>
            <a:r>
              <a:rPr lang="en-US" sz="1400" i="1" dirty="0">
                <a:solidFill>
                  <a:srgbClr val="313131"/>
                </a:solidFill>
              </a:rPr>
              <a:t>Support in appointment of consultant for preparation of Grid Code (GC)</a:t>
            </a:r>
          </a:p>
          <a:p>
            <a:pPr marL="171450" indent="-171450" algn="just">
              <a:buSzPct val="100000"/>
              <a:buFont typeface="Arial" panose="020B0604020202020204" pitchFamily="34" charset="0"/>
              <a:buChar char="•"/>
            </a:pPr>
            <a:r>
              <a:rPr lang="en-US" sz="1400" i="1" dirty="0">
                <a:solidFill>
                  <a:srgbClr val="313131"/>
                </a:solidFill>
              </a:rPr>
              <a:t>Support in assessing Consultant's study including identification of changes in GC</a:t>
            </a:r>
          </a:p>
          <a:p>
            <a:pPr marL="171450" indent="-171450" algn="just">
              <a:buSzPct val="100000"/>
              <a:buFont typeface="Arial" panose="020B0604020202020204" pitchFamily="34" charset="0"/>
              <a:buChar char="•"/>
            </a:pPr>
            <a:r>
              <a:rPr lang="en-US" sz="1400" i="1" dirty="0">
                <a:solidFill>
                  <a:srgbClr val="313131"/>
                </a:solidFill>
              </a:rPr>
              <a:t>Support in stakeholder consultation and finalization of GC</a:t>
            </a:r>
          </a:p>
        </p:txBody>
      </p:sp>
      <p:sp>
        <p:nvSpPr>
          <p:cNvPr id="53" name="TextBox 52">
            <a:extLst>
              <a:ext uri="{FF2B5EF4-FFF2-40B4-BE49-F238E27FC236}">
                <a16:creationId xmlns:a16="http://schemas.microsoft.com/office/drawing/2014/main" id="{CAF97D4F-11AA-DDA8-B96A-096332EE692B}"/>
              </a:ext>
            </a:extLst>
          </p:cNvPr>
          <p:cNvSpPr txBox="1"/>
          <p:nvPr/>
        </p:nvSpPr>
        <p:spPr>
          <a:xfrm>
            <a:off x="3635565" y="2732252"/>
            <a:ext cx="7403336" cy="1138773"/>
          </a:xfrm>
          <a:prstGeom prst="rect">
            <a:avLst/>
          </a:prstGeom>
          <a:noFill/>
        </p:spPr>
        <p:txBody>
          <a:bodyPr wrap="square" lIns="0" tIns="0" rIns="0" bIns="0" rtlCol="0">
            <a:spAutoFit/>
          </a:bodyPr>
          <a:lstStyle/>
          <a:p>
            <a:pPr algn="just">
              <a:spcBef>
                <a:spcPts val="600"/>
              </a:spcBef>
              <a:buSzPct val="100000"/>
            </a:pPr>
            <a:r>
              <a:rPr lang="en-US" sz="1600" b="1" dirty="0">
                <a:solidFill>
                  <a:srgbClr val="43B02A"/>
                </a:solidFill>
              </a:rPr>
              <a:t>Develop &amp; implement public engagement &amp; consultation policies &amp; processes</a:t>
            </a:r>
            <a:endParaRPr lang="en-US" sz="1400" b="1" dirty="0">
              <a:solidFill>
                <a:srgbClr val="43B02A"/>
              </a:solidFill>
            </a:endParaRPr>
          </a:p>
          <a:p>
            <a:pPr marL="171450" indent="-171450" algn="just">
              <a:buSzPct val="100000"/>
              <a:buFont typeface="Arial" panose="020B0604020202020204" pitchFamily="34" charset="0"/>
              <a:buChar char="•"/>
            </a:pPr>
            <a:r>
              <a:rPr lang="en-US" sz="1400" i="1" dirty="0">
                <a:solidFill>
                  <a:srgbClr val="313131"/>
                </a:solidFill>
              </a:rPr>
              <a:t>Support Commission in identifying the key strategies for public engagement and consultation</a:t>
            </a:r>
          </a:p>
          <a:p>
            <a:pPr marL="171450" indent="-171450" algn="just">
              <a:buSzPct val="100000"/>
              <a:buFont typeface="Arial" panose="020B0604020202020204" pitchFamily="34" charset="0"/>
              <a:buChar char="•"/>
            </a:pPr>
            <a:r>
              <a:rPr lang="en-US" sz="1400" i="1" dirty="0">
                <a:solidFill>
                  <a:srgbClr val="313131"/>
                </a:solidFill>
              </a:rPr>
              <a:t>Provide support from time-to-time during strategy implementation</a:t>
            </a:r>
          </a:p>
        </p:txBody>
      </p:sp>
      <p:sp>
        <p:nvSpPr>
          <p:cNvPr id="54" name="Oval 53">
            <a:extLst>
              <a:ext uri="{FF2B5EF4-FFF2-40B4-BE49-F238E27FC236}">
                <a16:creationId xmlns:a16="http://schemas.microsoft.com/office/drawing/2014/main" id="{6241F29A-C160-F579-975A-7103873861C4}"/>
              </a:ext>
            </a:extLst>
          </p:cNvPr>
          <p:cNvSpPr/>
          <p:nvPr/>
        </p:nvSpPr>
        <p:spPr bwMode="gray">
          <a:xfrm>
            <a:off x="11507082" y="2989641"/>
            <a:ext cx="1252728" cy="560911"/>
          </a:xfrm>
          <a:prstGeom prst="ellipse">
            <a:avLst/>
          </a:prstGeom>
          <a:solidFill>
            <a:schemeClr val="accent3">
              <a:lumMod val="20000"/>
              <a:lumOff val="80000"/>
            </a:schemeClr>
          </a:solidFill>
          <a:ln w="19050" algn="ctr">
            <a:solidFill>
              <a:schemeClr val="tx1"/>
            </a:solidFill>
            <a:prstDash val="lgDash"/>
            <a:miter lim="800000"/>
            <a:headEnd/>
            <a:tailEnd/>
          </a:ln>
        </p:spPr>
        <p:txBody>
          <a:bodyPr wrap="square" lIns="88900" tIns="88900" rIns="88900" bIns="88900" rtlCol="0" anchor="ctr"/>
          <a:lstStyle/>
          <a:p>
            <a:pPr algn="ctr">
              <a:lnSpc>
                <a:spcPct val="106000"/>
              </a:lnSpc>
              <a:buFont typeface="Wingdings 2" pitchFamily="18" charset="2"/>
              <a:buNone/>
            </a:pPr>
            <a:r>
              <a:rPr lang="en-US" sz="1300" b="1" i="1" dirty="0"/>
              <a:t>As required</a:t>
            </a:r>
          </a:p>
        </p:txBody>
      </p:sp>
      <p:sp>
        <p:nvSpPr>
          <p:cNvPr id="55" name="TextBox 54">
            <a:extLst>
              <a:ext uri="{FF2B5EF4-FFF2-40B4-BE49-F238E27FC236}">
                <a16:creationId xmlns:a16="http://schemas.microsoft.com/office/drawing/2014/main" id="{803B9FED-D295-3A48-F799-DC3DB616157E}"/>
              </a:ext>
            </a:extLst>
          </p:cNvPr>
          <p:cNvSpPr txBox="1"/>
          <p:nvPr/>
        </p:nvSpPr>
        <p:spPr>
          <a:xfrm>
            <a:off x="3688812" y="4148030"/>
            <a:ext cx="7403336" cy="1323439"/>
          </a:xfrm>
          <a:prstGeom prst="rect">
            <a:avLst/>
          </a:prstGeom>
          <a:noFill/>
        </p:spPr>
        <p:txBody>
          <a:bodyPr wrap="square" lIns="0" tIns="0" rIns="0" bIns="0" rtlCol="0">
            <a:spAutoFit/>
          </a:bodyPr>
          <a:lstStyle/>
          <a:p>
            <a:pPr algn="just">
              <a:spcBef>
                <a:spcPts val="600"/>
              </a:spcBef>
              <a:buSzPct val="100000"/>
            </a:pPr>
            <a:r>
              <a:rPr lang="en-US" sz="1600" b="1" dirty="0">
                <a:solidFill>
                  <a:srgbClr val="004F59"/>
                </a:solidFill>
              </a:rPr>
              <a:t>Distribution and Supply Code</a:t>
            </a:r>
            <a:endParaRPr lang="en-US" sz="1400" b="1" dirty="0">
              <a:solidFill>
                <a:srgbClr val="004F59"/>
              </a:solidFill>
            </a:endParaRPr>
          </a:p>
          <a:p>
            <a:pPr marL="171450" indent="-171450" algn="just">
              <a:buSzPct val="100000"/>
              <a:buFont typeface="Arial" panose="020B0604020202020204" pitchFamily="34" charset="0"/>
              <a:buChar char="•"/>
            </a:pPr>
            <a:r>
              <a:rPr lang="en-US" sz="1400" i="1" dirty="0">
                <a:solidFill>
                  <a:srgbClr val="313131"/>
                </a:solidFill>
              </a:rPr>
              <a:t>Support in appointment of consultant for preparation of Distribution &amp; Supply Code</a:t>
            </a:r>
          </a:p>
          <a:p>
            <a:pPr marL="171450" indent="-171450" algn="just">
              <a:buSzPct val="100000"/>
              <a:buFont typeface="Arial" panose="020B0604020202020204" pitchFamily="34" charset="0"/>
              <a:buChar char="•"/>
            </a:pPr>
            <a:r>
              <a:rPr lang="en-US" sz="1400" i="1" dirty="0">
                <a:solidFill>
                  <a:srgbClr val="313131"/>
                </a:solidFill>
              </a:rPr>
              <a:t>Support in assessing Consultant's study including identification of changes</a:t>
            </a:r>
          </a:p>
          <a:p>
            <a:pPr marL="171450" indent="-171450" algn="just">
              <a:buSzPct val="100000"/>
              <a:buFont typeface="Arial" panose="020B0604020202020204" pitchFamily="34" charset="0"/>
              <a:buChar char="•"/>
            </a:pPr>
            <a:r>
              <a:rPr lang="en-US" sz="1400" i="1" dirty="0">
                <a:solidFill>
                  <a:srgbClr val="313131"/>
                </a:solidFill>
              </a:rPr>
              <a:t>Support in stakeholder consultation and finalization of GC Distribution &amp; Supply Code</a:t>
            </a:r>
          </a:p>
        </p:txBody>
      </p:sp>
      <p:sp>
        <p:nvSpPr>
          <p:cNvPr id="56" name="Oval 55">
            <a:extLst>
              <a:ext uri="{FF2B5EF4-FFF2-40B4-BE49-F238E27FC236}">
                <a16:creationId xmlns:a16="http://schemas.microsoft.com/office/drawing/2014/main" id="{7F093ED5-16B7-0FD2-E76E-AAF169BBD279}"/>
              </a:ext>
            </a:extLst>
          </p:cNvPr>
          <p:cNvSpPr/>
          <p:nvPr/>
        </p:nvSpPr>
        <p:spPr bwMode="gray">
          <a:xfrm>
            <a:off x="11507082" y="4272208"/>
            <a:ext cx="1252728" cy="560911"/>
          </a:xfrm>
          <a:prstGeom prst="ellipse">
            <a:avLst/>
          </a:prstGeom>
          <a:solidFill>
            <a:schemeClr val="accent3">
              <a:lumMod val="20000"/>
              <a:lumOff val="80000"/>
            </a:schemeClr>
          </a:solidFill>
          <a:ln w="19050" algn="ctr">
            <a:solidFill>
              <a:schemeClr val="tx1"/>
            </a:solidFill>
            <a:prstDash val="lgDash"/>
            <a:miter lim="800000"/>
            <a:headEnd/>
            <a:tailEnd/>
          </a:ln>
        </p:spPr>
        <p:txBody>
          <a:bodyPr wrap="square" lIns="88900" tIns="88900" rIns="88900" bIns="88900" rtlCol="0" anchor="ctr"/>
          <a:lstStyle/>
          <a:p>
            <a:pPr algn="ctr">
              <a:lnSpc>
                <a:spcPct val="106000"/>
              </a:lnSpc>
              <a:buFont typeface="Wingdings 2" pitchFamily="18" charset="2"/>
              <a:buNone/>
            </a:pPr>
            <a:r>
              <a:rPr lang="en-US" sz="1300" b="1" i="1" dirty="0"/>
              <a:t>11 Months</a:t>
            </a:r>
          </a:p>
        </p:txBody>
      </p:sp>
      <p:sp>
        <p:nvSpPr>
          <p:cNvPr id="62" name="TextBox 61">
            <a:extLst>
              <a:ext uri="{FF2B5EF4-FFF2-40B4-BE49-F238E27FC236}">
                <a16:creationId xmlns:a16="http://schemas.microsoft.com/office/drawing/2014/main" id="{5F9733CD-0724-CF54-A6D7-BB867E113BC6}"/>
              </a:ext>
            </a:extLst>
          </p:cNvPr>
          <p:cNvSpPr txBox="1"/>
          <p:nvPr/>
        </p:nvSpPr>
        <p:spPr>
          <a:xfrm>
            <a:off x="3688812" y="5751616"/>
            <a:ext cx="7403336" cy="1138773"/>
          </a:xfrm>
          <a:prstGeom prst="rect">
            <a:avLst/>
          </a:prstGeom>
          <a:noFill/>
        </p:spPr>
        <p:txBody>
          <a:bodyPr wrap="square" lIns="0" tIns="0" rIns="0" bIns="0" rtlCol="0">
            <a:spAutoFit/>
          </a:bodyPr>
          <a:lstStyle/>
          <a:p>
            <a:pPr algn="just">
              <a:spcBef>
                <a:spcPts val="600"/>
              </a:spcBef>
              <a:buSzPct val="100000"/>
            </a:pPr>
            <a:r>
              <a:rPr lang="en-US" sz="1600" b="1" dirty="0">
                <a:solidFill>
                  <a:srgbClr val="000000"/>
                </a:solidFill>
              </a:rPr>
              <a:t>Establish information filing requirements for power sector stakeholders</a:t>
            </a:r>
          </a:p>
          <a:p>
            <a:pPr marL="171450" indent="-171450" algn="just">
              <a:buSzPct val="100000"/>
              <a:buFont typeface="Arial" panose="020B0604020202020204" pitchFamily="34" charset="0"/>
              <a:buChar char="•"/>
            </a:pPr>
            <a:r>
              <a:rPr lang="en-US" sz="1400" i="1" dirty="0">
                <a:solidFill>
                  <a:srgbClr val="313131"/>
                </a:solidFill>
              </a:rPr>
              <a:t>Support ERC staff in identification of key parameters for G, T and D business</a:t>
            </a:r>
          </a:p>
          <a:p>
            <a:pPr marL="171450" indent="-171450" algn="just">
              <a:buSzPct val="100000"/>
              <a:buFont typeface="Arial" panose="020B0604020202020204" pitchFamily="34" charset="0"/>
              <a:buChar char="•"/>
            </a:pPr>
            <a:r>
              <a:rPr lang="en-US" sz="1400" i="1" dirty="0">
                <a:solidFill>
                  <a:srgbClr val="313131"/>
                </a:solidFill>
              </a:rPr>
              <a:t>Support ERC staff in preparation of specific guidelines and formats</a:t>
            </a:r>
          </a:p>
          <a:p>
            <a:pPr marL="171450" indent="-171450" algn="just">
              <a:buSzPct val="100000"/>
              <a:buFont typeface="Arial" panose="020B0604020202020204" pitchFamily="34" charset="0"/>
              <a:buChar char="•"/>
            </a:pPr>
            <a:r>
              <a:rPr lang="en-US" sz="1400" i="1" dirty="0">
                <a:solidFill>
                  <a:srgbClr val="313131"/>
                </a:solidFill>
              </a:rPr>
              <a:t>Support ERC in regular monitoring and reporting by the licensees</a:t>
            </a:r>
          </a:p>
        </p:txBody>
      </p:sp>
      <p:sp>
        <p:nvSpPr>
          <p:cNvPr id="63" name="Oval 62">
            <a:extLst>
              <a:ext uri="{FF2B5EF4-FFF2-40B4-BE49-F238E27FC236}">
                <a16:creationId xmlns:a16="http://schemas.microsoft.com/office/drawing/2014/main" id="{C6C58641-F0FF-84B2-4F0B-F32BA326F874}"/>
              </a:ext>
            </a:extLst>
          </p:cNvPr>
          <p:cNvSpPr/>
          <p:nvPr/>
        </p:nvSpPr>
        <p:spPr bwMode="gray">
          <a:xfrm>
            <a:off x="9572182" y="6942824"/>
            <a:ext cx="411480" cy="407719"/>
          </a:xfrm>
          <a:prstGeom prst="ellipse">
            <a:avLst/>
          </a:prstGeom>
          <a:solidFill>
            <a:srgbClr val="18F689"/>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64" name="TextBox 63">
            <a:extLst>
              <a:ext uri="{FF2B5EF4-FFF2-40B4-BE49-F238E27FC236}">
                <a16:creationId xmlns:a16="http://schemas.microsoft.com/office/drawing/2014/main" id="{387857EB-C48D-3DC3-74CC-B8C367BF7235}"/>
              </a:ext>
            </a:extLst>
          </p:cNvPr>
          <p:cNvSpPr txBox="1"/>
          <p:nvPr/>
        </p:nvSpPr>
        <p:spPr>
          <a:xfrm>
            <a:off x="10058398" y="7080862"/>
            <a:ext cx="2594576" cy="153888"/>
          </a:xfrm>
          <a:prstGeom prst="rect">
            <a:avLst/>
          </a:prstGeom>
          <a:noFill/>
        </p:spPr>
        <p:txBody>
          <a:bodyPr wrap="square" lIns="0" tIns="0" rIns="0" bIns="0" rtlCol="0">
            <a:spAutoFit/>
          </a:bodyPr>
          <a:lstStyle/>
          <a:p>
            <a:pPr>
              <a:spcBef>
                <a:spcPts val="600"/>
              </a:spcBef>
              <a:buSzPct val="100000"/>
            </a:pPr>
            <a:r>
              <a:rPr lang="en-US" sz="1000" i="1" dirty="0">
                <a:solidFill>
                  <a:srgbClr val="313131"/>
                </a:solidFill>
              </a:rPr>
              <a:t>Requirement of External Support</a:t>
            </a:r>
          </a:p>
        </p:txBody>
      </p:sp>
      <p:sp>
        <p:nvSpPr>
          <p:cNvPr id="65" name="Oval 64">
            <a:extLst>
              <a:ext uri="{FF2B5EF4-FFF2-40B4-BE49-F238E27FC236}">
                <a16:creationId xmlns:a16="http://schemas.microsoft.com/office/drawing/2014/main" id="{0FF8A2B5-FBE2-E5E0-30F5-7A45E9A9FFFD}"/>
              </a:ext>
            </a:extLst>
          </p:cNvPr>
          <p:cNvSpPr/>
          <p:nvPr/>
        </p:nvSpPr>
        <p:spPr bwMode="gray">
          <a:xfrm>
            <a:off x="11507082" y="5711142"/>
            <a:ext cx="1252728" cy="560911"/>
          </a:xfrm>
          <a:prstGeom prst="ellipse">
            <a:avLst/>
          </a:prstGeom>
          <a:solidFill>
            <a:schemeClr val="accent3">
              <a:lumMod val="20000"/>
              <a:lumOff val="80000"/>
            </a:schemeClr>
          </a:solidFill>
          <a:ln w="19050" algn="ctr">
            <a:solidFill>
              <a:schemeClr val="tx1"/>
            </a:solidFill>
            <a:prstDash val="lgDash"/>
            <a:miter lim="800000"/>
            <a:headEnd/>
            <a:tailEnd/>
          </a:ln>
        </p:spPr>
        <p:txBody>
          <a:bodyPr wrap="square" lIns="88900" tIns="88900" rIns="88900" bIns="88900" rtlCol="0" anchor="ctr"/>
          <a:lstStyle/>
          <a:p>
            <a:pPr algn="ctr">
              <a:lnSpc>
                <a:spcPct val="106000"/>
              </a:lnSpc>
              <a:buFont typeface="Wingdings 2" pitchFamily="18" charset="2"/>
              <a:buNone/>
            </a:pPr>
            <a:r>
              <a:rPr lang="en-US" sz="1300" b="1" i="1" dirty="0"/>
              <a:t>TBD</a:t>
            </a:r>
          </a:p>
        </p:txBody>
      </p:sp>
      <p:sp>
        <p:nvSpPr>
          <p:cNvPr id="12" name="Freeform 11">
            <a:extLst>
              <a:ext uri="{FF2B5EF4-FFF2-40B4-BE49-F238E27FC236}">
                <a16:creationId xmlns:a16="http://schemas.microsoft.com/office/drawing/2014/main" id="{0A582C57-881F-E4BA-3A3A-520964535E01}"/>
              </a:ext>
            </a:extLst>
          </p:cNvPr>
          <p:cNvSpPr>
            <a:spLocks/>
          </p:cNvSpPr>
          <p:nvPr/>
        </p:nvSpPr>
        <p:spPr bwMode="auto">
          <a:xfrm>
            <a:off x="879083" y="1472000"/>
            <a:ext cx="2635298" cy="841971"/>
          </a:xfrm>
          <a:custGeom>
            <a:avLst/>
            <a:gdLst>
              <a:gd name="T0" fmla="*/ 191 w 758"/>
              <a:gd name="T1" fmla="*/ 652 h 652"/>
              <a:gd name="T2" fmla="*/ 0 w 758"/>
              <a:gd name="T3" fmla="*/ 326 h 652"/>
              <a:gd name="T4" fmla="*/ 191 w 758"/>
              <a:gd name="T5" fmla="*/ 0 h 652"/>
              <a:gd name="T6" fmla="*/ 567 w 758"/>
              <a:gd name="T7" fmla="*/ 0 h 652"/>
              <a:gd name="T8" fmla="*/ 758 w 758"/>
              <a:gd name="T9" fmla="*/ 326 h 652"/>
              <a:gd name="T10" fmla="*/ 567 w 758"/>
              <a:gd name="T11" fmla="*/ 652 h 652"/>
              <a:gd name="T12" fmla="*/ 191 w 758"/>
              <a:gd name="T13" fmla="*/ 652 h 652"/>
            </a:gdLst>
            <a:ahLst/>
            <a:cxnLst>
              <a:cxn ang="0">
                <a:pos x="T0" y="T1"/>
              </a:cxn>
              <a:cxn ang="0">
                <a:pos x="T2" y="T3"/>
              </a:cxn>
              <a:cxn ang="0">
                <a:pos x="T4" y="T5"/>
              </a:cxn>
              <a:cxn ang="0">
                <a:pos x="T6" y="T7"/>
              </a:cxn>
              <a:cxn ang="0">
                <a:pos x="T8" y="T9"/>
              </a:cxn>
              <a:cxn ang="0">
                <a:pos x="T10" y="T11"/>
              </a:cxn>
              <a:cxn ang="0">
                <a:pos x="T12" y="T13"/>
              </a:cxn>
            </a:cxnLst>
            <a:rect l="0" t="0" r="r" b="b"/>
            <a:pathLst>
              <a:path w="758" h="652">
                <a:moveTo>
                  <a:pt x="191" y="652"/>
                </a:moveTo>
                <a:lnTo>
                  <a:pt x="0" y="326"/>
                </a:lnTo>
                <a:lnTo>
                  <a:pt x="191" y="0"/>
                </a:lnTo>
                <a:lnTo>
                  <a:pt x="567" y="0"/>
                </a:lnTo>
                <a:lnTo>
                  <a:pt x="758" y="326"/>
                </a:lnTo>
                <a:lnTo>
                  <a:pt x="567" y="652"/>
                </a:lnTo>
                <a:lnTo>
                  <a:pt x="191" y="652"/>
                </a:lnTo>
                <a:close/>
              </a:path>
            </a:pathLst>
          </a:custGeom>
          <a:solidFill>
            <a:srgbClr val="046A38"/>
          </a:solidFill>
          <a:ln w="12700" cap="flat">
            <a:solidFill>
              <a:schemeClr val="bg1"/>
            </a:solidFill>
            <a:prstDash val="solid"/>
            <a:miter lim="800000"/>
            <a:headEnd/>
            <a:tailEnd/>
          </a:ln>
        </p:spPr>
        <p:txBody>
          <a:bodyPr vert="horz" wrap="square" lIns="91370" tIns="45685" rIns="91370" bIns="45685" numCol="1" anchor="ctr" anchorCtr="0" compatLnSpc="1">
            <a:prstTxWarp prst="textNoShape">
              <a:avLst/>
            </a:prstTxWarp>
          </a:bodyPr>
          <a:lstStyle/>
          <a:p>
            <a:pPr algn="ctr">
              <a:defRPr/>
            </a:pPr>
            <a:r>
              <a:rPr lang="en-US" sz="1500" b="1" dirty="0">
                <a:solidFill>
                  <a:schemeClr val="bg1"/>
                </a:solidFill>
                <a:ea typeface="ＭＳ Ｐゴシック" pitchFamily="50" charset="-128"/>
              </a:rPr>
              <a:t>Task 1 </a:t>
            </a:r>
          </a:p>
          <a:p>
            <a:pPr algn="ctr">
              <a:defRPr/>
            </a:pPr>
            <a:r>
              <a:rPr lang="en-US" sz="1500" b="1" dirty="0">
                <a:solidFill>
                  <a:schemeClr val="bg1"/>
                </a:solidFill>
                <a:ea typeface="ＭＳ Ｐゴシック" pitchFamily="50" charset="-128"/>
              </a:rPr>
              <a:t>(</a:t>
            </a:r>
            <a:r>
              <a:rPr lang="en-US" sz="1500" b="1" dirty="0" err="1">
                <a:solidFill>
                  <a:schemeClr val="bg1"/>
                </a:solidFill>
                <a:ea typeface="ＭＳ Ｐゴシック" pitchFamily="50" charset="-128"/>
              </a:rPr>
              <a:t>RfP</a:t>
            </a:r>
            <a:r>
              <a:rPr lang="en-US" sz="1500" b="1" dirty="0">
                <a:solidFill>
                  <a:schemeClr val="bg1"/>
                </a:solidFill>
                <a:ea typeface="ＭＳ Ｐゴシック" pitchFamily="50" charset="-128"/>
              </a:rPr>
              <a:t> Ref No. 20)</a:t>
            </a:r>
          </a:p>
        </p:txBody>
      </p:sp>
      <p:sp>
        <p:nvSpPr>
          <p:cNvPr id="16" name="Freeform 11">
            <a:extLst>
              <a:ext uri="{FF2B5EF4-FFF2-40B4-BE49-F238E27FC236}">
                <a16:creationId xmlns:a16="http://schemas.microsoft.com/office/drawing/2014/main" id="{DB6892AC-0AC1-2475-2552-F970934BE25E}"/>
              </a:ext>
            </a:extLst>
          </p:cNvPr>
          <p:cNvSpPr>
            <a:spLocks/>
          </p:cNvSpPr>
          <p:nvPr/>
        </p:nvSpPr>
        <p:spPr bwMode="auto">
          <a:xfrm>
            <a:off x="879083" y="2825987"/>
            <a:ext cx="2635298" cy="831526"/>
          </a:xfrm>
          <a:custGeom>
            <a:avLst/>
            <a:gdLst>
              <a:gd name="T0" fmla="*/ 191 w 758"/>
              <a:gd name="T1" fmla="*/ 652 h 652"/>
              <a:gd name="T2" fmla="*/ 0 w 758"/>
              <a:gd name="T3" fmla="*/ 326 h 652"/>
              <a:gd name="T4" fmla="*/ 191 w 758"/>
              <a:gd name="T5" fmla="*/ 0 h 652"/>
              <a:gd name="T6" fmla="*/ 567 w 758"/>
              <a:gd name="T7" fmla="*/ 0 h 652"/>
              <a:gd name="T8" fmla="*/ 758 w 758"/>
              <a:gd name="T9" fmla="*/ 326 h 652"/>
              <a:gd name="T10" fmla="*/ 567 w 758"/>
              <a:gd name="T11" fmla="*/ 652 h 652"/>
              <a:gd name="T12" fmla="*/ 191 w 758"/>
              <a:gd name="T13" fmla="*/ 652 h 652"/>
            </a:gdLst>
            <a:ahLst/>
            <a:cxnLst>
              <a:cxn ang="0">
                <a:pos x="T0" y="T1"/>
              </a:cxn>
              <a:cxn ang="0">
                <a:pos x="T2" y="T3"/>
              </a:cxn>
              <a:cxn ang="0">
                <a:pos x="T4" y="T5"/>
              </a:cxn>
              <a:cxn ang="0">
                <a:pos x="T6" y="T7"/>
              </a:cxn>
              <a:cxn ang="0">
                <a:pos x="T8" y="T9"/>
              </a:cxn>
              <a:cxn ang="0">
                <a:pos x="T10" y="T11"/>
              </a:cxn>
              <a:cxn ang="0">
                <a:pos x="T12" y="T13"/>
              </a:cxn>
            </a:cxnLst>
            <a:rect l="0" t="0" r="r" b="b"/>
            <a:pathLst>
              <a:path w="758" h="652">
                <a:moveTo>
                  <a:pt x="191" y="652"/>
                </a:moveTo>
                <a:lnTo>
                  <a:pt x="0" y="326"/>
                </a:lnTo>
                <a:lnTo>
                  <a:pt x="191" y="0"/>
                </a:lnTo>
                <a:lnTo>
                  <a:pt x="567" y="0"/>
                </a:lnTo>
                <a:lnTo>
                  <a:pt x="758" y="326"/>
                </a:lnTo>
                <a:lnTo>
                  <a:pt x="567" y="652"/>
                </a:lnTo>
                <a:lnTo>
                  <a:pt x="191" y="652"/>
                </a:lnTo>
                <a:close/>
              </a:path>
            </a:pathLst>
          </a:custGeom>
          <a:solidFill>
            <a:srgbClr val="43B02A"/>
          </a:solidFill>
          <a:ln w="12700" cap="flat">
            <a:solidFill>
              <a:schemeClr val="bg1"/>
            </a:solidFill>
            <a:prstDash val="solid"/>
            <a:miter lim="800000"/>
            <a:headEnd/>
            <a:tailEnd/>
          </a:ln>
        </p:spPr>
        <p:txBody>
          <a:bodyPr vert="horz" wrap="square" lIns="91370" tIns="45685" rIns="91370" bIns="45685" numCol="1" anchor="ctr" anchorCtr="0" compatLnSpc="1">
            <a:prstTxWarp prst="textNoShape">
              <a:avLst/>
            </a:prstTxWarp>
          </a:bodyPr>
          <a:lstStyle/>
          <a:p>
            <a:pPr algn="ctr">
              <a:defRPr/>
            </a:pPr>
            <a:r>
              <a:rPr lang="en-US" sz="1500" b="1" dirty="0">
                <a:solidFill>
                  <a:schemeClr val="bg1"/>
                </a:solidFill>
                <a:ea typeface="ＭＳ Ｐゴシック" pitchFamily="50" charset="-128"/>
              </a:rPr>
              <a:t>Task 2 </a:t>
            </a:r>
          </a:p>
          <a:p>
            <a:pPr algn="ctr">
              <a:defRPr/>
            </a:pPr>
            <a:r>
              <a:rPr lang="en-US" sz="1500" b="1" dirty="0">
                <a:solidFill>
                  <a:schemeClr val="bg1"/>
                </a:solidFill>
                <a:ea typeface="ＭＳ Ｐゴシック" pitchFamily="50" charset="-128"/>
              </a:rPr>
              <a:t>(</a:t>
            </a:r>
            <a:r>
              <a:rPr lang="en-US" sz="1500" b="1" dirty="0" err="1">
                <a:solidFill>
                  <a:schemeClr val="bg1"/>
                </a:solidFill>
                <a:ea typeface="ＭＳ Ｐゴシック" pitchFamily="50" charset="-128"/>
              </a:rPr>
              <a:t>RfP</a:t>
            </a:r>
            <a:r>
              <a:rPr lang="en-US" sz="1500" b="1" dirty="0">
                <a:solidFill>
                  <a:schemeClr val="bg1"/>
                </a:solidFill>
                <a:ea typeface="ＭＳ Ｐゴシック" pitchFamily="50" charset="-128"/>
              </a:rPr>
              <a:t> Ref No. 11)</a:t>
            </a:r>
          </a:p>
        </p:txBody>
      </p:sp>
      <p:sp>
        <p:nvSpPr>
          <p:cNvPr id="17" name="Freeform 11">
            <a:extLst>
              <a:ext uri="{FF2B5EF4-FFF2-40B4-BE49-F238E27FC236}">
                <a16:creationId xmlns:a16="http://schemas.microsoft.com/office/drawing/2014/main" id="{B4A92120-A320-26B3-3880-208968EAF210}"/>
              </a:ext>
            </a:extLst>
          </p:cNvPr>
          <p:cNvSpPr>
            <a:spLocks/>
          </p:cNvSpPr>
          <p:nvPr/>
        </p:nvSpPr>
        <p:spPr bwMode="auto">
          <a:xfrm>
            <a:off x="873588" y="4150874"/>
            <a:ext cx="2635298" cy="1032177"/>
          </a:xfrm>
          <a:custGeom>
            <a:avLst/>
            <a:gdLst>
              <a:gd name="T0" fmla="*/ 191 w 758"/>
              <a:gd name="T1" fmla="*/ 652 h 652"/>
              <a:gd name="T2" fmla="*/ 0 w 758"/>
              <a:gd name="T3" fmla="*/ 326 h 652"/>
              <a:gd name="T4" fmla="*/ 191 w 758"/>
              <a:gd name="T5" fmla="*/ 0 h 652"/>
              <a:gd name="T6" fmla="*/ 567 w 758"/>
              <a:gd name="T7" fmla="*/ 0 h 652"/>
              <a:gd name="T8" fmla="*/ 758 w 758"/>
              <a:gd name="T9" fmla="*/ 326 h 652"/>
              <a:gd name="T10" fmla="*/ 567 w 758"/>
              <a:gd name="T11" fmla="*/ 652 h 652"/>
              <a:gd name="T12" fmla="*/ 191 w 758"/>
              <a:gd name="T13" fmla="*/ 652 h 652"/>
            </a:gdLst>
            <a:ahLst/>
            <a:cxnLst>
              <a:cxn ang="0">
                <a:pos x="T0" y="T1"/>
              </a:cxn>
              <a:cxn ang="0">
                <a:pos x="T2" y="T3"/>
              </a:cxn>
              <a:cxn ang="0">
                <a:pos x="T4" y="T5"/>
              </a:cxn>
              <a:cxn ang="0">
                <a:pos x="T6" y="T7"/>
              </a:cxn>
              <a:cxn ang="0">
                <a:pos x="T8" y="T9"/>
              </a:cxn>
              <a:cxn ang="0">
                <a:pos x="T10" y="T11"/>
              </a:cxn>
              <a:cxn ang="0">
                <a:pos x="T12" y="T13"/>
              </a:cxn>
            </a:cxnLst>
            <a:rect l="0" t="0" r="r" b="b"/>
            <a:pathLst>
              <a:path w="758" h="652">
                <a:moveTo>
                  <a:pt x="191" y="652"/>
                </a:moveTo>
                <a:lnTo>
                  <a:pt x="0" y="326"/>
                </a:lnTo>
                <a:lnTo>
                  <a:pt x="191" y="0"/>
                </a:lnTo>
                <a:lnTo>
                  <a:pt x="567" y="0"/>
                </a:lnTo>
                <a:lnTo>
                  <a:pt x="758" y="326"/>
                </a:lnTo>
                <a:lnTo>
                  <a:pt x="567" y="652"/>
                </a:lnTo>
                <a:lnTo>
                  <a:pt x="191" y="652"/>
                </a:lnTo>
                <a:close/>
              </a:path>
            </a:pathLst>
          </a:custGeom>
          <a:solidFill>
            <a:srgbClr val="004F59"/>
          </a:solidFill>
          <a:ln w="12700" cap="flat">
            <a:solidFill>
              <a:schemeClr val="bg1"/>
            </a:solidFill>
            <a:prstDash val="solid"/>
            <a:miter lim="800000"/>
            <a:headEnd/>
            <a:tailEnd/>
          </a:ln>
        </p:spPr>
        <p:txBody>
          <a:bodyPr vert="horz" wrap="square" lIns="91370" tIns="45685" rIns="91370" bIns="45685" numCol="1" anchor="ctr" anchorCtr="0" compatLnSpc="1">
            <a:prstTxWarp prst="textNoShape">
              <a:avLst/>
            </a:prstTxWarp>
          </a:bodyPr>
          <a:lstStyle/>
          <a:p>
            <a:pPr algn="ctr">
              <a:defRPr/>
            </a:pPr>
            <a:r>
              <a:rPr lang="en-US" sz="1500" b="1" dirty="0">
                <a:solidFill>
                  <a:schemeClr val="bg1"/>
                </a:solidFill>
                <a:ea typeface="ＭＳ Ｐゴシック" pitchFamily="50" charset="-128"/>
              </a:rPr>
              <a:t>Task 3 </a:t>
            </a:r>
          </a:p>
          <a:p>
            <a:pPr algn="ctr">
              <a:defRPr/>
            </a:pPr>
            <a:r>
              <a:rPr lang="en-US" sz="1500" b="1" dirty="0">
                <a:solidFill>
                  <a:schemeClr val="bg1"/>
                </a:solidFill>
                <a:ea typeface="ＭＳ Ｐゴシック" pitchFamily="50" charset="-128"/>
              </a:rPr>
              <a:t>(++)</a:t>
            </a:r>
          </a:p>
        </p:txBody>
      </p:sp>
      <p:sp>
        <p:nvSpPr>
          <p:cNvPr id="18" name="Freeform 11">
            <a:extLst>
              <a:ext uri="{FF2B5EF4-FFF2-40B4-BE49-F238E27FC236}">
                <a16:creationId xmlns:a16="http://schemas.microsoft.com/office/drawing/2014/main" id="{51B3FE0E-5E3D-0249-095A-A1443E5CD32B}"/>
              </a:ext>
            </a:extLst>
          </p:cNvPr>
          <p:cNvSpPr>
            <a:spLocks/>
          </p:cNvSpPr>
          <p:nvPr/>
        </p:nvSpPr>
        <p:spPr bwMode="auto">
          <a:xfrm>
            <a:off x="873588" y="5842923"/>
            <a:ext cx="2635298" cy="831526"/>
          </a:xfrm>
          <a:custGeom>
            <a:avLst/>
            <a:gdLst>
              <a:gd name="T0" fmla="*/ 191 w 758"/>
              <a:gd name="T1" fmla="*/ 652 h 652"/>
              <a:gd name="T2" fmla="*/ 0 w 758"/>
              <a:gd name="T3" fmla="*/ 326 h 652"/>
              <a:gd name="T4" fmla="*/ 191 w 758"/>
              <a:gd name="T5" fmla="*/ 0 h 652"/>
              <a:gd name="T6" fmla="*/ 567 w 758"/>
              <a:gd name="T7" fmla="*/ 0 h 652"/>
              <a:gd name="T8" fmla="*/ 758 w 758"/>
              <a:gd name="T9" fmla="*/ 326 h 652"/>
              <a:gd name="T10" fmla="*/ 567 w 758"/>
              <a:gd name="T11" fmla="*/ 652 h 652"/>
              <a:gd name="T12" fmla="*/ 191 w 758"/>
              <a:gd name="T13" fmla="*/ 652 h 652"/>
            </a:gdLst>
            <a:ahLst/>
            <a:cxnLst>
              <a:cxn ang="0">
                <a:pos x="T0" y="T1"/>
              </a:cxn>
              <a:cxn ang="0">
                <a:pos x="T2" y="T3"/>
              </a:cxn>
              <a:cxn ang="0">
                <a:pos x="T4" y="T5"/>
              </a:cxn>
              <a:cxn ang="0">
                <a:pos x="T6" y="T7"/>
              </a:cxn>
              <a:cxn ang="0">
                <a:pos x="T8" y="T9"/>
              </a:cxn>
              <a:cxn ang="0">
                <a:pos x="T10" y="T11"/>
              </a:cxn>
              <a:cxn ang="0">
                <a:pos x="T12" y="T13"/>
              </a:cxn>
            </a:cxnLst>
            <a:rect l="0" t="0" r="r" b="b"/>
            <a:pathLst>
              <a:path w="758" h="652">
                <a:moveTo>
                  <a:pt x="191" y="652"/>
                </a:moveTo>
                <a:lnTo>
                  <a:pt x="0" y="326"/>
                </a:lnTo>
                <a:lnTo>
                  <a:pt x="191" y="0"/>
                </a:lnTo>
                <a:lnTo>
                  <a:pt x="567" y="0"/>
                </a:lnTo>
                <a:lnTo>
                  <a:pt x="758" y="326"/>
                </a:lnTo>
                <a:lnTo>
                  <a:pt x="567" y="652"/>
                </a:lnTo>
                <a:lnTo>
                  <a:pt x="191" y="652"/>
                </a:lnTo>
                <a:close/>
              </a:path>
            </a:pathLst>
          </a:custGeom>
          <a:solidFill>
            <a:srgbClr val="000000"/>
          </a:solidFill>
          <a:ln w="12700" cap="flat">
            <a:solidFill>
              <a:schemeClr val="bg1"/>
            </a:solidFill>
            <a:prstDash val="solid"/>
            <a:miter lim="800000"/>
            <a:headEnd/>
            <a:tailEnd/>
          </a:ln>
        </p:spPr>
        <p:txBody>
          <a:bodyPr vert="horz" wrap="square" lIns="91370" tIns="45685" rIns="91370" bIns="45685" numCol="1" anchor="ctr" anchorCtr="0" compatLnSpc="1">
            <a:prstTxWarp prst="textNoShape">
              <a:avLst/>
            </a:prstTxWarp>
          </a:bodyPr>
          <a:lstStyle/>
          <a:p>
            <a:pPr algn="ctr">
              <a:defRPr/>
            </a:pPr>
            <a:r>
              <a:rPr lang="en-US" sz="1500" b="1" dirty="0">
                <a:solidFill>
                  <a:schemeClr val="bg1"/>
                </a:solidFill>
                <a:ea typeface="ＭＳ Ｐゴシック" pitchFamily="50" charset="-128"/>
              </a:rPr>
              <a:t>Task 4 </a:t>
            </a:r>
          </a:p>
          <a:p>
            <a:pPr algn="ctr">
              <a:defRPr/>
            </a:pPr>
            <a:r>
              <a:rPr lang="en-US" sz="1500" b="1" dirty="0">
                <a:solidFill>
                  <a:schemeClr val="bg1"/>
                </a:solidFill>
                <a:ea typeface="ＭＳ Ｐゴシック" pitchFamily="50" charset="-128"/>
              </a:rPr>
              <a:t>(</a:t>
            </a:r>
            <a:r>
              <a:rPr lang="en-US" sz="1500" b="1" dirty="0" err="1">
                <a:solidFill>
                  <a:schemeClr val="bg1"/>
                </a:solidFill>
                <a:ea typeface="ＭＳ Ｐゴシック" pitchFamily="50" charset="-128"/>
              </a:rPr>
              <a:t>RfP</a:t>
            </a:r>
            <a:r>
              <a:rPr lang="en-US" sz="1500" b="1" dirty="0">
                <a:solidFill>
                  <a:schemeClr val="bg1"/>
                </a:solidFill>
                <a:ea typeface="ＭＳ Ｐゴシック" pitchFamily="50" charset="-128"/>
              </a:rPr>
              <a:t> Ref No. 21)</a:t>
            </a:r>
          </a:p>
        </p:txBody>
      </p:sp>
      <p:sp>
        <p:nvSpPr>
          <p:cNvPr id="19" name="Oval 18">
            <a:extLst>
              <a:ext uri="{FF2B5EF4-FFF2-40B4-BE49-F238E27FC236}">
                <a16:creationId xmlns:a16="http://schemas.microsoft.com/office/drawing/2014/main" id="{C890FE45-84AA-DD95-8018-54613A8F0057}"/>
              </a:ext>
            </a:extLst>
          </p:cNvPr>
          <p:cNvSpPr/>
          <p:nvPr/>
        </p:nvSpPr>
        <p:spPr bwMode="gray">
          <a:xfrm>
            <a:off x="347449" y="1743788"/>
            <a:ext cx="411480" cy="407719"/>
          </a:xfrm>
          <a:prstGeom prst="ellipse">
            <a:avLst/>
          </a:prstGeom>
          <a:solidFill>
            <a:schemeClr val="accent2">
              <a:lumMod val="60000"/>
              <a:lumOff val="40000"/>
            </a:schemeClr>
          </a:solidFill>
          <a:ln w="19050" algn="ctr">
            <a:noFill/>
            <a:miter lim="800000"/>
            <a:headEnd/>
            <a:tailEnd/>
          </a:ln>
        </p:spPr>
        <p:txBody>
          <a:bodyPr wrap="square" lIns="88900" tIns="88900" rIns="88900" bIns="88900" rtlCol="0" anchor="ctr"/>
          <a:lstStyle/>
          <a:p>
            <a:pPr algn="ctr">
              <a:lnSpc>
                <a:spcPct val="106000"/>
              </a:lnSpc>
            </a:pPr>
            <a:endParaRPr lang="en-US" sz="1500" b="1" dirty="0">
              <a:solidFill>
                <a:schemeClr val="bg1"/>
              </a:solidFill>
            </a:endParaRPr>
          </a:p>
        </p:txBody>
      </p:sp>
      <p:sp>
        <p:nvSpPr>
          <p:cNvPr id="7" name="Oval 6">
            <a:extLst>
              <a:ext uri="{FF2B5EF4-FFF2-40B4-BE49-F238E27FC236}">
                <a16:creationId xmlns:a16="http://schemas.microsoft.com/office/drawing/2014/main" id="{E2202FA7-A185-75F1-309F-C039B909C01E}"/>
              </a:ext>
            </a:extLst>
          </p:cNvPr>
          <p:cNvSpPr/>
          <p:nvPr/>
        </p:nvSpPr>
        <p:spPr bwMode="gray">
          <a:xfrm>
            <a:off x="347449" y="4463102"/>
            <a:ext cx="411480" cy="407719"/>
          </a:xfrm>
          <a:prstGeom prst="ellipse">
            <a:avLst/>
          </a:prstGeom>
          <a:solidFill>
            <a:schemeClr val="accent2">
              <a:lumMod val="60000"/>
              <a:lumOff val="40000"/>
            </a:schemeClr>
          </a:solidFill>
          <a:ln w="19050" algn="ctr">
            <a:noFill/>
            <a:miter lim="800000"/>
            <a:headEnd/>
            <a:tailEnd/>
          </a:ln>
        </p:spPr>
        <p:txBody>
          <a:bodyPr wrap="square" lIns="88900" tIns="88900" rIns="88900" bIns="88900" rtlCol="0" anchor="ctr"/>
          <a:lstStyle/>
          <a:p>
            <a:pPr algn="ctr">
              <a:lnSpc>
                <a:spcPct val="106000"/>
              </a:lnSpc>
            </a:pPr>
            <a:endParaRPr lang="en-US" sz="1500" b="1" dirty="0">
              <a:solidFill>
                <a:schemeClr val="bg1"/>
              </a:solidFill>
            </a:endParaRPr>
          </a:p>
        </p:txBody>
      </p:sp>
      <p:sp>
        <p:nvSpPr>
          <p:cNvPr id="2" name="TextBox 1">
            <a:extLst>
              <a:ext uri="{FF2B5EF4-FFF2-40B4-BE49-F238E27FC236}">
                <a16:creationId xmlns:a16="http://schemas.microsoft.com/office/drawing/2014/main" id="{CE649F4E-8C9B-1879-2438-C508C0EF83E2}"/>
              </a:ext>
            </a:extLst>
          </p:cNvPr>
          <p:cNvSpPr txBox="1"/>
          <p:nvPr/>
        </p:nvSpPr>
        <p:spPr>
          <a:xfrm>
            <a:off x="736293" y="7044833"/>
            <a:ext cx="6720288" cy="276999"/>
          </a:xfrm>
          <a:prstGeom prst="rect">
            <a:avLst/>
          </a:prstGeom>
          <a:noFill/>
        </p:spPr>
        <p:txBody>
          <a:bodyPr wrap="square">
            <a:spAutoFit/>
          </a:bodyPr>
          <a:lstStyle/>
          <a:p>
            <a:r>
              <a:rPr lang="en-US" sz="1200" b="1" i="1" dirty="0">
                <a:solidFill>
                  <a:srgbClr val="313131"/>
                </a:solidFill>
              </a:rPr>
              <a:t>Note:</a:t>
            </a:r>
            <a:r>
              <a:rPr lang="en-US" sz="1200" i="1" dirty="0">
                <a:solidFill>
                  <a:srgbClr val="313131"/>
                </a:solidFill>
              </a:rPr>
              <a:t> “++” denotes additional inclusion beyond mentioned scope in </a:t>
            </a:r>
            <a:r>
              <a:rPr lang="en-US" sz="1200" i="1" dirty="0" err="1">
                <a:solidFill>
                  <a:srgbClr val="313131"/>
                </a:solidFill>
              </a:rPr>
              <a:t>RfP</a:t>
            </a:r>
            <a:endParaRPr lang="en-US" sz="1200" dirty="0"/>
          </a:p>
        </p:txBody>
      </p:sp>
    </p:spTree>
    <p:extLst>
      <p:ext uri="{BB962C8B-B14F-4D97-AF65-F5344CB8AC3E}">
        <p14:creationId xmlns:p14="http://schemas.microsoft.com/office/powerpoint/2010/main" val="4261919377"/>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B55F89-0CE2-304B-3839-A24F7782F188}"/>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5276A70F-689C-3F72-6B39-46FF8F100949}"/>
              </a:ext>
            </a:extLst>
          </p:cNvPr>
          <p:cNvGraphicFramePr>
            <a:graphicFrameLocks noChangeAspect="1"/>
          </p:cNvGraphicFramePr>
          <p:nvPr>
            <p:custDataLst>
              <p:tags r:id="rId1"/>
            </p:custDataLst>
            <p:extLst>
              <p:ext uri="{D42A27DB-BD31-4B8C-83A1-F6EECF244321}">
                <p14:modId xmlns:p14="http://schemas.microsoft.com/office/powerpoint/2010/main" val="312627659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5276A70F-689C-3F72-6B39-46FF8F10094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CEE1F069-E932-2370-E6F4-CE3C80B92FA9}"/>
              </a:ext>
            </a:extLst>
          </p:cNvPr>
          <p:cNvSpPr>
            <a:spLocks noGrp="1"/>
          </p:cNvSpPr>
          <p:nvPr>
            <p:ph type="title"/>
          </p:nvPr>
        </p:nvSpPr>
        <p:spPr/>
        <p:txBody>
          <a:bodyPr vert="horz"/>
          <a:lstStyle/>
          <a:p>
            <a:r>
              <a:rPr lang="en-US" dirty="0"/>
              <a:t>Module F: Policies and Process (2/2)</a:t>
            </a:r>
            <a:br>
              <a:rPr lang="en-US" dirty="0"/>
            </a:br>
            <a:endParaRPr lang="en-US" dirty="0"/>
          </a:p>
        </p:txBody>
      </p:sp>
      <p:sp>
        <p:nvSpPr>
          <p:cNvPr id="43" name="TextBox 42">
            <a:extLst>
              <a:ext uri="{FF2B5EF4-FFF2-40B4-BE49-F238E27FC236}">
                <a16:creationId xmlns:a16="http://schemas.microsoft.com/office/drawing/2014/main" id="{1D9CA6DA-54C3-A1B1-EE3B-842E98EB5BFA}"/>
              </a:ext>
            </a:extLst>
          </p:cNvPr>
          <p:cNvSpPr txBox="1"/>
          <p:nvPr/>
        </p:nvSpPr>
        <p:spPr>
          <a:xfrm>
            <a:off x="3635565" y="1157387"/>
            <a:ext cx="7590623" cy="1600438"/>
          </a:xfrm>
          <a:prstGeom prst="rect">
            <a:avLst/>
          </a:prstGeom>
          <a:solidFill>
            <a:srgbClr val="FFFFFF"/>
          </a:solidFill>
        </p:spPr>
        <p:txBody>
          <a:bodyPr wrap="square" lIns="0" tIns="0" rIns="0" bIns="0" rtlCol="0">
            <a:spAutoFit/>
          </a:bodyPr>
          <a:lstStyle/>
          <a:p>
            <a:pPr algn="just">
              <a:spcBef>
                <a:spcPts val="600"/>
              </a:spcBef>
              <a:buSzPct val="100000"/>
            </a:pPr>
            <a:r>
              <a:rPr lang="en-US" sz="1600" b="1" dirty="0">
                <a:solidFill>
                  <a:schemeClr val="accent2"/>
                </a:solidFill>
              </a:rPr>
              <a:t>Develop  system  for  conducting  electronic  hearings  (E-Court)  and  other  proceedings  and  infrastructure  for  acquisition  of  E- Conference facilities</a:t>
            </a:r>
            <a:endParaRPr lang="en-US" sz="1400" b="1" dirty="0">
              <a:solidFill>
                <a:schemeClr val="accent2"/>
              </a:solidFill>
            </a:endParaRPr>
          </a:p>
          <a:p>
            <a:pPr marL="171450" indent="-171450" algn="just">
              <a:buSzPct val="100000"/>
              <a:buFont typeface="Arial" panose="020B0604020202020204" pitchFamily="34" charset="0"/>
              <a:buChar char="•"/>
            </a:pPr>
            <a:r>
              <a:rPr lang="en-US" sz="1400" i="1" dirty="0">
                <a:solidFill>
                  <a:srgbClr val="313131"/>
                </a:solidFill>
              </a:rPr>
              <a:t>Hiring of IT Expert for facilitating need assessment of IT hardware and software required for conducting of E-court</a:t>
            </a:r>
          </a:p>
          <a:p>
            <a:pPr marL="171450" indent="-171450" algn="just">
              <a:buSzPct val="100000"/>
              <a:buFont typeface="Arial" panose="020B0604020202020204" pitchFamily="34" charset="0"/>
              <a:buChar char="•"/>
            </a:pPr>
            <a:r>
              <a:rPr lang="en-US" sz="1400" i="1" dirty="0">
                <a:solidFill>
                  <a:srgbClr val="313131"/>
                </a:solidFill>
              </a:rPr>
              <a:t>Support ERC in inclusion of provisions for E-court hearing in respective Directive/Rules</a:t>
            </a:r>
          </a:p>
        </p:txBody>
      </p:sp>
      <p:sp>
        <p:nvSpPr>
          <p:cNvPr id="53" name="TextBox 52">
            <a:extLst>
              <a:ext uri="{FF2B5EF4-FFF2-40B4-BE49-F238E27FC236}">
                <a16:creationId xmlns:a16="http://schemas.microsoft.com/office/drawing/2014/main" id="{D8A3A4EE-C2F6-F818-6184-36CA129A662B}"/>
              </a:ext>
            </a:extLst>
          </p:cNvPr>
          <p:cNvSpPr txBox="1"/>
          <p:nvPr/>
        </p:nvSpPr>
        <p:spPr>
          <a:xfrm>
            <a:off x="3635565" y="3204827"/>
            <a:ext cx="7590623" cy="2246769"/>
          </a:xfrm>
          <a:prstGeom prst="rect">
            <a:avLst/>
          </a:prstGeom>
          <a:noFill/>
        </p:spPr>
        <p:txBody>
          <a:bodyPr wrap="square" lIns="0" tIns="0" rIns="0" bIns="0" rtlCol="0">
            <a:spAutoFit/>
          </a:bodyPr>
          <a:lstStyle/>
          <a:p>
            <a:pPr algn="just">
              <a:spcBef>
                <a:spcPts val="600"/>
              </a:spcBef>
              <a:buSzPct val="100000"/>
            </a:pPr>
            <a:r>
              <a:rPr lang="en-US" sz="1600" b="1" dirty="0">
                <a:solidFill>
                  <a:srgbClr val="43B02A"/>
                </a:solidFill>
              </a:rPr>
              <a:t>ERC engages in or leads policy and planning processes associated with market restructuring, including unbundling of distribution utility</a:t>
            </a:r>
            <a:endParaRPr lang="en-US" sz="1400" b="1" dirty="0">
              <a:solidFill>
                <a:srgbClr val="43B02A"/>
              </a:solidFill>
            </a:endParaRPr>
          </a:p>
          <a:p>
            <a:pPr marL="171450" indent="-171450" algn="just">
              <a:buSzPct val="100000"/>
              <a:buFont typeface="Arial" panose="020B0604020202020204" pitchFamily="34" charset="0"/>
              <a:buChar char="•"/>
            </a:pPr>
            <a:r>
              <a:rPr lang="en-US" sz="1400" i="1" dirty="0">
                <a:solidFill>
                  <a:srgbClr val="313131"/>
                </a:solidFill>
              </a:rPr>
              <a:t>Appointment of Consultant for Power Sector Reforms</a:t>
            </a:r>
          </a:p>
          <a:p>
            <a:pPr marL="171450" indent="-171450" algn="just">
              <a:buSzPct val="100000"/>
              <a:buFont typeface="Arial" panose="020B0604020202020204" pitchFamily="34" charset="0"/>
              <a:buChar char="•"/>
            </a:pPr>
            <a:r>
              <a:rPr lang="en-US" sz="1400" i="1" dirty="0">
                <a:solidFill>
                  <a:srgbClr val="313131"/>
                </a:solidFill>
              </a:rPr>
              <a:t>Provide support in preparation of Approach Paper</a:t>
            </a:r>
          </a:p>
          <a:p>
            <a:pPr marL="171450" indent="-171450" algn="just">
              <a:buSzPct val="100000"/>
              <a:buFont typeface="Arial" panose="020B0604020202020204" pitchFamily="34" charset="0"/>
              <a:buChar char="•"/>
            </a:pPr>
            <a:r>
              <a:rPr lang="en-US" sz="1400" i="1" dirty="0">
                <a:solidFill>
                  <a:srgbClr val="313131"/>
                </a:solidFill>
              </a:rPr>
              <a:t>Support in discussion and presentations with key stakeholders</a:t>
            </a:r>
          </a:p>
          <a:p>
            <a:pPr marL="171450" indent="-171450" algn="just">
              <a:buSzPct val="100000"/>
              <a:buFont typeface="Arial" panose="020B0604020202020204" pitchFamily="34" charset="0"/>
              <a:buChar char="•"/>
            </a:pPr>
            <a:r>
              <a:rPr lang="en-US" sz="1400" i="1" dirty="0">
                <a:solidFill>
                  <a:srgbClr val="313131"/>
                </a:solidFill>
              </a:rPr>
              <a:t>Support in preparation of Policy paper with  respect to market reforms and unbundling</a:t>
            </a:r>
          </a:p>
          <a:p>
            <a:pPr marL="171450" indent="-171450" algn="just">
              <a:buSzPct val="100000"/>
              <a:buFont typeface="Arial" panose="020B0604020202020204" pitchFamily="34" charset="0"/>
              <a:buChar char="•"/>
            </a:pPr>
            <a:r>
              <a:rPr lang="en-US" sz="1400" i="1" dirty="0">
                <a:solidFill>
                  <a:srgbClr val="313131"/>
                </a:solidFill>
              </a:rPr>
              <a:t>Support in key activities required for furthering the process of market restructuring and reforms</a:t>
            </a:r>
          </a:p>
        </p:txBody>
      </p:sp>
      <p:sp>
        <p:nvSpPr>
          <p:cNvPr id="54" name="Oval 53">
            <a:extLst>
              <a:ext uri="{FF2B5EF4-FFF2-40B4-BE49-F238E27FC236}">
                <a16:creationId xmlns:a16="http://schemas.microsoft.com/office/drawing/2014/main" id="{C3B6A493-1521-CA2C-F8ED-208278907149}"/>
              </a:ext>
            </a:extLst>
          </p:cNvPr>
          <p:cNvSpPr/>
          <p:nvPr/>
        </p:nvSpPr>
        <p:spPr bwMode="gray">
          <a:xfrm>
            <a:off x="11452003" y="3599597"/>
            <a:ext cx="1252728" cy="560911"/>
          </a:xfrm>
          <a:prstGeom prst="ellipse">
            <a:avLst/>
          </a:prstGeom>
          <a:solidFill>
            <a:schemeClr val="accent3">
              <a:lumMod val="20000"/>
              <a:lumOff val="80000"/>
            </a:schemeClr>
          </a:solidFill>
          <a:ln w="19050" algn="ctr">
            <a:solidFill>
              <a:schemeClr val="tx1"/>
            </a:solidFill>
            <a:prstDash val="lgDash"/>
            <a:miter lim="800000"/>
            <a:headEnd/>
            <a:tailEnd/>
          </a:ln>
        </p:spPr>
        <p:txBody>
          <a:bodyPr wrap="square" lIns="88900" tIns="88900" rIns="88900" bIns="88900" rtlCol="0" anchor="ctr"/>
          <a:lstStyle/>
          <a:p>
            <a:pPr algn="ctr">
              <a:lnSpc>
                <a:spcPct val="106000"/>
              </a:lnSpc>
              <a:buFont typeface="Wingdings 2" pitchFamily="18" charset="2"/>
              <a:buNone/>
            </a:pPr>
            <a:r>
              <a:rPr lang="en-US" sz="1300" b="1" i="1" dirty="0"/>
              <a:t>TBD</a:t>
            </a:r>
          </a:p>
        </p:txBody>
      </p:sp>
      <p:sp>
        <p:nvSpPr>
          <p:cNvPr id="63" name="Oval 62">
            <a:extLst>
              <a:ext uri="{FF2B5EF4-FFF2-40B4-BE49-F238E27FC236}">
                <a16:creationId xmlns:a16="http://schemas.microsoft.com/office/drawing/2014/main" id="{2AA0ED3C-E1ED-5871-BB6F-186733DB86AF}"/>
              </a:ext>
            </a:extLst>
          </p:cNvPr>
          <p:cNvSpPr/>
          <p:nvPr/>
        </p:nvSpPr>
        <p:spPr bwMode="gray">
          <a:xfrm>
            <a:off x="9572182" y="6942824"/>
            <a:ext cx="411480" cy="407719"/>
          </a:xfrm>
          <a:prstGeom prst="ellipse">
            <a:avLst/>
          </a:prstGeom>
          <a:solidFill>
            <a:srgbClr val="18F689"/>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64" name="TextBox 63">
            <a:extLst>
              <a:ext uri="{FF2B5EF4-FFF2-40B4-BE49-F238E27FC236}">
                <a16:creationId xmlns:a16="http://schemas.microsoft.com/office/drawing/2014/main" id="{40A920C2-BBD8-1254-1E71-AAB03097A91B}"/>
              </a:ext>
            </a:extLst>
          </p:cNvPr>
          <p:cNvSpPr txBox="1"/>
          <p:nvPr/>
        </p:nvSpPr>
        <p:spPr>
          <a:xfrm>
            <a:off x="10058398" y="7080862"/>
            <a:ext cx="2594576" cy="153888"/>
          </a:xfrm>
          <a:prstGeom prst="rect">
            <a:avLst/>
          </a:prstGeom>
          <a:noFill/>
        </p:spPr>
        <p:txBody>
          <a:bodyPr wrap="square" lIns="0" tIns="0" rIns="0" bIns="0" rtlCol="0">
            <a:spAutoFit/>
          </a:bodyPr>
          <a:lstStyle/>
          <a:p>
            <a:pPr>
              <a:spcBef>
                <a:spcPts val="600"/>
              </a:spcBef>
              <a:buSzPct val="100000"/>
            </a:pPr>
            <a:r>
              <a:rPr lang="en-US" sz="1000" i="1" dirty="0">
                <a:solidFill>
                  <a:srgbClr val="313131"/>
                </a:solidFill>
              </a:rPr>
              <a:t>Requirement of External Support</a:t>
            </a:r>
          </a:p>
        </p:txBody>
      </p:sp>
      <p:sp>
        <p:nvSpPr>
          <p:cNvPr id="12" name="Freeform 11">
            <a:extLst>
              <a:ext uri="{FF2B5EF4-FFF2-40B4-BE49-F238E27FC236}">
                <a16:creationId xmlns:a16="http://schemas.microsoft.com/office/drawing/2014/main" id="{1175D348-FDCF-26D5-F8D4-7E10E2892048}"/>
              </a:ext>
            </a:extLst>
          </p:cNvPr>
          <p:cNvSpPr>
            <a:spLocks/>
          </p:cNvSpPr>
          <p:nvPr/>
        </p:nvSpPr>
        <p:spPr bwMode="auto">
          <a:xfrm>
            <a:off x="879083" y="1432372"/>
            <a:ext cx="2635298" cy="831526"/>
          </a:xfrm>
          <a:custGeom>
            <a:avLst/>
            <a:gdLst>
              <a:gd name="T0" fmla="*/ 191 w 758"/>
              <a:gd name="T1" fmla="*/ 652 h 652"/>
              <a:gd name="T2" fmla="*/ 0 w 758"/>
              <a:gd name="T3" fmla="*/ 326 h 652"/>
              <a:gd name="T4" fmla="*/ 191 w 758"/>
              <a:gd name="T5" fmla="*/ 0 h 652"/>
              <a:gd name="T6" fmla="*/ 567 w 758"/>
              <a:gd name="T7" fmla="*/ 0 h 652"/>
              <a:gd name="T8" fmla="*/ 758 w 758"/>
              <a:gd name="T9" fmla="*/ 326 h 652"/>
              <a:gd name="T10" fmla="*/ 567 w 758"/>
              <a:gd name="T11" fmla="*/ 652 h 652"/>
              <a:gd name="T12" fmla="*/ 191 w 758"/>
              <a:gd name="T13" fmla="*/ 652 h 652"/>
            </a:gdLst>
            <a:ahLst/>
            <a:cxnLst>
              <a:cxn ang="0">
                <a:pos x="T0" y="T1"/>
              </a:cxn>
              <a:cxn ang="0">
                <a:pos x="T2" y="T3"/>
              </a:cxn>
              <a:cxn ang="0">
                <a:pos x="T4" y="T5"/>
              </a:cxn>
              <a:cxn ang="0">
                <a:pos x="T6" y="T7"/>
              </a:cxn>
              <a:cxn ang="0">
                <a:pos x="T8" y="T9"/>
              </a:cxn>
              <a:cxn ang="0">
                <a:pos x="T10" y="T11"/>
              </a:cxn>
              <a:cxn ang="0">
                <a:pos x="T12" y="T13"/>
              </a:cxn>
            </a:cxnLst>
            <a:rect l="0" t="0" r="r" b="b"/>
            <a:pathLst>
              <a:path w="758" h="652">
                <a:moveTo>
                  <a:pt x="191" y="652"/>
                </a:moveTo>
                <a:lnTo>
                  <a:pt x="0" y="326"/>
                </a:lnTo>
                <a:lnTo>
                  <a:pt x="191" y="0"/>
                </a:lnTo>
                <a:lnTo>
                  <a:pt x="567" y="0"/>
                </a:lnTo>
                <a:lnTo>
                  <a:pt x="758" y="326"/>
                </a:lnTo>
                <a:lnTo>
                  <a:pt x="567" y="652"/>
                </a:lnTo>
                <a:lnTo>
                  <a:pt x="191" y="652"/>
                </a:lnTo>
                <a:close/>
              </a:path>
            </a:pathLst>
          </a:custGeom>
          <a:solidFill>
            <a:srgbClr val="046A38"/>
          </a:solidFill>
          <a:ln w="12700" cap="flat">
            <a:solidFill>
              <a:schemeClr val="bg1"/>
            </a:solidFill>
            <a:prstDash val="solid"/>
            <a:miter lim="800000"/>
            <a:headEnd/>
            <a:tailEnd/>
          </a:ln>
        </p:spPr>
        <p:txBody>
          <a:bodyPr vert="horz" wrap="square" lIns="91370" tIns="45685" rIns="91370" bIns="45685" numCol="1" anchor="ctr" anchorCtr="0" compatLnSpc="1">
            <a:prstTxWarp prst="textNoShape">
              <a:avLst/>
            </a:prstTxWarp>
          </a:bodyPr>
          <a:lstStyle/>
          <a:p>
            <a:pPr algn="ctr">
              <a:defRPr/>
            </a:pPr>
            <a:r>
              <a:rPr lang="en-US" sz="1500" b="1" dirty="0">
                <a:solidFill>
                  <a:schemeClr val="bg1"/>
                </a:solidFill>
                <a:ea typeface="ＭＳ Ｐゴシック" pitchFamily="50" charset="-128"/>
              </a:rPr>
              <a:t>Task 5 </a:t>
            </a:r>
          </a:p>
          <a:p>
            <a:pPr algn="ctr">
              <a:defRPr/>
            </a:pPr>
            <a:r>
              <a:rPr lang="en-US" sz="1500" b="1" dirty="0">
                <a:solidFill>
                  <a:schemeClr val="bg1"/>
                </a:solidFill>
                <a:ea typeface="ＭＳ Ｐゴシック" pitchFamily="50" charset="-128"/>
              </a:rPr>
              <a:t>(</a:t>
            </a:r>
            <a:r>
              <a:rPr lang="en-US" sz="1500" b="1" dirty="0" err="1">
                <a:solidFill>
                  <a:schemeClr val="bg1"/>
                </a:solidFill>
                <a:ea typeface="ＭＳ Ｐゴシック" pitchFamily="50" charset="-128"/>
              </a:rPr>
              <a:t>RfP</a:t>
            </a:r>
            <a:r>
              <a:rPr lang="en-US" sz="1500" b="1" dirty="0">
                <a:solidFill>
                  <a:schemeClr val="bg1"/>
                </a:solidFill>
                <a:ea typeface="ＭＳ Ｐゴシック" pitchFamily="50" charset="-128"/>
              </a:rPr>
              <a:t> Ref No. 10)</a:t>
            </a:r>
          </a:p>
        </p:txBody>
      </p:sp>
      <p:sp>
        <p:nvSpPr>
          <p:cNvPr id="16" name="Freeform 11">
            <a:extLst>
              <a:ext uri="{FF2B5EF4-FFF2-40B4-BE49-F238E27FC236}">
                <a16:creationId xmlns:a16="http://schemas.microsoft.com/office/drawing/2014/main" id="{0F6CC095-6859-37EB-682C-232B76379B37}"/>
              </a:ext>
            </a:extLst>
          </p:cNvPr>
          <p:cNvSpPr>
            <a:spLocks/>
          </p:cNvSpPr>
          <p:nvPr/>
        </p:nvSpPr>
        <p:spPr bwMode="auto">
          <a:xfrm>
            <a:off x="879083" y="3832779"/>
            <a:ext cx="2635298" cy="831526"/>
          </a:xfrm>
          <a:custGeom>
            <a:avLst/>
            <a:gdLst>
              <a:gd name="T0" fmla="*/ 191 w 758"/>
              <a:gd name="T1" fmla="*/ 652 h 652"/>
              <a:gd name="T2" fmla="*/ 0 w 758"/>
              <a:gd name="T3" fmla="*/ 326 h 652"/>
              <a:gd name="T4" fmla="*/ 191 w 758"/>
              <a:gd name="T5" fmla="*/ 0 h 652"/>
              <a:gd name="T6" fmla="*/ 567 w 758"/>
              <a:gd name="T7" fmla="*/ 0 h 652"/>
              <a:gd name="T8" fmla="*/ 758 w 758"/>
              <a:gd name="T9" fmla="*/ 326 h 652"/>
              <a:gd name="T10" fmla="*/ 567 w 758"/>
              <a:gd name="T11" fmla="*/ 652 h 652"/>
              <a:gd name="T12" fmla="*/ 191 w 758"/>
              <a:gd name="T13" fmla="*/ 652 h 652"/>
            </a:gdLst>
            <a:ahLst/>
            <a:cxnLst>
              <a:cxn ang="0">
                <a:pos x="T0" y="T1"/>
              </a:cxn>
              <a:cxn ang="0">
                <a:pos x="T2" y="T3"/>
              </a:cxn>
              <a:cxn ang="0">
                <a:pos x="T4" y="T5"/>
              </a:cxn>
              <a:cxn ang="0">
                <a:pos x="T6" y="T7"/>
              </a:cxn>
              <a:cxn ang="0">
                <a:pos x="T8" y="T9"/>
              </a:cxn>
              <a:cxn ang="0">
                <a:pos x="T10" y="T11"/>
              </a:cxn>
              <a:cxn ang="0">
                <a:pos x="T12" y="T13"/>
              </a:cxn>
            </a:cxnLst>
            <a:rect l="0" t="0" r="r" b="b"/>
            <a:pathLst>
              <a:path w="758" h="652">
                <a:moveTo>
                  <a:pt x="191" y="652"/>
                </a:moveTo>
                <a:lnTo>
                  <a:pt x="0" y="326"/>
                </a:lnTo>
                <a:lnTo>
                  <a:pt x="191" y="0"/>
                </a:lnTo>
                <a:lnTo>
                  <a:pt x="567" y="0"/>
                </a:lnTo>
                <a:lnTo>
                  <a:pt x="758" y="326"/>
                </a:lnTo>
                <a:lnTo>
                  <a:pt x="567" y="652"/>
                </a:lnTo>
                <a:lnTo>
                  <a:pt x="191" y="652"/>
                </a:lnTo>
                <a:close/>
              </a:path>
            </a:pathLst>
          </a:custGeom>
          <a:solidFill>
            <a:srgbClr val="43B02A"/>
          </a:solidFill>
          <a:ln w="12700" cap="flat">
            <a:solidFill>
              <a:schemeClr val="bg1"/>
            </a:solidFill>
            <a:prstDash val="solid"/>
            <a:miter lim="800000"/>
            <a:headEnd/>
            <a:tailEnd/>
          </a:ln>
        </p:spPr>
        <p:txBody>
          <a:bodyPr vert="horz" wrap="square" lIns="91370" tIns="45685" rIns="91370" bIns="45685" numCol="1" anchor="ctr" anchorCtr="0" compatLnSpc="1">
            <a:prstTxWarp prst="textNoShape">
              <a:avLst/>
            </a:prstTxWarp>
          </a:bodyPr>
          <a:lstStyle/>
          <a:p>
            <a:pPr algn="ctr">
              <a:defRPr/>
            </a:pPr>
            <a:r>
              <a:rPr lang="en-US" sz="1500" b="1" dirty="0">
                <a:solidFill>
                  <a:schemeClr val="bg1"/>
                </a:solidFill>
                <a:ea typeface="ＭＳ Ｐゴシック" pitchFamily="50" charset="-128"/>
              </a:rPr>
              <a:t>Task 6 </a:t>
            </a:r>
          </a:p>
          <a:p>
            <a:pPr algn="ctr">
              <a:defRPr/>
            </a:pPr>
            <a:r>
              <a:rPr lang="en-US" sz="1500" b="1" dirty="0">
                <a:solidFill>
                  <a:schemeClr val="bg1"/>
                </a:solidFill>
                <a:ea typeface="ＭＳ Ｐゴシック" pitchFamily="50" charset="-128"/>
              </a:rPr>
              <a:t>(</a:t>
            </a:r>
            <a:r>
              <a:rPr lang="en-US" sz="1500" b="1" dirty="0" err="1">
                <a:solidFill>
                  <a:schemeClr val="bg1"/>
                </a:solidFill>
                <a:ea typeface="ＭＳ Ｐゴシック" pitchFamily="50" charset="-128"/>
              </a:rPr>
              <a:t>RfP</a:t>
            </a:r>
            <a:r>
              <a:rPr lang="en-US" sz="1500" b="1" dirty="0">
                <a:solidFill>
                  <a:schemeClr val="bg1"/>
                </a:solidFill>
                <a:ea typeface="ＭＳ Ｐゴシック" pitchFamily="50" charset="-128"/>
              </a:rPr>
              <a:t> Ref No. 28)</a:t>
            </a:r>
          </a:p>
        </p:txBody>
      </p:sp>
      <p:sp>
        <p:nvSpPr>
          <p:cNvPr id="5" name="TextBox 4">
            <a:extLst>
              <a:ext uri="{FF2B5EF4-FFF2-40B4-BE49-F238E27FC236}">
                <a16:creationId xmlns:a16="http://schemas.microsoft.com/office/drawing/2014/main" id="{1EC7D8A8-15E1-5F49-DCA1-0CF55B98D004}"/>
              </a:ext>
            </a:extLst>
          </p:cNvPr>
          <p:cNvSpPr txBox="1"/>
          <p:nvPr/>
        </p:nvSpPr>
        <p:spPr>
          <a:xfrm>
            <a:off x="11329403" y="4208008"/>
            <a:ext cx="1582369" cy="461665"/>
          </a:xfrm>
          <a:prstGeom prst="rect">
            <a:avLst/>
          </a:prstGeom>
          <a:noFill/>
        </p:spPr>
        <p:txBody>
          <a:bodyPr wrap="square">
            <a:spAutoFit/>
          </a:bodyPr>
          <a:lstStyle/>
          <a:p>
            <a:pPr algn="ctr"/>
            <a:r>
              <a:rPr lang="en-US" sz="1200" b="0" i="1" u="none" strike="noStrike" dirty="0">
                <a:solidFill>
                  <a:srgbClr val="963634"/>
                </a:solidFill>
                <a:effectLst/>
                <a:latin typeface="Verdana" panose="020B0604030504040204" pitchFamily="34" charset="0"/>
              </a:rPr>
              <a:t>To be Taken Up in Year 3 onwards</a:t>
            </a:r>
            <a:endParaRPr lang="en-US" sz="1200" i="1" dirty="0"/>
          </a:p>
        </p:txBody>
      </p:sp>
      <p:sp>
        <p:nvSpPr>
          <p:cNvPr id="7" name="Oval 6">
            <a:extLst>
              <a:ext uri="{FF2B5EF4-FFF2-40B4-BE49-F238E27FC236}">
                <a16:creationId xmlns:a16="http://schemas.microsoft.com/office/drawing/2014/main" id="{67A5A6E1-6EAD-5945-178A-13108F39621C}"/>
              </a:ext>
            </a:extLst>
          </p:cNvPr>
          <p:cNvSpPr/>
          <p:nvPr/>
        </p:nvSpPr>
        <p:spPr bwMode="gray">
          <a:xfrm>
            <a:off x="11465740" y="1272895"/>
            <a:ext cx="1252728" cy="560911"/>
          </a:xfrm>
          <a:prstGeom prst="ellipse">
            <a:avLst/>
          </a:prstGeom>
          <a:solidFill>
            <a:schemeClr val="accent3">
              <a:lumMod val="20000"/>
              <a:lumOff val="80000"/>
            </a:schemeClr>
          </a:solidFill>
          <a:ln w="19050" algn="ctr">
            <a:solidFill>
              <a:schemeClr val="tx1"/>
            </a:solidFill>
            <a:prstDash val="lgDash"/>
            <a:miter lim="800000"/>
            <a:headEnd/>
            <a:tailEnd/>
          </a:ln>
        </p:spPr>
        <p:txBody>
          <a:bodyPr wrap="square" lIns="88900" tIns="88900" rIns="88900" bIns="88900" rtlCol="0" anchor="ctr"/>
          <a:lstStyle/>
          <a:p>
            <a:pPr algn="ctr">
              <a:lnSpc>
                <a:spcPct val="106000"/>
              </a:lnSpc>
              <a:buFont typeface="Wingdings 2" pitchFamily="18" charset="2"/>
              <a:buNone/>
            </a:pPr>
            <a:r>
              <a:rPr lang="en-US" sz="1300" b="1" i="1" dirty="0"/>
              <a:t>TBD</a:t>
            </a:r>
          </a:p>
        </p:txBody>
      </p:sp>
      <p:sp>
        <p:nvSpPr>
          <p:cNvPr id="19" name="TextBox 18">
            <a:extLst>
              <a:ext uri="{FF2B5EF4-FFF2-40B4-BE49-F238E27FC236}">
                <a16:creationId xmlns:a16="http://schemas.microsoft.com/office/drawing/2014/main" id="{D5AEFB77-6D21-6264-B136-3D8B57B0C4E5}"/>
              </a:ext>
            </a:extLst>
          </p:cNvPr>
          <p:cNvSpPr txBox="1"/>
          <p:nvPr/>
        </p:nvSpPr>
        <p:spPr>
          <a:xfrm>
            <a:off x="11343140" y="1881306"/>
            <a:ext cx="1582369" cy="461665"/>
          </a:xfrm>
          <a:prstGeom prst="rect">
            <a:avLst/>
          </a:prstGeom>
          <a:noFill/>
        </p:spPr>
        <p:txBody>
          <a:bodyPr wrap="square">
            <a:spAutoFit/>
          </a:bodyPr>
          <a:lstStyle/>
          <a:p>
            <a:pPr algn="ctr"/>
            <a:r>
              <a:rPr lang="en-US" sz="1200" b="0" i="1" u="none" strike="noStrike" dirty="0">
                <a:solidFill>
                  <a:srgbClr val="963634"/>
                </a:solidFill>
                <a:effectLst/>
                <a:latin typeface="Verdana" panose="020B0604030504040204" pitchFamily="34" charset="0"/>
              </a:rPr>
              <a:t>To be Taken Up in Year 3 onwards</a:t>
            </a:r>
            <a:endParaRPr lang="en-US" sz="1200" i="1" dirty="0"/>
          </a:p>
        </p:txBody>
      </p:sp>
      <p:sp>
        <p:nvSpPr>
          <p:cNvPr id="20" name="Oval 19">
            <a:extLst>
              <a:ext uri="{FF2B5EF4-FFF2-40B4-BE49-F238E27FC236}">
                <a16:creationId xmlns:a16="http://schemas.microsoft.com/office/drawing/2014/main" id="{0C12FF6F-8239-DE5F-8244-D0803B01FD80}"/>
              </a:ext>
            </a:extLst>
          </p:cNvPr>
          <p:cNvSpPr/>
          <p:nvPr/>
        </p:nvSpPr>
        <p:spPr bwMode="gray">
          <a:xfrm>
            <a:off x="347449" y="1637240"/>
            <a:ext cx="411480" cy="407719"/>
          </a:xfrm>
          <a:prstGeom prst="ellipse">
            <a:avLst/>
          </a:prstGeom>
          <a:solidFill>
            <a:schemeClr val="accent2">
              <a:lumMod val="60000"/>
              <a:lumOff val="40000"/>
            </a:schemeClr>
          </a:solidFill>
          <a:ln w="19050" algn="ctr">
            <a:noFill/>
            <a:miter lim="800000"/>
            <a:headEnd/>
            <a:tailEnd/>
          </a:ln>
        </p:spPr>
        <p:txBody>
          <a:bodyPr wrap="square" lIns="88900" tIns="88900" rIns="88900" bIns="88900" rtlCol="0" anchor="ctr"/>
          <a:lstStyle/>
          <a:p>
            <a:pPr algn="ctr">
              <a:lnSpc>
                <a:spcPct val="106000"/>
              </a:lnSpc>
            </a:pPr>
            <a:endParaRPr lang="en-US" sz="1500" b="1" dirty="0">
              <a:solidFill>
                <a:schemeClr val="bg1"/>
              </a:solidFill>
            </a:endParaRPr>
          </a:p>
        </p:txBody>
      </p:sp>
      <p:sp>
        <p:nvSpPr>
          <p:cNvPr id="21" name="Oval 20">
            <a:extLst>
              <a:ext uri="{FF2B5EF4-FFF2-40B4-BE49-F238E27FC236}">
                <a16:creationId xmlns:a16="http://schemas.microsoft.com/office/drawing/2014/main" id="{EE933A05-32CD-3B00-D2C5-6520E9EB4095}"/>
              </a:ext>
            </a:extLst>
          </p:cNvPr>
          <p:cNvSpPr/>
          <p:nvPr/>
        </p:nvSpPr>
        <p:spPr bwMode="gray">
          <a:xfrm>
            <a:off x="346419" y="4044682"/>
            <a:ext cx="411480" cy="407719"/>
          </a:xfrm>
          <a:prstGeom prst="ellipse">
            <a:avLst/>
          </a:prstGeom>
          <a:solidFill>
            <a:schemeClr val="accent2">
              <a:lumMod val="60000"/>
              <a:lumOff val="40000"/>
            </a:schemeClr>
          </a:solidFill>
          <a:ln w="19050" algn="ctr">
            <a:noFill/>
            <a:miter lim="800000"/>
            <a:headEnd/>
            <a:tailEnd/>
          </a:ln>
        </p:spPr>
        <p:txBody>
          <a:bodyPr wrap="square" lIns="88900" tIns="88900" rIns="88900" bIns="88900" rtlCol="0" anchor="ctr"/>
          <a:lstStyle/>
          <a:p>
            <a:pPr algn="ctr">
              <a:lnSpc>
                <a:spcPct val="106000"/>
              </a:lnSpc>
            </a:pPr>
            <a:endParaRPr lang="en-US" sz="1500" b="1" dirty="0">
              <a:solidFill>
                <a:schemeClr val="bg1"/>
              </a:solidFill>
            </a:endParaRPr>
          </a:p>
        </p:txBody>
      </p:sp>
    </p:spTree>
    <p:extLst>
      <p:ext uri="{BB962C8B-B14F-4D97-AF65-F5344CB8AC3E}">
        <p14:creationId xmlns:p14="http://schemas.microsoft.com/office/powerpoint/2010/main" val="3979673965"/>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AB836-E6F3-E161-37B3-50FA0C444C06}"/>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229018C0-1CB9-6C6B-411F-3467C876FF9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229018C0-1CB9-6C6B-411F-3467C876FF9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1A1D8D22-9218-92D3-C316-355C84E1A732}"/>
              </a:ext>
            </a:extLst>
          </p:cNvPr>
          <p:cNvSpPr>
            <a:spLocks noGrp="1"/>
          </p:cNvSpPr>
          <p:nvPr>
            <p:ph type="title"/>
          </p:nvPr>
        </p:nvSpPr>
        <p:spPr/>
        <p:txBody>
          <a:bodyPr vert="horz"/>
          <a:lstStyle/>
          <a:p>
            <a:r>
              <a:rPr lang="en-US" dirty="0"/>
              <a:t>Module F: Tentative Timeline</a:t>
            </a:r>
            <a:br>
              <a:rPr lang="en-US" dirty="0"/>
            </a:br>
            <a:endParaRPr lang="en-US" dirty="0"/>
          </a:p>
        </p:txBody>
      </p:sp>
      <p:graphicFrame>
        <p:nvGraphicFramePr>
          <p:cNvPr id="2" name="Table 1">
            <a:extLst>
              <a:ext uri="{FF2B5EF4-FFF2-40B4-BE49-F238E27FC236}">
                <a16:creationId xmlns:a16="http://schemas.microsoft.com/office/drawing/2014/main" id="{11E3A8F3-12E4-5A54-19FB-C1C0A7B0EE6C}"/>
              </a:ext>
            </a:extLst>
          </p:cNvPr>
          <p:cNvGraphicFramePr>
            <a:graphicFrameLocks noGrp="1"/>
          </p:cNvGraphicFramePr>
          <p:nvPr>
            <p:extLst>
              <p:ext uri="{D42A27DB-BD31-4B8C-83A1-F6EECF244321}">
                <p14:modId xmlns:p14="http://schemas.microsoft.com/office/powerpoint/2010/main" val="2707090716"/>
              </p:ext>
            </p:extLst>
          </p:nvPr>
        </p:nvGraphicFramePr>
        <p:xfrm>
          <a:off x="553188" y="1086484"/>
          <a:ext cx="12309109" cy="4834257"/>
        </p:xfrm>
        <a:graphic>
          <a:graphicData uri="http://schemas.openxmlformats.org/drawingml/2006/table">
            <a:tbl>
              <a:tblPr/>
              <a:tblGrid>
                <a:gridCol w="431714">
                  <a:extLst>
                    <a:ext uri="{9D8B030D-6E8A-4147-A177-3AD203B41FA5}">
                      <a16:colId xmlns:a16="http://schemas.microsoft.com/office/drawing/2014/main" val="964753463"/>
                    </a:ext>
                  </a:extLst>
                </a:gridCol>
                <a:gridCol w="901048">
                  <a:extLst>
                    <a:ext uri="{9D8B030D-6E8A-4147-A177-3AD203B41FA5}">
                      <a16:colId xmlns:a16="http://schemas.microsoft.com/office/drawing/2014/main" val="363433171"/>
                    </a:ext>
                  </a:extLst>
                </a:gridCol>
                <a:gridCol w="558658">
                  <a:extLst>
                    <a:ext uri="{9D8B030D-6E8A-4147-A177-3AD203B41FA5}">
                      <a16:colId xmlns:a16="http://schemas.microsoft.com/office/drawing/2014/main" val="286267582"/>
                    </a:ext>
                  </a:extLst>
                </a:gridCol>
                <a:gridCol w="3042763">
                  <a:extLst>
                    <a:ext uri="{9D8B030D-6E8A-4147-A177-3AD203B41FA5}">
                      <a16:colId xmlns:a16="http://schemas.microsoft.com/office/drawing/2014/main" val="1166361528"/>
                    </a:ext>
                  </a:extLst>
                </a:gridCol>
                <a:gridCol w="315009">
                  <a:extLst>
                    <a:ext uri="{9D8B030D-6E8A-4147-A177-3AD203B41FA5}">
                      <a16:colId xmlns:a16="http://schemas.microsoft.com/office/drawing/2014/main" val="1197886381"/>
                    </a:ext>
                  </a:extLst>
                </a:gridCol>
                <a:gridCol w="305744">
                  <a:extLst>
                    <a:ext uri="{9D8B030D-6E8A-4147-A177-3AD203B41FA5}">
                      <a16:colId xmlns:a16="http://schemas.microsoft.com/office/drawing/2014/main" val="1539063723"/>
                    </a:ext>
                  </a:extLst>
                </a:gridCol>
                <a:gridCol w="277949">
                  <a:extLst>
                    <a:ext uri="{9D8B030D-6E8A-4147-A177-3AD203B41FA5}">
                      <a16:colId xmlns:a16="http://schemas.microsoft.com/office/drawing/2014/main" val="3401984611"/>
                    </a:ext>
                  </a:extLst>
                </a:gridCol>
                <a:gridCol w="305744">
                  <a:extLst>
                    <a:ext uri="{9D8B030D-6E8A-4147-A177-3AD203B41FA5}">
                      <a16:colId xmlns:a16="http://schemas.microsoft.com/office/drawing/2014/main" val="3884048468"/>
                    </a:ext>
                  </a:extLst>
                </a:gridCol>
                <a:gridCol w="305744">
                  <a:extLst>
                    <a:ext uri="{9D8B030D-6E8A-4147-A177-3AD203B41FA5}">
                      <a16:colId xmlns:a16="http://schemas.microsoft.com/office/drawing/2014/main" val="2509511088"/>
                    </a:ext>
                  </a:extLst>
                </a:gridCol>
                <a:gridCol w="287215">
                  <a:extLst>
                    <a:ext uri="{9D8B030D-6E8A-4147-A177-3AD203B41FA5}">
                      <a16:colId xmlns:a16="http://schemas.microsoft.com/office/drawing/2014/main" val="2564690604"/>
                    </a:ext>
                  </a:extLst>
                </a:gridCol>
                <a:gridCol w="296479">
                  <a:extLst>
                    <a:ext uri="{9D8B030D-6E8A-4147-A177-3AD203B41FA5}">
                      <a16:colId xmlns:a16="http://schemas.microsoft.com/office/drawing/2014/main" val="669614350"/>
                    </a:ext>
                  </a:extLst>
                </a:gridCol>
                <a:gridCol w="305744">
                  <a:extLst>
                    <a:ext uri="{9D8B030D-6E8A-4147-A177-3AD203B41FA5}">
                      <a16:colId xmlns:a16="http://schemas.microsoft.com/office/drawing/2014/main" val="3098604491"/>
                    </a:ext>
                  </a:extLst>
                </a:gridCol>
                <a:gridCol w="287215">
                  <a:extLst>
                    <a:ext uri="{9D8B030D-6E8A-4147-A177-3AD203B41FA5}">
                      <a16:colId xmlns:a16="http://schemas.microsoft.com/office/drawing/2014/main" val="1358549226"/>
                    </a:ext>
                  </a:extLst>
                </a:gridCol>
                <a:gridCol w="333540">
                  <a:extLst>
                    <a:ext uri="{9D8B030D-6E8A-4147-A177-3AD203B41FA5}">
                      <a16:colId xmlns:a16="http://schemas.microsoft.com/office/drawing/2014/main" val="3698785057"/>
                    </a:ext>
                  </a:extLst>
                </a:gridCol>
                <a:gridCol w="333540">
                  <a:extLst>
                    <a:ext uri="{9D8B030D-6E8A-4147-A177-3AD203B41FA5}">
                      <a16:colId xmlns:a16="http://schemas.microsoft.com/office/drawing/2014/main" val="2484824623"/>
                    </a:ext>
                  </a:extLst>
                </a:gridCol>
                <a:gridCol w="333540">
                  <a:extLst>
                    <a:ext uri="{9D8B030D-6E8A-4147-A177-3AD203B41FA5}">
                      <a16:colId xmlns:a16="http://schemas.microsoft.com/office/drawing/2014/main" val="1750768432"/>
                    </a:ext>
                  </a:extLst>
                </a:gridCol>
                <a:gridCol w="315009">
                  <a:extLst>
                    <a:ext uri="{9D8B030D-6E8A-4147-A177-3AD203B41FA5}">
                      <a16:colId xmlns:a16="http://schemas.microsoft.com/office/drawing/2014/main" val="1982764691"/>
                    </a:ext>
                  </a:extLst>
                </a:gridCol>
                <a:gridCol w="305744">
                  <a:extLst>
                    <a:ext uri="{9D8B030D-6E8A-4147-A177-3AD203B41FA5}">
                      <a16:colId xmlns:a16="http://schemas.microsoft.com/office/drawing/2014/main" val="2283281795"/>
                    </a:ext>
                  </a:extLst>
                </a:gridCol>
                <a:gridCol w="277949">
                  <a:extLst>
                    <a:ext uri="{9D8B030D-6E8A-4147-A177-3AD203B41FA5}">
                      <a16:colId xmlns:a16="http://schemas.microsoft.com/office/drawing/2014/main" val="2170793614"/>
                    </a:ext>
                  </a:extLst>
                </a:gridCol>
                <a:gridCol w="305744">
                  <a:extLst>
                    <a:ext uri="{9D8B030D-6E8A-4147-A177-3AD203B41FA5}">
                      <a16:colId xmlns:a16="http://schemas.microsoft.com/office/drawing/2014/main" val="805582202"/>
                    </a:ext>
                  </a:extLst>
                </a:gridCol>
                <a:gridCol w="305744">
                  <a:extLst>
                    <a:ext uri="{9D8B030D-6E8A-4147-A177-3AD203B41FA5}">
                      <a16:colId xmlns:a16="http://schemas.microsoft.com/office/drawing/2014/main" val="2550880637"/>
                    </a:ext>
                  </a:extLst>
                </a:gridCol>
                <a:gridCol w="287215">
                  <a:extLst>
                    <a:ext uri="{9D8B030D-6E8A-4147-A177-3AD203B41FA5}">
                      <a16:colId xmlns:a16="http://schemas.microsoft.com/office/drawing/2014/main" val="1074087616"/>
                    </a:ext>
                  </a:extLst>
                </a:gridCol>
                <a:gridCol w="296479">
                  <a:extLst>
                    <a:ext uri="{9D8B030D-6E8A-4147-A177-3AD203B41FA5}">
                      <a16:colId xmlns:a16="http://schemas.microsoft.com/office/drawing/2014/main" val="851643107"/>
                    </a:ext>
                  </a:extLst>
                </a:gridCol>
                <a:gridCol w="305744">
                  <a:extLst>
                    <a:ext uri="{9D8B030D-6E8A-4147-A177-3AD203B41FA5}">
                      <a16:colId xmlns:a16="http://schemas.microsoft.com/office/drawing/2014/main" val="1698214433"/>
                    </a:ext>
                  </a:extLst>
                </a:gridCol>
                <a:gridCol w="287215">
                  <a:extLst>
                    <a:ext uri="{9D8B030D-6E8A-4147-A177-3AD203B41FA5}">
                      <a16:colId xmlns:a16="http://schemas.microsoft.com/office/drawing/2014/main" val="3139051918"/>
                    </a:ext>
                  </a:extLst>
                </a:gridCol>
                <a:gridCol w="333540">
                  <a:extLst>
                    <a:ext uri="{9D8B030D-6E8A-4147-A177-3AD203B41FA5}">
                      <a16:colId xmlns:a16="http://schemas.microsoft.com/office/drawing/2014/main" val="2749548881"/>
                    </a:ext>
                  </a:extLst>
                </a:gridCol>
                <a:gridCol w="333540">
                  <a:extLst>
                    <a:ext uri="{9D8B030D-6E8A-4147-A177-3AD203B41FA5}">
                      <a16:colId xmlns:a16="http://schemas.microsoft.com/office/drawing/2014/main" val="53799493"/>
                    </a:ext>
                  </a:extLst>
                </a:gridCol>
                <a:gridCol w="333540">
                  <a:extLst>
                    <a:ext uri="{9D8B030D-6E8A-4147-A177-3AD203B41FA5}">
                      <a16:colId xmlns:a16="http://schemas.microsoft.com/office/drawing/2014/main" val="1991968314"/>
                    </a:ext>
                  </a:extLst>
                </a:gridCol>
              </a:tblGrid>
              <a:tr h="201681">
                <a:tc rowSpan="3">
                  <a:txBody>
                    <a:bodyPr/>
                    <a:lstStyle/>
                    <a:p>
                      <a:pPr algn="ctr" fontAlgn="ctr"/>
                      <a:r>
                        <a:rPr lang="en-US" sz="1200" b="1" i="0" u="none" strike="noStrike" dirty="0" err="1">
                          <a:solidFill>
                            <a:srgbClr val="FFFFFF"/>
                          </a:solidFill>
                          <a:effectLst/>
                          <a:latin typeface="Verdana" panose="020B0604030504040204" pitchFamily="34" charset="0"/>
                        </a:rPr>
                        <a:t>Sl</a:t>
                      </a:r>
                      <a:r>
                        <a:rPr lang="en-US" sz="1200" b="1" i="0" u="none" strike="noStrike" dirty="0">
                          <a:solidFill>
                            <a:srgbClr val="FFFFFF"/>
                          </a:solidFill>
                          <a:effectLst/>
                          <a:latin typeface="Verdana" panose="020B0604030504040204" pitchFamily="34" charset="0"/>
                        </a:rPr>
                        <a:t> No</a:t>
                      </a:r>
                    </a:p>
                  </a:txBody>
                  <a:tcPr marL="6350" marR="6350" marT="6350"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solidFill>
                  </a:tcPr>
                </a:tc>
                <a:tc rowSpan="3">
                  <a:txBody>
                    <a:bodyPr/>
                    <a:lstStyle/>
                    <a:p>
                      <a:pPr algn="ctr" fontAlgn="ctr"/>
                      <a:r>
                        <a:rPr lang="en-US" sz="1200" b="1" i="0" u="none" strike="noStrike" dirty="0">
                          <a:solidFill>
                            <a:srgbClr val="FFFFFF"/>
                          </a:solidFill>
                          <a:effectLst/>
                          <a:latin typeface="Verdana" panose="020B0604030504040204" pitchFamily="34" charset="0"/>
                        </a:rPr>
                        <a:t>Module &amp; Task Reference</a:t>
                      </a:r>
                    </a:p>
                  </a:txBody>
                  <a:tcPr marL="6350" marR="6350" marT="6350" marB="0" anchor="ctr">
                    <a:lnL>
                      <a:noFill/>
                    </a:lnL>
                    <a:lnR>
                      <a:noFill/>
                    </a:lnR>
                    <a:lnT w="12700" cap="flat" cmpd="sng" algn="ctr">
                      <a:solidFill>
                        <a:schemeClr val="tx1"/>
                      </a:solidFill>
                      <a:prstDash val="solid"/>
                      <a:round/>
                      <a:headEnd type="none" w="med" len="med"/>
                      <a:tailEnd type="none" w="med" len="med"/>
                    </a:lnT>
                    <a:solidFill>
                      <a:srgbClr val="000000"/>
                    </a:solidFill>
                  </a:tcPr>
                </a:tc>
                <a:tc rowSpan="3">
                  <a:txBody>
                    <a:bodyPr/>
                    <a:lstStyle/>
                    <a:p>
                      <a:pPr algn="ctr" fontAlgn="ctr"/>
                      <a:r>
                        <a:rPr lang="en-US" sz="1200" b="1" i="0" u="none" strike="noStrike" dirty="0">
                          <a:solidFill>
                            <a:srgbClr val="FFFFFF"/>
                          </a:solidFill>
                          <a:effectLst/>
                          <a:latin typeface="Verdana" panose="020B0604030504040204" pitchFamily="34" charset="0"/>
                        </a:rPr>
                        <a:t>RFP Ref.</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solidFill>
                  </a:tcPr>
                </a:tc>
                <a:tc rowSpan="3">
                  <a:txBody>
                    <a:bodyPr/>
                    <a:lstStyle/>
                    <a:p>
                      <a:pPr algn="ctr" fontAlgn="ctr"/>
                      <a:r>
                        <a:rPr lang="en-US" sz="1200" b="1" i="0" u="none" strike="noStrike" dirty="0">
                          <a:solidFill>
                            <a:srgbClr val="FFFFFF"/>
                          </a:solidFill>
                          <a:effectLst/>
                          <a:latin typeface="Verdana" panose="020B0604030504040204" pitchFamily="34" charset="0"/>
                        </a:rPr>
                        <a:t>Task</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solidFill>
                  </a:tcPr>
                </a:tc>
                <a:tc gridSpan="12">
                  <a:txBody>
                    <a:bodyPr/>
                    <a:lstStyle/>
                    <a:p>
                      <a:pPr algn="ctr" fontAlgn="ctr"/>
                      <a:r>
                        <a:rPr lang="en-US" sz="1200" b="1" i="0" u="none" strike="noStrike" dirty="0">
                          <a:solidFill>
                            <a:srgbClr val="000000"/>
                          </a:solidFill>
                          <a:effectLst/>
                          <a:latin typeface="Verdana" panose="020B0604030504040204" pitchFamily="34" charset="0"/>
                        </a:rPr>
                        <a:t>Year 1</a:t>
                      </a:r>
                    </a:p>
                  </a:txBody>
                  <a:tcPr marL="6350" marR="6350" marT="6350" marB="0" anchor="ctr">
                    <a:lnL>
                      <a:noFill/>
                    </a:lnL>
                    <a:lnR>
                      <a:noFill/>
                    </a:lnR>
                    <a:lnT w="12700" cap="flat" cmpd="sng" algn="ctr">
                      <a:solidFill>
                        <a:schemeClr val="tx1"/>
                      </a:solidFill>
                      <a:prstDash val="solid"/>
                      <a:round/>
                      <a:headEnd type="none" w="med" len="med"/>
                      <a:tailEnd type="none" w="med" len="med"/>
                    </a:lnT>
                    <a:lnB>
                      <a:noFill/>
                    </a:lnB>
                    <a:solidFill>
                      <a:srgbClr val="92D05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12">
                  <a:txBody>
                    <a:bodyPr/>
                    <a:lstStyle/>
                    <a:p>
                      <a:pPr algn="ctr" fontAlgn="ctr"/>
                      <a:r>
                        <a:rPr lang="en-US" sz="1200" b="1" i="0" u="none" strike="noStrike" dirty="0">
                          <a:solidFill>
                            <a:srgbClr val="000000"/>
                          </a:solidFill>
                          <a:effectLst/>
                          <a:latin typeface="Verdana" panose="020B0604030504040204" pitchFamily="34" charset="0"/>
                        </a:rPr>
                        <a:t>Year 2</a:t>
                      </a:r>
                    </a:p>
                  </a:txBody>
                  <a:tcPr marL="6350" marR="6350" marT="635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rgbClr val="00B0F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145457813"/>
                  </a:ext>
                </a:extLst>
              </a:tr>
              <a:tr h="152953">
                <a:tc vMerge="1">
                  <a:txBody>
                    <a:bodyPr/>
                    <a:lstStyle/>
                    <a:p>
                      <a:endParaRPr lang="en-US"/>
                    </a:p>
                  </a:txBody>
                  <a:tcPr/>
                </a:tc>
                <a:tc vMerge="1">
                  <a:txBody>
                    <a:bodyPr/>
                    <a:lstStyle/>
                    <a:p>
                      <a:endParaRPr lang="en-US" dirty="0"/>
                    </a:p>
                  </a:txBody>
                  <a:tcPr>
                    <a:lnT w="12700" cap="flat" cmpd="sng" algn="ctr">
                      <a:solidFill>
                        <a:schemeClr val="tx1"/>
                      </a:solidFill>
                      <a:prstDash val="solid"/>
                      <a:round/>
                      <a:headEnd type="none" w="med" len="med"/>
                      <a:tailEnd type="none" w="med" len="med"/>
                    </a:lnT>
                  </a:tcPr>
                </a:tc>
                <a:tc vMerge="1">
                  <a:txBody>
                    <a:bodyPr/>
                    <a:lstStyle/>
                    <a:p>
                      <a:endParaRPr lang="en-US"/>
                    </a:p>
                  </a:txBody>
                  <a:tcPr/>
                </a:tc>
                <a:tc vMerge="1">
                  <a:txBody>
                    <a:bodyPr/>
                    <a:lstStyle/>
                    <a:p>
                      <a:endParaRPr lang="en-US"/>
                    </a:p>
                  </a:txBody>
                  <a:tcPr/>
                </a:tc>
                <a:tc>
                  <a:txBody>
                    <a:bodyPr/>
                    <a:lstStyle/>
                    <a:p>
                      <a:pPr algn="ctr" fontAlgn="ctr"/>
                      <a:r>
                        <a:rPr lang="en-US" sz="900" b="1" i="0" u="none" strike="noStrike" dirty="0">
                          <a:solidFill>
                            <a:srgbClr val="000000"/>
                          </a:solidFill>
                          <a:effectLst/>
                          <a:latin typeface="Verdana" panose="020B0604030504040204" pitchFamily="34" charset="0"/>
                        </a:rPr>
                        <a:t>M1</a:t>
                      </a:r>
                    </a:p>
                  </a:txBody>
                  <a:tcPr marL="6350" marR="6350" marT="6350"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M2</a:t>
                      </a:r>
                    </a:p>
                  </a:txBody>
                  <a:tcPr marL="6350" marR="6350" marT="6350"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M3</a:t>
                      </a:r>
                    </a:p>
                  </a:txBody>
                  <a:tcPr marL="6350" marR="6350" marT="6350"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M4</a:t>
                      </a:r>
                    </a:p>
                  </a:txBody>
                  <a:tcPr marL="6350" marR="6350" marT="6350"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M5</a:t>
                      </a:r>
                    </a:p>
                  </a:txBody>
                  <a:tcPr marL="6350" marR="6350" marT="6350"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M6</a:t>
                      </a:r>
                    </a:p>
                  </a:txBody>
                  <a:tcPr marL="6350" marR="6350" marT="6350"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M7</a:t>
                      </a:r>
                    </a:p>
                  </a:txBody>
                  <a:tcPr marL="6350" marR="6350" marT="6350"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M8</a:t>
                      </a:r>
                    </a:p>
                  </a:txBody>
                  <a:tcPr marL="6350" marR="6350" marT="6350"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M9</a:t>
                      </a:r>
                    </a:p>
                  </a:txBody>
                  <a:tcPr marL="6350" marR="6350" marT="6350"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M10</a:t>
                      </a:r>
                    </a:p>
                  </a:txBody>
                  <a:tcPr marL="6350" marR="6350" marT="6350"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M11</a:t>
                      </a:r>
                    </a:p>
                  </a:txBody>
                  <a:tcPr marL="6350" marR="6350" marT="6350"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M12</a:t>
                      </a:r>
                    </a:p>
                  </a:txBody>
                  <a:tcPr marL="6350" marR="6350" marT="6350"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M1</a:t>
                      </a:r>
                    </a:p>
                  </a:txBody>
                  <a:tcPr marL="6350" marR="6350" marT="6350"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M2</a:t>
                      </a:r>
                    </a:p>
                  </a:txBody>
                  <a:tcPr marL="6350" marR="6350" marT="6350"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M3</a:t>
                      </a:r>
                    </a:p>
                  </a:txBody>
                  <a:tcPr marL="6350" marR="6350" marT="6350"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M4</a:t>
                      </a:r>
                    </a:p>
                  </a:txBody>
                  <a:tcPr marL="6350" marR="6350" marT="6350"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M5</a:t>
                      </a:r>
                    </a:p>
                  </a:txBody>
                  <a:tcPr marL="6350" marR="6350" marT="6350"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M6</a:t>
                      </a:r>
                    </a:p>
                  </a:txBody>
                  <a:tcPr marL="6350" marR="6350" marT="6350"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M7</a:t>
                      </a:r>
                    </a:p>
                  </a:txBody>
                  <a:tcPr marL="6350" marR="6350" marT="6350"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M8</a:t>
                      </a:r>
                    </a:p>
                  </a:txBody>
                  <a:tcPr marL="6350" marR="6350" marT="6350"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M9</a:t>
                      </a:r>
                    </a:p>
                  </a:txBody>
                  <a:tcPr marL="6350" marR="6350" marT="6350"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M10</a:t>
                      </a:r>
                    </a:p>
                  </a:txBody>
                  <a:tcPr marL="6350" marR="6350" marT="6350"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M11</a:t>
                      </a:r>
                    </a:p>
                  </a:txBody>
                  <a:tcPr marL="6350" marR="6350" marT="6350"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M12</a:t>
                      </a:r>
                    </a:p>
                  </a:txBody>
                  <a:tcPr marL="6350" marR="6350" marT="6350" marB="0" anchor="ctr">
                    <a:lnL>
                      <a:noFill/>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2679273511"/>
                  </a:ext>
                </a:extLst>
              </a:tr>
              <a:tr h="236874">
                <a:tc vMerge="1">
                  <a:txBody>
                    <a:bodyPr/>
                    <a:lstStyle/>
                    <a:p>
                      <a:endParaRPr lang="en-US"/>
                    </a:p>
                  </a:txBody>
                  <a:tcPr/>
                </a:tc>
                <a:tc vMerge="1">
                  <a:txBody>
                    <a:bodyPr/>
                    <a:lstStyle/>
                    <a:p>
                      <a:endParaRPr lang="en-US" dirty="0"/>
                    </a:p>
                  </a:txBody>
                  <a:tcPr/>
                </a:tc>
                <a:tc vMerge="1">
                  <a:txBody>
                    <a:bodyPr/>
                    <a:lstStyle/>
                    <a:p>
                      <a:endParaRPr lang="en-US"/>
                    </a:p>
                  </a:txBody>
                  <a:tcPr/>
                </a:tc>
                <a:tc vMerge="1">
                  <a:txBody>
                    <a:bodyPr/>
                    <a:lstStyle/>
                    <a:p>
                      <a:endParaRPr lang="en-US"/>
                    </a:p>
                  </a:txBody>
                  <a:tcPr/>
                </a:tc>
                <a:tc>
                  <a:txBody>
                    <a:bodyPr/>
                    <a:lstStyle/>
                    <a:p>
                      <a:pPr algn="ctr" fontAlgn="ctr"/>
                      <a:r>
                        <a:rPr lang="en-US" sz="900" b="1" i="0" u="none" strike="noStrike" dirty="0">
                          <a:solidFill>
                            <a:srgbClr val="A6A6A6"/>
                          </a:solidFill>
                          <a:effectLst/>
                          <a:latin typeface="Verdana" panose="020B0604030504040204" pitchFamily="34" charset="0"/>
                        </a:rPr>
                        <a:t>Aug</a:t>
                      </a:r>
                    </a:p>
                  </a:txBody>
                  <a:tcPr marL="6350" marR="6350" marT="635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Sep</a:t>
                      </a:r>
                    </a:p>
                  </a:txBody>
                  <a:tcPr marL="6350" marR="6350" marT="635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Oct</a:t>
                      </a:r>
                    </a:p>
                  </a:txBody>
                  <a:tcPr marL="6350" marR="6350" marT="635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Nov</a:t>
                      </a:r>
                    </a:p>
                  </a:txBody>
                  <a:tcPr marL="6350" marR="6350" marT="635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Dec</a:t>
                      </a:r>
                    </a:p>
                  </a:txBody>
                  <a:tcPr marL="6350" marR="6350" marT="635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Jan</a:t>
                      </a:r>
                    </a:p>
                  </a:txBody>
                  <a:tcPr marL="6350" marR="6350" marT="635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Feb</a:t>
                      </a:r>
                    </a:p>
                  </a:txBody>
                  <a:tcPr marL="6350" marR="6350" marT="635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Mar</a:t>
                      </a:r>
                    </a:p>
                  </a:txBody>
                  <a:tcPr marL="6350" marR="6350" marT="635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Apr</a:t>
                      </a:r>
                    </a:p>
                  </a:txBody>
                  <a:tcPr marL="6350" marR="6350" marT="635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May</a:t>
                      </a:r>
                    </a:p>
                  </a:txBody>
                  <a:tcPr marL="6350" marR="6350" marT="635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Jun</a:t>
                      </a:r>
                    </a:p>
                  </a:txBody>
                  <a:tcPr marL="6350" marR="6350" marT="635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Jul</a:t>
                      </a:r>
                    </a:p>
                  </a:txBody>
                  <a:tcPr marL="6350" marR="6350" marT="635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Aug</a:t>
                      </a:r>
                    </a:p>
                  </a:txBody>
                  <a:tcPr marL="6350" marR="6350" marT="635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Sep</a:t>
                      </a:r>
                    </a:p>
                  </a:txBody>
                  <a:tcPr marL="6350" marR="6350" marT="635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Oct</a:t>
                      </a:r>
                    </a:p>
                  </a:txBody>
                  <a:tcPr marL="6350" marR="6350" marT="635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Nov</a:t>
                      </a:r>
                    </a:p>
                  </a:txBody>
                  <a:tcPr marL="6350" marR="6350" marT="635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Dec</a:t>
                      </a:r>
                    </a:p>
                  </a:txBody>
                  <a:tcPr marL="6350" marR="6350" marT="635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Jan</a:t>
                      </a:r>
                    </a:p>
                  </a:txBody>
                  <a:tcPr marL="6350" marR="6350" marT="635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Feb</a:t>
                      </a:r>
                    </a:p>
                  </a:txBody>
                  <a:tcPr marL="6350" marR="6350" marT="635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Mar</a:t>
                      </a:r>
                    </a:p>
                  </a:txBody>
                  <a:tcPr marL="6350" marR="6350" marT="635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Apr</a:t>
                      </a:r>
                    </a:p>
                  </a:txBody>
                  <a:tcPr marL="6350" marR="6350" marT="635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May</a:t>
                      </a:r>
                    </a:p>
                  </a:txBody>
                  <a:tcPr marL="6350" marR="6350" marT="635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Jun</a:t>
                      </a:r>
                    </a:p>
                  </a:txBody>
                  <a:tcPr marL="6350" marR="6350" marT="635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Jul</a:t>
                      </a:r>
                    </a:p>
                  </a:txBody>
                  <a:tcPr marL="6350" marR="6350" marT="6350" marB="0"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68541256"/>
                  </a:ext>
                </a:extLst>
              </a:tr>
              <a:tr h="700472">
                <a:tc>
                  <a:txBody>
                    <a:bodyPr/>
                    <a:lstStyle/>
                    <a:p>
                      <a:pPr algn="ctr" fontAlgn="ctr"/>
                      <a:r>
                        <a:rPr lang="en-US" sz="1200" b="0" i="0" u="none" strike="noStrike" dirty="0">
                          <a:solidFill>
                            <a:srgbClr val="000000"/>
                          </a:solidFill>
                          <a:effectLst/>
                          <a:latin typeface="Verdana" panose="020B0604030504040204" pitchFamily="34" charset="0"/>
                        </a:rPr>
                        <a:t>1</a:t>
                      </a:r>
                    </a:p>
                  </a:txBody>
                  <a:tcPr marL="6350" marR="6350" marT="6350"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Verdana" panose="020B0604030504040204" pitchFamily="34" charset="0"/>
                        </a:rPr>
                        <a:t>Mod. F, Task 1</a:t>
                      </a:r>
                    </a:p>
                  </a:txBody>
                  <a:tcPr marL="6350" marR="6350" marT="6350" marB="0" anchor="ctr">
                    <a:lnL>
                      <a:noFill/>
                    </a:lnL>
                    <a:lnR>
                      <a:noFill/>
                    </a:lnR>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Verdana" panose="020B0604030504040204" pitchFamily="34" charset="0"/>
                        </a:rPr>
                        <a:t>20</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b="0" i="0" u="none" strike="noStrike" dirty="0">
                          <a:solidFill>
                            <a:srgbClr val="000000"/>
                          </a:solidFill>
                          <a:effectLst/>
                          <a:latin typeface="Verdana" panose="020B0604030504040204" pitchFamily="34" charset="0"/>
                        </a:rPr>
                        <a:t>Development of updated Grid Code and Standards</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6350" marR="6350" marT="635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65900669"/>
                  </a:ext>
                </a:extLst>
              </a:tr>
              <a:tr h="591507">
                <a:tc>
                  <a:txBody>
                    <a:bodyPr/>
                    <a:lstStyle/>
                    <a:p>
                      <a:pPr algn="ctr" fontAlgn="ctr"/>
                      <a:r>
                        <a:rPr lang="en-US" sz="1200" b="0" i="0" u="none" strike="noStrike" dirty="0">
                          <a:solidFill>
                            <a:srgbClr val="000000"/>
                          </a:solidFill>
                          <a:effectLst/>
                          <a:latin typeface="Verdana" panose="020B0604030504040204" pitchFamily="34" charset="0"/>
                        </a:rPr>
                        <a:t>2</a:t>
                      </a:r>
                    </a:p>
                  </a:txBody>
                  <a:tcPr marL="6350" marR="6350" marT="6350"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Verdana" panose="020B0604030504040204" pitchFamily="34" charset="0"/>
                        </a:rPr>
                        <a:t>Mod. F, Task 2</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Verdana" panose="020B0604030504040204" pitchFamily="34" charset="0"/>
                        </a:rPr>
                        <a:t>11</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b="0" i="0" u="none" strike="noStrike" dirty="0">
                          <a:solidFill>
                            <a:srgbClr val="000000"/>
                          </a:solidFill>
                          <a:effectLst/>
                          <a:latin typeface="Verdana" panose="020B0604030504040204" pitchFamily="34" charset="0"/>
                        </a:rPr>
                        <a:t>Develop &amp; implement public engagement &amp; consultation policies &amp; processes</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6350" marR="6350" marT="635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extLst>
                  <a:ext uri="{0D108BD9-81ED-4DB2-BD59-A6C34878D82A}">
                    <a16:rowId xmlns:a16="http://schemas.microsoft.com/office/drawing/2014/main" val="3389231199"/>
                  </a:ext>
                </a:extLst>
              </a:tr>
              <a:tr h="396594">
                <a:tc>
                  <a:txBody>
                    <a:bodyPr/>
                    <a:lstStyle/>
                    <a:p>
                      <a:pPr algn="ctr" fontAlgn="ctr"/>
                      <a:r>
                        <a:rPr lang="en-US" sz="1200" b="0" i="0" u="none" strike="noStrike" dirty="0">
                          <a:solidFill>
                            <a:srgbClr val="000000"/>
                          </a:solidFill>
                          <a:effectLst/>
                          <a:latin typeface="Verdana" panose="020B0604030504040204" pitchFamily="34" charset="0"/>
                        </a:rPr>
                        <a:t>3</a:t>
                      </a:r>
                    </a:p>
                  </a:txBody>
                  <a:tcPr marL="6350" marR="6350" marT="6350"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Verdana" panose="020B0604030504040204" pitchFamily="34" charset="0"/>
                        </a:rPr>
                        <a:t>Mod. F, Task 3</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Verdana" panose="020B0604030504040204" pitchFamily="34" charset="0"/>
                        </a:rPr>
                        <a:t>++</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b="0" i="0" u="none" strike="noStrike" dirty="0">
                          <a:solidFill>
                            <a:srgbClr val="000000"/>
                          </a:solidFill>
                          <a:effectLst/>
                          <a:latin typeface="Verdana" panose="020B0604030504040204" pitchFamily="34" charset="0"/>
                        </a:rPr>
                        <a:t>Distribution and Supply Code</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1050" b="0" i="0" u="none" strike="noStrike" dirty="0">
                        <a:solidFill>
                          <a:srgbClr val="000000"/>
                        </a:solidFill>
                        <a:effectLst/>
                        <a:latin typeface="Verdana" panose="020B0604030504040204" pitchFamily="34" charset="0"/>
                      </a:endParaRP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Verdana" panose="020B0604030504040204" pitchFamily="34" charset="0"/>
                      </a:endParaRPr>
                    </a:p>
                  </a:txBody>
                  <a:tcPr marL="6350" marR="6350" marT="635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71391609"/>
                  </a:ext>
                </a:extLst>
              </a:tr>
              <a:tr h="786421">
                <a:tc>
                  <a:txBody>
                    <a:bodyPr/>
                    <a:lstStyle/>
                    <a:p>
                      <a:pPr algn="ctr" fontAlgn="ctr"/>
                      <a:r>
                        <a:rPr lang="en-US" sz="1200" b="0" i="0" u="none" strike="noStrike" dirty="0">
                          <a:solidFill>
                            <a:srgbClr val="963634"/>
                          </a:solidFill>
                          <a:effectLst/>
                          <a:latin typeface="Verdana" panose="020B0604030504040204" pitchFamily="34" charset="0"/>
                        </a:rPr>
                        <a:t>4</a:t>
                      </a:r>
                    </a:p>
                  </a:txBody>
                  <a:tcPr marL="6350" marR="6350" marT="6350"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963634"/>
                          </a:solidFill>
                          <a:effectLst/>
                          <a:latin typeface="Verdana" panose="020B0604030504040204" pitchFamily="34" charset="0"/>
                        </a:rPr>
                        <a:t>Mod. F, Task 5</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963634"/>
                          </a:solidFill>
                          <a:effectLst/>
                          <a:latin typeface="Verdana" panose="020B0604030504040204" pitchFamily="34" charset="0"/>
                        </a:rPr>
                        <a:t>10</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b="0" i="0" u="none" strike="noStrike" dirty="0">
                          <a:solidFill>
                            <a:srgbClr val="963634"/>
                          </a:solidFill>
                          <a:effectLst/>
                          <a:latin typeface="Verdana" panose="020B0604030504040204" pitchFamily="34" charset="0"/>
                        </a:rPr>
                        <a:t>Develop  system  for  conducting  electronic  hearings  (E-Court)  and  other  proceedings; E- Conference facilities</a:t>
                      </a:r>
                    </a:p>
                  </a:txBody>
                  <a:tcPr marL="6350" marR="6350" marT="635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gridSpan="24">
                  <a:txBody>
                    <a:bodyPr/>
                    <a:lstStyle/>
                    <a:p>
                      <a:pPr algn="l" fontAlgn="ctr"/>
                      <a:r>
                        <a:rPr lang="en-US" sz="1050" b="0" i="0" u="none" strike="noStrike" dirty="0">
                          <a:solidFill>
                            <a:srgbClr val="FFFFFF"/>
                          </a:solidFill>
                          <a:effectLst/>
                          <a:latin typeface="Verdana" panose="020B0604030504040204" pitchFamily="34" charset="0"/>
                        </a:rPr>
                        <a:t>Task to be taken up in Year 3 onwards</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08080"/>
                    </a:solidFill>
                  </a:tcPr>
                </a:tc>
                <a:tc rowSpan="2" hMerge="1">
                  <a:txBody>
                    <a:bodyPr/>
                    <a:lstStyle/>
                    <a:p>
                      <a:endParaRPr lang="en-US"/>
                    </a:p>
                  </a:txBody>
                  <a:tcPr/>
                </a:tc>
                <a:tc rowSpan="2" hMerge="1">
                  <a:txBody>
                    <a:bodyPr/>
                    <a:lstStyle/>
                    <a:p>
                      <a:endParaRPr lang="en-US"/>
                    </a:p>
                  </a:txBody>
                  <a:tcPr/>
                </a:tc>
                <a:tc rowSpan="2" hMerge="1">
                  <a:txBody>
                    <a:bodyPr/>
                    <a:lstStyle/>
                    <a:p>
                      <a:endParaRPr lang="en-US"/>
                    </a:p>
                  </a:txBody>
                  <a:tcPr/>
                </a:tc>
                <a:tc rowSpan="2" hMerge="1">
                  <a:txBody>
                    <a:bodyPr/>
                    <a:lstStyle/>
                    <a:p>
                      <a:endParaRPr lang="en-US"/>
                    </a:p>
                  </a:txBody>
                  <a:tcPr/>
                </a:tc>
                <a:tc rowSpan="2" hMerge="1">
                  <a:txBody>
                    <a:bodyPr/>
                    <a:lstStyle/>
                    <a:p>
                      <a:endParaRPr lang="en-US"/>
                    </a:p>
                  </a:txBody>
                  <a:tcPr/>
                </a:tc>
                <a:tc rowSpan="2" hMerge="1">
                  <a:txBody>
                    <a:bodyPr/>
                    <a:lstStyle/>
                    <a:p>
                      <a:endParaRPr lang="en-US"/>
                    </a:p>
                  </a:txBody>
                  <a:tcPr/>
                </a:tc>
                <a:tc rowSpan="2" hMerge="1">
                  <a:txBody>
                    <a:bodyPr/>
                    <a:lstStyle/>
                    <a:p>
                      <a:endParaRPr lang="en-US"/>
                    </a:p>
                  </a:txBody>
                  <a:tcPr/>
                </a:tc>
                <a:tc rowSpan="2" hMerge="1">
                  <a:txBody>
                    <a:bodyPr/>
                    <a:lstStyle/>
                    <a:p>
                      <a:endParaRPr lang="en-US"/>
                    </a:p>
                  </a:txBody>
                  <a:tcPr/>
                </a:tc>
                <a:tc rowSpan="2" hMerge="1">
                  <a:txBody>
                    <a:bodyPr/>
                    <a:lstStyle/>
                    <a:p>
                      <a:endParaRPr lang="en-US"/>
                    </a:p>
                  </a:txBody>
                  <a:tcPr/>
                </a:tc>
                <a:tc rowSpan="2" hMerge="1">
                  <a:txBody>
                    <a:bodyPr/>
                    <a:lstStyle/>
                    <a:p>
                      <a:endParaRPr lang="en-US"/>
                    </a:p>
                  </a:txBody>
                  <a:tcPr/>
                </a:tc>
                <a:tc rowSpan="2" hMerge="1">
                  <a:txBody>
                    <a:bodyPr/>
                    <a:lstStyle/>
                    <a:p>
                      <a:endParaRPr lang="en-US"/>
                    </a:p>
                  </a:txBody>
                  <a:tcPr/>
                </a:tc>
                <a:tc rowSpan="2" hMerge="1">
                  <a:txBody>
                    <a:bodyPr/>
                    <a:lstStyle/>
                    <a:p>
                      <a:endParaRPr lang="en-US"/>
                    </a:p>
                  </a:txBody>
                  <a:tcPr/>
                </a:tc>
                <a:tc rowSpan="2" hMerge="1">
                  <a:txBody>
                    <a:bodyPr/>
                    <a:lstStyle/>
                    <a:p>
                      <a:endParaRPr lang="en-US"/>
                    </a:p>
                  </a:txBody>
                  <a:tcPr/>
                </a:tc>
                <a:tc rowSpan="2" hMerge="1">
                  <a:txBody>
                    <a:bodyPr/>
                    <a:lstStyle/>
                    <a:p>
                      <a:endParaRPr lang="en-US"/>
                    </a:p>
                  </a:txBody>
                  <a:tcPr/>
                </a:tc>
                <a:tc rowSpan="2" hMerge="1">
                  <a:txBody>
                    <a:bodyPr/>
                    <a:lstStyle/>
                    <a:p>
                      <a:endParaRPr lang="en-US"/>
                    </a:p>
                  </a:txBody>
                  <a:tcPr/>
                </a:tc>
                <a:tc rowSpan="2" hMerge="1">
                  <a:txBody>
                    <a:bodyPr/>
                    <a:lstStyle/>
                    <a:p>
                      <a:endParaRPr lang="en-US"/>
                    </a:p>
                  </a:txBody>
                  <a:tcPr/>
                </a:tc>
                <a:tc rowSpan="2" hMerge="1">
                  <a:txBody>
                    <a:bodyPr/>
                    <a:lstStyle/>
                    <a:p>
                      <a:endParaRPr lang="en-US"/>
                    </a:p>
                  </a:txBody>
                  <a:tcPr/>
                </a:tc>
                <a:tc rowSpan="2" hMerge="1">
                  <a:txBody>
                    <a:bodyPr/>
                    <a:lstStyle/>
                    <a:p>
                      <a:endParaRPr lang="en-US"/>
                    </a:p>
                  </a:txBody>
                  <a:tcPr/>
                </a:tc>
                <a:tc rowSpan="2" hMerge="1">
                  <a:txBody>
                    <a:bodyPr/>
                    <a:lstStyle/>
                    <a:p>
                      <a:endParaRPr lang="en-US"/>
                    </a:p>
                  </a:txBody>
                  <a:tcPr/>
                </a:tc>
                <a:tc rowSpan="2" hMerge="1">
                  <a:txBody>
                    <a:bodyPr/>
                    <a:lstStyle/>
                    <a:p>
                      <a:endParaRPr lang="en-US"/>
                    </a:p>
                  </a:txBody>
                  <a:tcPr/>
                </a:tc>
                <a:tc rowSpan="2" hMerge="1">
                  <a:txBody>
                    <a:bodyPr/>
                    <a:lstStyle/>
                    <a:p>
                      <a:endParaRPr lang="en-US"/>
                    </a:p>
                  </a:txBody>
                  <a:tcPr/>
                </a:tc>
                <a:tc rowSpan="2" hMerge="1">
                  <a:txBody>
                    <a:bodyPr/>
                    <a:lstStyle/>
                    <a:p>
                      <a:endParaRPr lang="en-US"/>
                    </a:p>
                  </a:txBody>
                  <a:tcPr/>
                </a:tc>
                <a:tc rowSpan="2" hMerge="1">
                  <a:txBody>
                    <a:bodyPr/>
                    <a:lstStyle/>
                    <a:p>
                      <a:endParaRPr lang="en-US"/>
                    </a:p>
                  </a:txBody>
                  <a:tcPr/>
                </a:tc>
                <a:extLst>
                  <a:ext uri="{0D108BD9-81ED-4DB2-BD59-A6C34878D82A}">
                    <a16:rowId xmlns:a16="http://schemas.microsoft.com/office/drawing/2014/main" val="1854084818"/>
                  </a:ext>
                </a:extLst>
              </a:tr>
              <a:tr h="981334">
                <a:tc>
                  <a:txBody>
                    <a:bodyPr/>
                    <a:lstStyle/>
                    <a:p>
                      <a:pPr algn="ctr" fontAlgn="ctr"/>
                      <a:r>
                        <a:rPr lang="en-US" sz="1200" b="0" i="0" u="none" strike="noStrike" dirty="0">
                          <a:solidFill>
                            <a:srgbClr val="963634"/>
                          </a:solidFill>
                          <a:effectLst/>
                          <a:latin typeface="Verdana" panose="020B0604030504040204" pitchFamily="34" charset="0"/>
                        </a:rPr>
                        <a:t>5</a:t>
                      </a:r>
                    </a:p>
                  </a:txBody>
                  <a:tcPr marL="6350" marR="6350" marT="6350"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963634"/>
                          </a:solidFill>
                          <a:effectLst/>
                          <a:latin typeface="Verdana" panose="020B0604030504040204" pitchFamily="34" charset="0"/>
                        </a:rPr>
                        <a:t>Mod. F, Task 6</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963634"/>
                          </a:solidFill>
                          <a:effectLst/>
                          <a:latin typeface="Verdana" panose="020B0604030504040204" pitchFamily="34" charset="0"/>
                        </a:rPr>
                        <a:t>28</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b="0" i="0" u="none" strike="noStrike" dirty="0">
                          <a:solidFill>
                            <a:srgbClr val="963634"/>
                          </a:solidFill>
                          <a:effectLst/>
                          <a:latin typeface="Verdana" panose="020B0604030504040204" pitchFamily="34" charset="0"/>
                        </a:rPr>
                        <a:t>Policy and planning processes </a:t>
                      </a:r>
                      <a:r>
                        <a:rPr lang="en-US" sz="1200" b="0" i="0" u="none" strike="noStrike" dirty="0" err="1">
                          <a:solidFill>
                            <a:srgbClr val="963634"/>
                          </a:solidFill>
                          <a:effectLst/>
                          <a:latin typeface="Verdana" panose="020B0604030504040204" pitchFamily="34" charset="0"/>
                        </a:rPr>
                        <a:t>wrt</a:t>
                      </a:r>
                      <a:r>
                        <a:rPr lang="en-US" sz="1200" b="0" i="0" u="none" strike="noStrike" dirty="0">
                          <a:solidFill>
                            <a:srgbClr val="963634"/>
                          </a:solidFill>
                          <a:effectLst/>
                          <a:latin typeface="Verdana" panose="020B0604030504040204" pitchFamily="34" charset="0"/>
                        </a:rPr>
                        <a:t> market restructuring, including unbundling of distribution utility [Wholesale Competitive Market, Retail Competition, Power Exchange]</a:t>
                      </a:r>
                    </a:p>
                  </a:txBody>
                  <a:tcPr marL="6350" marR="6350" marT="635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4"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extLst>
                  <a:ext uri="{0D108BD9-81ED-4DB2-BD59-A6C34878D82A}">
                    <a16:rowId xmlns:a16="http://schemas.microsoft.com/office/drawing/2014/main" val="307725562"/>
                  </a:ext>
                </a:extLst>
              </a:tr>
              <a:tr h="786421">
                <a:tc>
                  <a:txBody>
                    <a:bodyPr/>
                    <a:lstStyle/>
                    <a:p>
                      <a:pPr algn="ctr" fontAlgn="ctr"/>
                      <a:r>
                        <a:rPr lang="en-US" sz="1200" b="0" i="0" u="none" strike="noStrike" dirty="0">
                          <a:solidFill>
                            <a:srgbClr val="4F81BD"/>
                          </a:solidFill>
                          <a:effectLst/>
                          <a:latin typeface="Verdana" panose="020B0604030504040204" pitchFamily="34" charset="0"/>
                        </a:rPr>
                        <a:t>6</a:t>
                      </a:r>
                    </a:p>
                  </a:txBody>
                  <a:tcPr marL="6350" marR="6350" marT="6350"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4F81BD"/>
                          </a:solidFill>
                          <a:effectLst/>
                          <a:latin typeface="Verdana" panose="020B0604030504040204" pitchFamily="34" charset="0"/>
                        </a:rPr>
                        <a:t>Mod. F, Task 4</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4F81BD"/>
                          </a:solidFill>
                          <a:effectLst/>
                          <a:latin typeface="Verdana" panose="020B0604030504040204" pitchFamily="34" charset="0"/>
                        </a:rPr>
                        <a:t>21</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b="0" i="0" u="none" strike="noStrike" dirty="0">
                          <a:solidFill>
                            <a:srgbClr val="4F81BD"/>
                          </a:solidFill>
                          <a:effectLst/>
                          <a:latin typeface="Verdana" panose="020B0604030504040204" pitchFamily="34" charset="0"/>
                        </a:rPr>
                        <a:t>Establish information filing requirements for power sector stakeholders, monitoring &amp; reporting regime</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4">
                  <a:txBody>
                    <a:bodyPr/>
                    <a:lstStyle/>
                    <a:p>
                      <a:pPr algn="l" fontAlgn="ctr"/>
                      <a:r>
                        <a:rPr lang="en-US" sz="1200" b="0" i="0" u="none" strike="noStrike" dirty="0">
                          <a:solidFill>
                            <a:srgbClr val="4F81BD"/>
                          </a:solidFill>
                          <a:effectLst/>
                          <a:latin typeface="Verdana" panose="020B0604030504040204" pitchFamily="34" charset="0"/>
                        </a:rPr>
                        <a:t>To be Finalized</a:t>
                      </a:r>
                    </a:p>
                  </a:txBody>
                  <a:tcPr marL="6350" marR="6350" marT="635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675343491"/>
                  </a:ext>
                </a:extLst>
              </a:tr>
            </a:tbl>
          </a:graphicData>
        </a:graphic>
      </p:graphicFrame>
    </p:spTree>
    <p:extLst>
      <p:ext uri="{BB962C8B-B14F-4D97-AF65-F5344CB8AC3E}">
        <p14:creationId xmlns:p14="http://schemas.microsoft.com/office/powerpoint/2010/main" val="658433603"/>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a:extLst>
            <a:ext uri="{FF2B5EF4-FFF2-40B4-BE49-F238E27FC236}">
              <a16:creationId xmlns:a16="http://schemas.microsoft.com/office/drawing/2014/main" id="{961F6C8B-C2C4-A9A8-8DFD-5BB5D0CDD691}"/>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299E230F-C9F1-B1A9-F1DD-2691BB853CDF}"/>
              </a:ext>
            </a:extLst>
          </p:cNvPr>
          <p:cNvGraphicFramePr>
            <a:graphicFrameLocks noChangeAspect="1"/>
          </p:cNvGraphicFramePr>
          <p:nvPr>
            <p:custDataLst>
              <p:tags r:id="rId1"/>
            </p:custDataLst>
            <p:extLst>
              <p:ext uri="{D42A27DB-BD31-4B8C-83A1-F6EECF244321}">
                <p14:modId xmlns:p14="http://schemas.microsoft.com/office/powerpoint/2010/main" val="7373173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299E230F-C9F1-B1A9-F1DD-2691BB853CDF}"/>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Title 2">
            <a:extLst>
              <a:ext uri="{FF2B5EF4-FFF2-40B4-BE49-F238E27FC236}">
                <a16:creationId xmlns:a16="http://schemas.microsoft.com/office/drawing/2014/main" id="{BDD57729-F7D2-E199-4255-DE946882210B}"/>
              </a:ext>
            </a:extLst>
          </p:cNvPr>
          <p:cNvSpPr>
            <a:spLocks noGrp="1"/>
          </p:cNvSpPr>
          <p:nvPr>
            <p:ph type="title"/>
          </p:nvPr>
        </p:nvSpPr>
        <p:spPr>
          <a:xfrm>
            <a:off x="396779" y="3412986"/>
            <a:ext cx="12309107" cy="368439"/>
          </a:xfrm>
        </p:spPr>
        <p:txBody>
          <a:bodyPr vert="horz"/>
          <a:lstStyle/>
          <a:p>
            <a:r>
              <a:rPr lang="en-US" sz="4000" b="1" dirty="0">
                <a:solidFill>
                  <a:schemeClr val="bg1"/>
                </a:solidFill>
              </a:rPr>
              <a:t>Module G: PPA &amp; Contractual Activities</a:t>
            </a:r>
          </a:p>
        </p:txBody>
      </p:sp>
    </p:spTree>
    <p:extLst>
      <p:ext uri="{BB962C8B-B14F-4D97-AF65-F5344CB8AC3E}">
        <p14:creationId xmlns:p14="http://schemas.microsoft.com/office/powerpoint/2010/main" val="1489163882"/>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D7346-F7E8-CF10-D430-5DE34E206278}"/>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7FD35817-6AA7-1517-59E7-AD1A9AB5BBC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7FD35817-6AA7-1517-59E7-AD1A9AB5BBC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4234991D-C594-1CDD-29E8-ECCF56246055}"/>
              </a:ext>
            </a:extLst>
          </p:cNvPr>
          <p:cNvSpPr>
            <a:spLocks noGrp="1"/>
          </p:cNvSpPr>
          <p:nvPr>
            <p:ph type="title"/>
          </p:nvPr>
        </p:nvSpPr>
        <p:spPr/>
        <p:txBody>
          <a:bodyPr vert="horz"/>
          <a:lstStyle/>
          <a:p>
            <a:r>
              <a:rPr lang="en-US" dirty="0"/>
              <a:t>Module G: PPA &amp; Contractual Activities</a:t>
            </a:r>
            <a:br>
              <a:rPr lang="en-US" dirty="0"/>
            </a:br>
            <a:endParaRPr lang="en-US" dirty="0"/>
          </a:p>
        </p:txBody>
      </p:sp>
      <p:sp>
        <p:nvSpPr>
          <p:cNvPr id="24" name="Oval 23">
            <a:extLst>
              <a:ext uri="{FF2B5EF4-FFF2-40B4-BE49-F238E27FC236}">
                <a16:creationId xmlns:a16="http://schemas.microsoft.com/office/drawing/2014/main" id="{75C8D47C-6B03-1B60-25EF-0DE530236468}"/>
              </a:ext>
            </a:extLst>
          </p:cNvPr>
          <p:cNvSpPr/>
          <p:nvPr/>
        </p:nvSpPr>
        <p:spPr bwMode="gray">
          <a:xfrm>
            <a:off x="11540134" y="1191033"/>
            <a:ext cx="1252728" cy="560911"/>
          </a:xfrm>
          <a:prstGeom prst="ellipse">
            <a:avLst/>
          </a:prstGeom>
          <a:solidFill>
            <a:schemeClr val="accent3">
              <a:lumMod val="20000"/>
              <a:lumOff val="80000"/>
            </a:schemeClr>
          </a:solidFill>
          <a:ln w="19050" algn="ctr">
            <a:solidFill>
              <a:schemeClr val="tx1"/>
            </a:solidFill>
            <a:prstDash val="lgDash"/>
            <a:miter lim="800000"/>
            <a:headEnd/>
            <a:tailEnd/>
          </a:ln>
        </p:spPr>
        <p:txBody>
          <a:bodyPr wrap="square" lIns="88900" tIns="88900" rIns="88900" bIns="88900" rtlCol="0" anchor="ctr"/>
          <a:lstStyle/>
          <a:p>
            <a:pPr algn="ctr">
              <a:lnSpc>
                <a:spcPct val="106000"/>
              </a:lnSpc>
              <a:buFont typeface="Wingdings 2" pitchFamily="18" charset="2"/>
              <a:buNone/>
            </a:pPr>
            <a:r>
              <a:rPr lang="en-US" sz="1300" b="1" i="1" dirty="0"/>
              <a:t>4 Months</a:t>
            </a:r>
          </a:p>
        </p:txBody>
      </p:sp>
      <p:sp>
        <p:nvSpPr>
          <p:cNvPr id="43" name="TextBox 42">
            <a:extLst>
              <a:ext uri="{FF2B5EF4-FFF2-40B4-BE49-F238E27FC236}">
                <a16:creationId xmlns:a16="http://schemas.microsoft.com/office/drawing/2014/main" id="{5220631A-1468-79DE-E30B-6642CDB2B8FD}"/>
              </a:ext>
            </a:extLst>
          </p:cNvPr>
          <p:cNvSpPr txBox="1"/>
          <p:nvPr/>
        </p:nvSpPr>
        <p:spPr>
          <a:xfrm>
            <a:off x="3635565" y="1157387"/>
            <a:ext cx="7691612" cy="1138773"/>
          </a:xfrm>
          <a:prstGeom prst="rect">
            <a:avLst/>
          </a:prstGeom>
          <a:solidFill>
            <a:srgbClr val="FFFFFF"/>
          </a:solidFill>
        </p:spPr>
        <p:txBody>
          <a:bodyPr wrap="square" lIns="0" tIns="0" rIns="0" bIns="0" rtlCol="0">
            <a:spAutoFit/>
          </a:bodyPr>
          <a:lstStyle/>
          <a:p>
            <a:pPr algn="just">
              <a:spcBef>
                <a:spcPts val="600"/>
              </a:spcBef>
              <a:buSzPct val="100000"/>
            </a:pPr>
            <a:r>
              <a:rPr lang="en-US" sz="1600" b="1" dirty="0">
                <a:solidFill>
                  <a:schemeClr val="accent2"/>
                </a:solidFill>
              </a:rPr>
              <a:t>Review of new PPAs with Distribution Licensee (Ongoing review &amp; approval of PPAs and new projects)</a:t>
            </a:r>
            <a:endParaRPr lang="en-US" sz="1400" b="1" dirty="0">
              <a:solidFill>
                <a:schemeClr val="accent2"/>
              </a:solidFill>
            </a:endParaRPr>
          </a:p>
          <a:p>
            <a:pPr marL="171450" indent="-171450" algn="just">
              <a:buSzPct val="100000"/>
              <a:buFont typeface="Arial" panose="020B0604020202020204" pitchFamily="34" charset="0"/>
              <a:buChar char="•"/>
            </a:pPr>
            <a:r>
              <a:rPr lang="en-US" sz="1400" i="1" dirty="0">
                <a:solidFill>
                  <a:srgbClr val="313131"/>
                </a:solidFill>
              </a:rPr>
              <a:t>Support in review of the Petition</a:t>
            </a:r>
          </a:p>
          <a:p>
            <a:pPr marL="171450" indent="-171450" algn="just">
              <a:buSzPct val="100000"/>
              <a:buFont typeface="Arial" panose="020B0604020202020204" pitchFamily="34" charset="0"/>
              <a:buChar char="•"/>
            </a:pPr>
            <a:r>
              <a:rPr lang="en-US" sz="1400" i="1" dirty="0">
                <a:solidFill>
                  <a:srgbClr val="313131"/>
                </a:solidFill>
              </a:rPr>
              <a:t>Support during stakeholder consultation</a:t>
            </a:r>
          </a:p>
          <a:p>
            <a:pPr marL="171450" indent="-171450" algn="just">
              <a:buSzPct val="100000"/>
              <a:buFont typeface="Arial" panose="020B0604020202020204" pitchFamily="34" charset="0"/>
              <a:buChar char="•"/>
            </a:pPr>
            <a:r>
              <a:rPr lang="en-US" sz="1400" i="1" dirty="0">
                <a:solidFill>
                  <a:srgbClr val="313131"/>
                </a:solidFill>
              </a:rPr>
              <a:t>Support in analysis and preparation of Order</a:t>
            </a:r>
            <a:endParaRPr lang="en-US" sz="1200" i="1" dirty="0">
              <a:solidFill>
                <a:srgbClr val="313131"/>
              </a:solidFill>
            </a:endParaRPr>
          </a:p>
        </p:txBody>
      </p:sp>
      <p:sp>
        <p:nvSpPr>
          <p:cNvPr id="53" name="TextBox 52">
            <a:extLst>
              <a:ext uri="{FF2B5EF4-FFF2-40B4-BE49-F238E27FC236}">
                <a16:creationId xmlns:a16="http://schemas.microsoft.com/office/drawing/2014/main" id="{84196A29-3561-C2BF-A3A0-08BF288F4FFF}"/>
              </a:ext>
            </a:extLst>
          </p:cNvPr>
          <p:cNvSpPr txBox="1"/>
          <p:nvPr/>
        </p:nvSpPr>
        <p:spPr>
          <a:xfrm>
            <a:off x="3635565" y="2704140"/>
            <a:ext cx="7691612" cy="1384995"/>
          </a:xfrm>
          <a:prstGeom prst="rect">
            <a:avLst/>
          </a:prstGeom>
          <a:noFill/>
        </p:spPr>
        <p:txBody>
          <a:bodyPr wrap="square" lIns="0" tIns="0" rIns="0" bIns="0" rtlCol="0">
            <a:spAutoFit/>
          </a:bodyPr>
          <a:lstStyle/>
          <a:p>
            <a:pPr algn="just">
              <a:spcBef>
                <a:spcPts val="600"/>
              </a:spcBef>
              <a:buSzPct val="100000"/>
            </a:pPr>
            <a:r>
              <a:rPr lang="en-US" sz="1600" b="1" dirty="0">
                <a:solidFill>
                  <a:srgbClr val="43B02A"/>
                </a:solidFill>
              </a:rPr>
              <a:t>Populate database of cost information on generation plants in Nepal &amp; contribute to development of ERC IPP Roadmap guiding effective regulation of IPPs</a:t>
            </a:r>
            <a:endParaRPr lang="en-US" sz="1400" b="1" dirty="0">
              <a:solidFill>
                <a:srgbClr val="43B02A"/>
              </a:solidFill>
            </a:endParaRPr>
          </a:p>
          <a:p>
            <a:pPr marL="171450" indent="-171450" algn="just">
              <a:buSzPct val="100000"/>
              <a:buFont typeface="Arial" panose="020B0604020202020204" pitchFamily="34" charset="0"/>
              <a:buChar char="•"/>
            </a:pPr>
            <a:r>
              <a:rPr lang="en-US" sz="1400" i="1" dirty="0">
                <a:solidFill>
                  <a:srgbClr val="313131"/>
                </a:solidFill>
              </a:rPr>
              <a:t>Concept Paper preparation support (covering greenfield and brownfield projects)</a:t>
            </a:r>
          </a:p>
          <a:p>
            <a:pPr marL="171450" indent="-171450" algn="just">
              <a:buSzPct val="100000"/>
              <a:buFont typeface="Arial" panose="020B0604020202020204" pitchFamily="34" charset="0"/>
              <a:buChar char="•"/>
            </a:pPr>
            <a:r>
              <a:rPr lang="en-US" sz="1400" i="1" dirty="0">
                <a:solidFill>
                  <a:srgbClr val="313131"/>
                </a:solidFill>
              </a:rPr>
              <a:t>Preparation of draft guidelines/ policy</a:t>
            </a:r>
          </a:p>
          <a:p>
            <a:pPr marL="171450" indent="-171450" algn="just">
              <a:buSzPct val="100000"/>
              <a:buFont typeface="Arial" panose="020B0604020202020204" pitchFamily="34" charset="0"/>
              <a:buChar char="•"/>
            </a:pPr>
            <a:r>
              <a:rPr lang="en-US" sz="1400" i="1" dirty="0">
                <a:solidFill>
                  <a:srgbClr val="313131"/>
                </a:solidFill>
              </a:rPr>
              <a:t>Support in public consultation</a:t>
            </a:r>
          </a:p>
        </p:txBody>
      </p:sp>
      <p:sp>
        <p:nvSpPr>
          <p:cNvPr id="54" name="Oval 53">
            <a:extLst>
              <a:ext uri="{FF2B5EF4-FFF2-40B4-BE49-F238E27FC236}">
                <a16:creationId xmlns:a16="http://schemas.microsoft.com/office/drawing/2014/main" id="{E4575789-B238-8B23-3C1C-B0CC6E04413F}"/>
              </a:ext>
            </a:extLst>
          </p:cNvPr>
          <p:cNvSpPr/>
          <p:nvPr/>
        </p:nvSpPr>
        <p:spPr bwMode="gray">
          <a:xfrm>
            <a:off x="11540134" y="2727356"/>
            <a:ext cx="1252728" cy="560911"/>
          </a:xfrm>
          <a:prstGeom prst="ellipse">
            <a:avLst/>
          </a:prstGeom>
          <a:solidFill>
            <a:schemeClr val="accent3">
              <a:lumMod val="20000"/>
              <a:lumOff val="80000"/>
            </a:schemeClr>
          </a:solidFill>
          <a:ln w="19050" algn="ctr">
            <a:solidFill>
              <a:schemeClr val="tx1"/>
            </a:solidFill>
            <a:prstDash val="lgDash"/>
            <a:miter lim="800000"/>
            <a:headEnd/>
            <a:tailEnd/>
          </a:ln>
        </p:spPr>
        <p:txBody>
          <a:bodyPr wrap="square" lIns="88900" tIns="88900" rIns="88900" bIns="88900" rtlCol="0" anchor="ctr"/>
          <a:lstStyle/>
          <a:p>
            <a:pPr algn="ctr">
              <a:lnSpc>
                <a:spcPct val="106000"/>
              </a:lnSpc>
              <a:buFont typeface="Wingdings 2" pitchFamily="18" charset="2"/>
              <a:buNone/>
            </a:pPr>
            <a:r>
              <a:rPr lang="en-US" sz="1300" b="1" i="1" dirty="0"/>
              <a:t>7 Months</a:t>
            </a:r>
          </a:p>
        </p:txBody>
      </p:sp>
      <p:sp>
        <p:nvSpPr>
          <p:cNvPr id="55" name="TextBox 54">
            <a:extLst>
              <a:ext uri="{FF2B5EF4-FFF2-40B4-BE49-F238E27FC236}">
                <a16:creationId xmlns:a16="http://schemas.microsoft.com/office/drawing/2014/main" id="{68EAF8E1-A323-2F65-CE34-4A5CD0A80A96}"/>
              </a:ext>
            </a:extLst>
          </p:cNvPr>
          <p:cNvSpPr txBox="1"/>
          <p:nvPr/>
        </p:nvSpPr>
        <p:spPr>
          <a:xfrm>
            <a:off x="3688812" y="4206026"/>
            <a:ext cx="7691612" cy="1138773"/>
          </a:xfrm>
          <a:prstGeom prst="rect">
            <a:avLst/>
          </a:prstGeom>
          <a:noFill/>
        </p:spPr>
        <p:txBody>
          <a:bodyPr wrap="square" lIns="0" tIns="0" rIns="0" bIns="0" rtlCol="0">
            <a:spAutoFit/>
          </a:bodyPr>
          <a:lstStyle/>
          <a:p>
            <a:pPr algn="just">
              <a:spcBef>
                <a:spcPts val="600"/>
              </a:spcBef>
              <a:buSzPct val="100000"/>
            </a:pPr>
            <a:r>
              <a:rPr lang="en-US" sz="1600" b="1" dirty="0">
                <a:solidFill>
                  <a:srgbClr val="004F59"/>
                </a:solidFill>
              </a:rPr>
              <a:t>Preparation of Guidelines / Standard PPA (Ongoing review &amp; approval of PPAs and new projects)</a:t>
            </a:r>
            <a:endParaRPr lang="en-US" sz="1400" b="1" dirty="0">
              <a:solidFill>
                <a:srgbClr val="004F59"/>
              </a:solidFill>
            </a:endParaRPr>
          </a:p>
          <a:p>
            <a:pPr marL="171450" indent="-171450" algn="just">
              <a:buSzPct val="100000"/>
              <a:buFont typeface="Arial" panose="020B0604020202020204" pitchFamily="34" charset="0"/>
              <a:buChar char="•"/>
            </a:pPr>
            <a:r>
              <a:rPr lang="en-US" sz="1400" i="1" dirty="0">
                <a:solidFill>
                  <a:srgbClr val="313131"/>
                </a:solidFill>
              </a:rPr>
              <a:t>Support in appointment of Consultant</a:t>
            </a:r>
          </a:p>
          <a:p>
            <a:pPr marL="171450" indent="-171450" algn="just">
              <a:buSzPct val="100000"/>
              <a:buFont typeface="Arial" panose="020B0604020202020204" pitchFamily="34" charset="0"/>
              <a:buChar char="•"/>
            </a:pPr>
            <a:r>
              <a:rPr lang="en-US" sz="1400" i="1" dirty="0">
                <a:solidFill>
                  <a:srgbClr val="313131"/>
                </a:solidFill>
              </a:rPr>
              <a:t>Support in benchmarking studies</a:t>
            </a:r>
          </a:p>
          <a:p>
            <a:pPr marL="171450" indent="-171450" algn="just">
              <a:buSzPct val="100000"/>
              <a:buFont typeface="Arial" panose="020B0604020202020204" pitchFamily="34" charset="0"/>
              <a:buChar char="•"/>
            </a:pPr>
            <a:r>
              <a:rPr lang="en-US" sz="1400" i="1" dirty="0">
                <a:solidFill>
                  <a:srgbClr val="313131"/>
                </a:solidFill>
              </a:rPr>
              <a:t>Stakeholder consultation support</a:t>
            </a:r>
          </a:p>
        </p:txBody>
      </p:sp>
      <p:sp>
        <p:nvSpPr>
          <p:cNvPr id="56" name="Oval 55">
            <a:extLst>
              <a:ext uri="{FF2B5EF4-FFF2-40B4-BE49-F238E27FC236}">
                <a16:creationId xmlns:a16="http://schemas.microsoft.com/office/drawing/2014/main" id="{FB75B0FA-C26B-14EE-F3B5-0CE0CAB0C0AF}"/>
              </a:ext>
            </a:extLst>
          </p:cNvPr>
          <p:cNvSpPr/>
          <p:nvPr/>
        </p:nvSpPr>
        <p:spPr bwMode="gray">
          <a:xfrm>
            <a:off x="11540134" y="4218225"/>
            <a:ext cx="1252728" cy="560911"/>
          </a:xfrm>
          <a:prstGeom prst="ellipse">
            <a:avLst/>
          </a:prstGeom>
          <a:solidFill>
            <a:schemeClr val="accent3">
              <a:lumMod val="20000"/>
              <a:lumOff val="80000"/>
            </a:schemeClr>
          </a:solidFill>
          <a:ln w="19050" algn="ctr">
            <a:solidFill>
              <a:schemeClr val="tx1"/>
            </a:solidFill>
            <a:prstDash val="lgDash"/>
            <a:miter lim="800000"/>
            <a:headEnd/>
            <a:tailEnd/>
          </a:ln>
        </p:spPr>
        <p:txBody>
          <a:bodyPr wrap="square" lIns="88900" tIns="88900" rIns="88900" bIns="88900" rtlCol="0" anchor="ctr"/>
          <a:lstStyle/>
          <a:p>
            <a:pPr algn="ctr">
              <a:lnSpc>
                <a:spcPct val="106000"/>
              </a:lnSpc>
              <a:buFont typeface="Wingdings 2" pitchFamily="18" charset="2"/>
              <a:buNone/>
            </a:pPr>
            <a:r>
              <a:rPr lang="en-US" sz="1300" b="1" i="1" dirty="0"/>
              <a:t>10 Months</a:t>
            </a:r>
          </a:p>
        </p:txBody>
      </p:sp>
      <p:sp>
        <p:nvSpPr>
          <p:cNvPr id="62" name="TextBox 61">
            <a:extLst>
              <a:ext uri="{FF2B5EF4-FFF2-40B4-BE49-F238E27FC236}">
                <a16:creationId xmlns:a16="http://schemas.microsoft.com/office/drawing/2014/main" id="{232F2FE8-836C-9F0A-419C-3DEF9C431043}"/>
              </a:ext>
            </a:extLst>
          </p:cNvPr>
          <p:cNvSpPr txBox="1"/>
          <p:nvPr/>
        </p:nvSpPr>
        <p:spPr>
          <a:xfrm>
            <a:off x="3688812" y="5661432"/>
            <a:ext cx="7691612" cy="1384995"/>
          </a:xfrm>
          <a:prstGeom prst="rect">
            <a:avLst/>
          </a:prstGeom>
          <a:noFill/>
        </p:spPr>
        <p:txBody>
          <a:bodyPr wrap="square" lIns="0" tIns="0" rIns="0" bIns="0" rtlCol="0">
            <a:spAutoFit/>
          </a:bodyPr>
          <a:lstStyle/>
          <a:p>
            <a:pPr algn="just">
              <a:spcBef>
                <a:spcPts val="600"/>
              </a:spcBef>
              <a:buSzPct val="100000"/>
            </a:pPr>
            <a:r>
              <a:rPr lang="en-US" sz="1600" b="1" dirty="0">
                <a:solidFill>
                  <a:srgbClr val="000000"/>
                </a:solidFill>
              </a:rPr>
              <a:t>Initiate &amp; lead consultations &amp; planning on transition to a competitive bidding process for new power projects. Develop IPP Roadmap for effective regulation of IPPs</a:t>
            </a:r>
            <a:endParaRPr lang="en-US" sz="1400" b="1" dirty="0">
              <a:solidFill>
                <a:srgbClr val="000000"/>
              </a:solidFill>
            </a:endParaRPr>
          </a:p>
          <a:p>
            <a:pPr marL="171450" indent="-171450" algn="just">
              <a:buSzPct val="100000"/>
              <a:buFont typeface="Arial" panose="020B0604020202020204" pitchFamily="34" charset="0"/>
              <a:buChar char="•"/>
            </a:pPr>
            <a:r>
              <a:rPr lang="en-US" sz="1400" i="1" dirty="0">
                <a:solidFill>
                  <a:srgbClr val="313131"/>
                </a:solidFill>
              </a:rPr>
              <a:t>Concept paper development support</a:t>
            </a:r>
          </a:p>
          <a:p>
            <a:pPr marL="171450" indent="-171450" algn="just">
              <a:buSzPct val="100000"/>
              <a:buFont typeface="Arial" panose="020B0604020202020204" pitchFamily="34" charset="0"/>
              <a:buChar char="•"/>
            </a:pPr>
            <a:r>
              <a:rPr lang="en-US" sz="1400" i="1" dirty="0">
                <a:solidFill>
                  <a:srgbClr val="313131"/>
                </a:solidFill>
              </a:rPr>
              <a:t>Support in consultant appointment</a:t>
            </a:r>
          </a:p>
          <a:p>
            <a:pPr marL="171450" indent="-171450" algn="just">
              <a:buSzPct val="100000"/>
              <a:buFont typeface="Arial" panose="020B0604020202020204" pitchFamily="34" charset="0"/>
              <a:buChar char="•"/>
            </a:pPr>
            <a:r>
              <a:rPr lang="en-US" sz="1400" i="1" dirty="0">
                <a:solidFill>
                  <a:srgbClr val="313131"/>
                </a:solidFill>
              </a:rPr>
              <a:t>Support in framing policy paper and bid documents</a:t>
            </a:r>
          </a:p>
        </p:txBody>
      </p:sp>
      <p:sp>
        <p:nvSpPr>
          <p:cNvPr id="63" name="Oval 62">
            <a:extLst>
              <a:ext uri="{FF2B5EF4-FFF2-40B4-BE49-F238E27FC236}">
                <a16:creationId xmlns:a16="http://schemas.microsoft.com/office/drawing/2014/main" id="{C72CE548-594D-4BC1-1292-32CFF33E4421}"/>
              </a:ext>
            </a:extLst>
          </p:cNvPr>
          <p:cNvSpPr/>
          <p:nvPr/>
        </p:nvSpPr>
        <p:spPr bwMode="gray">
          <a:xfrm>
            <a:off x="9572182" y="6942824"/>
            <a:ext cx="411480" cy="407719"/>
          </a:xfrm>
          <a:prstGeom prst="ellipse">
            <a:avLst/>
          </a:prstGeom>
          <a:solidFill>
            <a:srgbClr val="18F689"/>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64" name="TextBox 63">
            <a:extLst>
              <a:ext uri="{FF2B5EF4-FFF2-40B4-BE49-F238E27FC236}">
                <a16:creationId xmlns:a16="http://schemas.microsoft.com/office/drawing/2014/main" id="{086CF76B-3A95-FCD0-22D3-ED5102CFC18F}"/>
              </a:ext>
            </a:extLst>
          </p:cNvPr>
          <p:cNvSpPr txBox="1"/>
          <p:nvPr/>
        </p:nvSpPr>
        <p:spPr>
          <a:xfrm>
            <a:off x="10058398" y="7080862"/>
            <a:ext cx="2594576" cy="153888"/>
          </a:xfrm>
          <a:prstGeom prst="rect">
            <a:avLst/>
          </a:prstGeom>
          <a:noFill/>
        </p:spPr>
        <p:txBody>
          <a:bodyPr wrap="square" lIns="0" tIns="0" rIns="0" bIns="0" rtlCol="0">
            <a:spAutoFit/>
          </a:bodyPr>
          <a:lstStyle/>
          <a:p>
            <a:pPr>
              <a:spcBef>
                <a:spcPts val="600"/>
              </a:spcBef>
              <a:buSzPct val="100000"/>
            </a:pPr>
            <a:r>
              <a:rPr lang="en-US" sz="1000" i="1" dirty="0">
                <a:solidFill>
                  <a:srgbClr val="313131"/>
                </a:solidFill>
              </a:rPr>
              <a:t>Requirement of External Support</a:t>
            </a:r>
          </a:p>
        </p:txBody>
      </p:sp>
      <p:sp>
        <p:nvSpPr>
          <p:cNvPr id="65" name="Oval 64">
            <a:extLst>
              <a:ext uri="{FF2B5EF4-FFF2-40B4-BE49-F238E27FC236}">
                <a16:creationId xmlns:a16="http://schemas.microsoft.com/office/drawing/2014/main" id="{9770AFA2-0E07-9D9A-B35D-278A04026318}"/>
              </a:ext>
            </a:extLst>
          </p:cNvPr>
          <p:cNvSpPr/>
          <p:nvPr/>
        </p:nvSpPr>
        <p:spPr bwMode="gray">
          <a:xfrm>
            <a:off x="11540134" y="5885368"/>
            <a:ext cx="1252728" cy="560911"/>
          </a:xfrm>
          <a:prstGeom prst="ellipse">
            <a:avLst/>
          </a:prstGeom>
          <a:solidFill>
            <a:schemeClr val="accent3">
              <a:lumMod val="20000"/>
              <a:lumOff val="80000"/>
            </a:schemeClr>
          </a:solidFill>
          <a:ln w="19050" algn="ctr">
            <a:solidFill>
              <a:schemeClr val="tx1"/>
            </a:solidFill>
            <a:prstDash val="lgDash"/>
            <a:miter lim="800000"/>
            <a:headEnd/>
            <a:tailEnd/>
          </a:ln>
        </p:spPr>
        <p:txBody>
          <a:bodyPr wrap="square" lIns="88900" tIns="88900" rIns="88900" bIns="88900" rtlCol="0" anchor="ctr"/>
          <a:lstStyle/>
          <a:p>
            <a:pPr algn="ctr">
              <a:lnSpc>
                <a:spcPct val="106000"/>
              </a:lnSpc>
              <a:buFont typeface="Wingdings 2" pitchFamily="18" charset="2"/>
              <a:buNone/>
            </a:pPr>
            <a:r>
              <a:rPr lang="en-US" sz="1300" b="1" i="1" dirty="0"/>
              <a:t>8 Months</a:t>
            </a:r>
          </a:p>
        </p:txBody>
      </p:sp>
      <p:sp>
        <p:nvSpPr>
          <p:cNvPr id="12" name="Freeform 11">
            <a:extLst>
              <a:ext uri="{FF2B5EF4-FFF2-40B4-BE49-F238E27FC236}">
                <a16:creationId xmlns:a16="http://schemas.microsoft.com/office/drawing/2014/main" id="{EC1E385A-40F3-6EDC-965A-68EAFD297176}"/>
              </a:ext>
            </a:extLst>
          </p:cNvPr>
          <p:cNvSpPr>
            <a:spLocks/>
          </p:cNvSpPr>
          <p:nvPr/>
        </p:nvSpPr>
        <p:spPr bwMode="auto">
          <a:xfrm>
            <a:off x="879083" y="1234066"/>
            <a:ext cx="2635298" cy="831526"/>
          </a:xfrm>
          <a:custGeom>
            <a:avLst/>
            <a:gdLst>
              <a:gd name="T0" fmla="*/ 191 w 758"/>
              <a:gd name="T1" fmla="*/ 652 h 652"/>
              <a:gd name="T2" fmla="*/ 0 w 758"/>
              <a:gd name="T3" fmla="*/ 326 h 652"/>
              <a:gd name="T4" fmla="*/ 191 w 758"/>
              <a:gd name="T5" fmla="*/ 0 h 652"/>
              <a:gd name="T6" fmla="*/ 567 w 758"/>
              <a:gd name="T7" fmla="*/ 0 h 652"/>
              <a:gd name="T8" fmla="*/ 758 w 758"/>
              <a:gd name="T9" fmla="*/ 326 h 652"/>
              <a:gd name="T10" fmla="*/ 567 w 758"/>
              <a:gd name="T11" fmla="*/ 652 h 652"/>
              <a:gd name="T12" fmla="*/ 191 w 758"/>
              <a:gd name="T13" fmla="*/ 652 h 652"/>
            </a:gdLst>
            <a:ahLst/>
            <a:cxnLst>
              <a:cxn ang="0">
                <a:pos x="T0" y="T1"/>
              </a:cxn>
              <a:cxn ang="0">
                <a:pos x="T2" y="T3"/>
              </a:cxn>
              <a:cxn ang="0">
                <a:pos x="T4" y="T5"/>
              </a:cxn>
              <a:cxn ang="0">
                <a:pos x="T6" y="T7"/>
              </a:cxn>
              <a:cxn ang="0">
                <a:pos x="T8" y="T9"/>
              </a:cxn>
              <a:cxn ang="0">
                <a:pos x="T10" y="T11"/>
              </a:cxn>
              <a:cxn ang="0">
                <a:pos x="T12" y="T13"/>
              </a:cxn>
            </a:cxnLst>
            <a:rect l="0" t="0" r="r" b="b"/>
            <a:pathLst>
              <a:path w="758" h="652">
                <a:moveTo>
                  <a:pt x="191" y="652"/>
                </a:moveTo>
                <a:lnTo>
                  <a:pt x="0" y="326"/>
                </a:lnTo>
                <a:lnTo>
                  <a:pt x="191" y="0"/>
                </a:lnTo>
                <a:lnTo>
                  <a:pt x="567" y="0"/>
                </a:lnTo>
                <a:lnTo>
                  <a:pt x="758" y="326"/>
                </a:lnTo>
                <a:lnTo>
                  <a:pt x="567" y="652"/>
                </a:lnTo>
                <a:lnTo>
                  <a:pt x="191" y="652"/>
                </a:lnTo>
                <a:close/>
              </a:path>
            </a:pathLst>
          </a:custGeom>
          <a:solidFill>
            <a:srgbClr val="046A38"/>
          </a:solidFill>
          <a:ln w="12700" cap="flat">
            <a:solidFill>
              <a:schemeClr val="bg1"/>
            </a:solidFill>
            <a:prstDash val="solid"/>
            <a:miter lim="800000"/>
            <a:headEnd/>
            <a:tailEnd/>
          </a:ln>
        </p:spPr>
        <p:txBody>
          <a:bodyPr vert="horz" wrap="square" lIns="91370" tIns="45685" rIns="91370" bIns="45685" numCol="1" anchor="ctr" anchorCtr="0" compatLnSpc="1">
            <a:prstTxWarp prst="textNoShape">
              <a:avLst/>
            </a:prstTxWarp>
          </a:bodyPr>
          <a:lstStyle/>
          <a:p>
            <a:pPr algn="ctr">
              <a:spcBef>
                <a:spcPts val="600"/>
              </a:spcBef>
              <a:buSzPct val="100000"/>
            </a:pPr>
            <a:r>
              <a:rPr lang="en-US" sz="1500" b="1" dirty="0">
                <a:solidFill>
                  <a:schemeClr val="bg1"/>
                </a:solidFill>
              </a:rPr>
              <a:t>Task 1 </a:t>
            </a:r>
          </a:p>
          <a:p>
            <a:pPr algn="ctr">
              <a:spcBef>
                <a:spcPts val="600"/>
              </a:spcBef>
              <a:buSzPct val="100000"/>
            </a:pPr>
            <a:r>
              <a:rPr lang="en-US" sz="1500" b="1" dirty="0">
                <a:solidFill>
                  <a:schemeClr val="bg1"/>
                </a:solidFill>
              </a:rPr>
              <a:t>(</a:t>
            </a:r>
            <a:r>
              <a:rPr lang="en-US" sz="1500" b="1" dirty="0" err="1">
                <a:solidFill>
                  <a:schemeClr val="bg1"/>
                </a:solidFill>
              </a:rPr>
              <a:t>RfP</a:t>
            </a:r>
            <a:r>
              <a:rPr lang="en-US" sz="1500" b="1" dirty="0">
                <a:solidFill>
                  <a:schemeClr val="bg1"/>
                </a:solidFill>
              </a:rPr>
              <a:t> Ref No. 18)</a:t>
            </a:r>
          </a:p>
        </p:txBody>
      </p:sp>
      <p:sp>
        <p:nvSpPr>
          <p:cNvPr id="16" name="Freeform 11">
            <a:extLst>
              <a:ext uri="{FF2B5EF4-FFF2-40B4-BE49-F238E27FC236}">
                <a16:creationId xmlns:a16="http://schemas.microsoft.com/office/drawing/2014/main" id="{3BBD2280-8C52-2AB6-5F78-4AB2B8FD5291}"/>
              </a:ext>
            </a:extLst>
          </p:cNvPr>
          <p:cNvSpPr>
            <a:spLocks/>
          </p:cNvSpPr>
          <p:nvPr/>
        </p:nvSpPr>
        <p:spPr bwMode="auto">
          <a:xfrm>
            <a:off x="879083" y="2926211"/>
            <a:ext cx="2635298" cy="831526"/>
          </a:xfrm>
          <a:custGeom>
            <a:avLst/>
            <a:gdLst>
              <a:gd name="T0" fmla="*/ 191 w 758"/>
              <a:gd name="T1" fmla="*/ 652 h 652"/>
              <a:gd name="T2" fmla="*/ 0 w 758"/>
              <a:gd name="T3" fmla="*/ 326 h 652"/>
              <a:gd name="T4" fmla="*/ 191 w 758"/>
              <a:gd name="T5" fmla="*/ 0 h 652"/>
              <a:gd name="T6" fmla="*/ 567 w 758"/>
              <a:gd name="T7" fmla="*/ 0 h 652"/>
              <a:gd name="T8" fmla="*/ 758 w 758"/>
              <a:gd name="T9" fmla="*/ 326 h 652"/>
              <a:gd name="T10" fmla="*/ 567 w 758"/>
              <a:gd name="T11" fmla="*/ 652 h 652"/>
              <a:gd name="T12" fmla="*/ 191 w 758"/>
              <a:gd name="T13" fmla="*/ 652 h 652"/>
            </a:gdLst>
            <a:ahLst/>
            <a:cxnLst>
              <a:cxn ang="0">
                <a:pos x="T0" y="T1"/>
              </a:cxn>
              <a:cxn ang="0">
                <a:pos x="T2" y="T3"/>
              </a:cxn>
              <a:cxn ang="0">
                <a:pos x="T4" y="T5"/>
              </a:cxn>
              <a:cxn ang="0">
                <a:pos x="T6" y="T7"/>
              </a:cxn>
              <a:cxn ang="0">
                <a:pos x="T8" y="T9"/>
              </a:cxn>
              <a:cxn ang="0">
                <a:pos x="T10" y="T11"/>
              </a:cxn>
              <a:cxn ang="0">
                <a:pos x="T12" y="T13"/>
              </a:cxn>
            </a:cxnLst>
            <a:rect l="0" t="0" r="r" b="b"/>
            <a:pathLst>
              <a:path w="758" h="652">
                <a:moveTo>
                  <a:pt x="191" y="652"/>
                </a:moveTo>
                <a:lnTo>
                  <a:pt x="0" y="326"/>
                </a:lnTo>
                <a:lnTo>
                  <a:pt x="191" y="0"/>
                </a:lnTo>
                <a:lnTo>
                  <a:pt x="567" y="0"/>
                </a:lnTo>
                <a:lnTo>
                  <a:pt x="758" y="326"/>
                </a:lnTo>
                <a:lnTo>
                  <a:pt x="567" y="652"/>
                </a:lnTo>
                <a:lnTo>
                  <a:pt x="191" y="652"/>
                </a:lnTo>
                <a:close/>
              </a:path>
            </a:pathLst>
          </a:custGeom>
          <a:solidFill>
            <a:srgbClr val="43B02A"/>
          </a:solidFill>
          <a:ln w="12700" cap="flat">
            <a:solidFill>
              <a:schemeClr val="bg1"/>
            </a:solidFill>
            <a:prstDash val="solid"/>
            <a:miter lim="800000"/>
            <a:headEnd/>
            <a:tailEnd/>
          </a:ln>
        </p:spPr>
        <p:txBody>
          <a:bodyPr vert="horz" wrap="square" lIns="91370" tIns="45685" rIns="91370" bIns="45685" numCol="1" anchor="ctr" anchorCtr="0" compatLnSpc="1">
            <a:prstTxWarp prst="textNoShape">
              <a:avLst/>
            </a:prstTxWarp>
          </a:bodyPr>
          <a:lstStyle/>
          <a:p>
            <a:pPr algn="ctr">
              <a:defRPr/>
            </a:pPr>
            <a:r>
              <a:rPr lang="en-US" sz="1500" b="1" dirty="0">
                <a:solidFill>
                  <a:schemeClr val="bg1"/>
                </a:solidFill>
                <a:ea typeface="ＭＳ Ｐゴシック" pitchFamily="50" charset="-128"/>
              </a:rPr>
              <a:t>Task 2 </a:t>
            </a:r>
          </a:p>
          <a:p>
            <a:pPr algn="ctr">
              <a:defRPr/>
            </a:pPr>
            <a:r>
              <a:rPr lang="en-US" sz="1500" b="1" dirty="0">
                <a:solidFill>
                  <a:schemeClr val="bg1"/>
                </a:solidFill>
                <a:ea typeface="ＭＳ Ｐゴシック" pitchFamily="50" charset="-128"/>
              </a:rPr>
              <a:t>(</a:t>
            </a:r>
            <a:r>
              <a:rPr lang="en-US" sz="1500" b="1" dirty="0" err="1">
                <a:solidFill>
                  <a:schemeClr val="bg1"/>
                </a:solidFill>
                <a:ea typeface="ＭＳ Ｐゴシック" pitchFamily="50" charset="-128"/>
              </a:rPr>
              <a:t>RfP</a:t>
            </a:r>
            <a:r>
              <a:rPr lang="en-US" sz="1500" b="1" dirty="0">
                <a:solidFill>
                  <a:schemeClr val="bg1"/>
                </a:solidFill>
                <a:ea typeface="ＭＳ Ｐゴシック" pitchFamily="50" charset="-128"/>
              </a:rPr>
              <a:t> Ref No. 16)</a:t>
            </a:r>
          </a:p>
        </p:txBody>
      </p:sp>
      <p:sp>
        <p:nvSpPr>
          <p:cNvPr id="17" name="Freeform 11">
            <a:extLst>
              <a:ext uri="{FF2B5EF4-FFF2-40B4-BE49-F238E27FC236}">
                <a16:creationId xmlns:a16="http://schemas.microsoft.com/office/drawing/2014/main" id="{0F157F53-933F-6C98-23E2-3A011509FD11}"/>
              </a:ext>
            </a:extLst>
          </p:cNvPr>
          <p:cNvSpPr>
            <a:spLocks/>
          </p:cNvSpPr>
          <p:nvPr/>
        </p:nvSpPr>
        <p:spPr bwMode="auto">
          <a:xfrm>
            <a:off x="873588" y="4359385"/>
            <a:ext cx="2635298" cy="831526"/>
          </a:xfrm>
          <a:custGeom>
            <a:avLst/>
            <a:gdLst>
              <a:gd name="T0" fmla="*/ 191 w 758"/>
              <a:gd name="T1" fmla="*/ 652 h 652"/>
              <a:gd name="T2" fmla="*/ 0 w 758"/>
              <a:gd name="T3" fmla="*/ 326 h 652"/>
              <a:gd name="T4" fmla="*/ 191 w 758"/>
              <a:gd name="T5" fmla="*/ 0 h 652"/>
              <a:gd name="T6" fmla="*/ 567 w 758"/>
              <a:gd name="T7" fmla="*/ 0 h 652"/>
              <a:gd name="T8" fmla="*/ 758 w 758"/>
              <a:gd name="T9" fmla="*/ 326 h 652"/>
              <a:gd name="T10" fmla="*/ 567 w 758"/>
              <a:gd name="T11" fmla="*/ 652 h 652"/>
              <a:gd name="T12" fmla="*/ 191 w 758"/>
              <a:gd name="T13" fmla="*/ 652 h 652"/>
            </a:gdLst>
            <a:ahLst/>
            <a:cxnLst>
              <a:cxn ang="0">
                <a:pos x="T0" y="T1"/>
              </a:cxn>
              <a:cxn ang="0">
                <a:pos x="T2" y="T3"/>
              </a:cxn>
              <a:cxn ang="0">
                <a:pos x="T4" y="T5"/>
              </a:cxn>
              <a:cxn ang="0">
                <a:pos x="T6" y="T7"/>
              </a:cxn>
              <a:cxn ang="0">
                <a:pos x="T8" y="T9"/>
              </a:cxn>
              <a:cxn ang="0">
                <a:pos x="T10" y="T11"/>
              </a:cxn>
              <a:cxn ang="0">
                <a:pos x="T12" y="T13"/>
              </a:cxn>
            </a:cxnLst>
            <a:rect l="0" t="0" r="r" b="b"/>
            <a:pathLst>
              <a:path w="758" h="652">
                <a:moveTo>
                  <a:pt x="191" y="652"/>
                </a:moveTo>
                <a:lnTo>
                  <a:pt x="0" y="326"/>
                </a:lnTo>
                <a:lnTo>
                  <a:pt x="191" y="0"/>
                </a:lnTo>
                <a:lnTo>
                  <a:pt x="567" y="0"/>
                </a:lnTo>
                <a:lnTo>
                  <a:pt x="758" y="326"/>
                </a:lnTo>
                <a:lnTo>
                  <a:pt x="567" y="652"/>
                </a:lnTo>
                <a:lnTo>
                  <a:pt x="191" y="652"/>
                </a:lnTo>
                <a:close/>
              </a:path>
            </a:pathLst>
          </a:custGeom>
          <a:solidFill>
            <a:srgbClr val="004F59"/>
          </a:solidFill>
          <a:ln w="12700" cap="flat">
            <a:solidFill>
              <a:schemeClr val="bg1"/>
            </a:solidFill>
            <a:prstDash val="solid"/>
            <a:miter lim="800000"/>
            <a:headEnd/>
            <a:tailEnd/>
          </a:ln>
        </p:spPr>
        <p:txBody>
          <a:bodyPr vert="horz" wrap="square" lIns="91370" tIns="45685" rIns="91370" bIns="45685" numCol="1" anchor="ctr" anchorCtr="0" compatLnSpc="1">
            <a:prstTxWarp prst="textNoShape">
              <a:avLst/>
            </a:prstTxWarp>
          </a:bodyPr>
          <a:lstStyle/>
          <a:p>
            <a:pPr algn="ctr">
              <a:defRPr/>
            </a:pPr>
            <a:r>
              <a:rPr lang="en-US" sz="1500" b="1" dirty="0">
                <a:solidFill>
                  <a:schemeClr val="bg1"/>
                </a:solidFill>
                <a:ea typeface="ＭＳ Ｐゴシック" pitchFamily="50" charset="-128"/>
              </a:rPr>
              <a:t>Task 3 </a:t>
            </a:r>
          </a:p>
          <a:p>
            <a:pPr algn="ctr">
              <a:defRPr/>
            </a:pPr>
            <a:r>
              <a:rPr lang="en-US" sz="1500" b="1" dirty="0">
                <a:solidFill>
                  <a:schemeClr val="bg1"/>
                </a:solidFill>
                <a:ea typeface="ＭＳ Ｐゴシック" pitchFamily="50" charset="-128"/>
              </a:rPr>
              <a:t>(</a:t>
            </a:r>
            <a:r>
              <a:rPr lang="en-US" sz="1500" b="1" dirty="0" err="1">
                <a:solidFill>
                  <a:schemeClr val="bg1"/>
                </a:solidFill>
                <a:ea typeface="ＭＳ Ｐゴシック" pitchFamily="50" charset="-128"/>
              </a:rPr>
              <a:t>RfP</a:t>
            </a:r>
            <a:r>
              <a:rPr lang="en-US" sz="1500" b="1" dirty="0">
                <a:solidFill>
                  <a:schemeClr val="bg1"/>
                </a:solidFill>
                <a:ea typeface="ＭＳ Ｐゴシック" pitchFamily="50" charset="-128"/>
              </a:rPr>
              <a:t> Ref No. 18)</a:t>
            </a:r>
          </a:p>
        </p:txBody>
      </p:sp>
      <p:sp>
        <p:nvSpPr>
          <p:cNvPr id="18" name="Freeform 11">
            <a:extLst>
              <a:ext uri="{FF2B5EF4-FFF2-40B4-BE49-F238E27FC236}">
                <a16:creationId xmlns:a16="http://schemas.microsoft.com/office/drawing/2014/main" id="{9734F48C-9E77-56A8-1C27-BF905A388240}"/>
              </a:ext>
            </a:extLst>
          </p:cNvPr>
          <p:cNvSpPr>
            <a:spLocks/>
          </p:cNvSpPr>
          <p:nvPr/>
        </p:nvSpPr>
        <p:spPr bwMode="auto">
          <a:xfrm>
            <a:off x="873588" y="5858663"/>
            <a:ext cx="2635298" cy="831526"/>
          </a:xfrm>
          <a:custGeom>
            <a:avLst/>
            <a:gdLst>
              <a:gd name="T0" fmla="*/ 191 w 758"/>
              <a:gd name="T1" fmla="*/ 652 h 652"/>
              <a:gd name="T2" fmla="*/ 0 w 758"/>
              <a:gd name="T3" fmla="*/ 326 h 652"/>
              <a:gd name="T4" fmla="*/ 191 w 758"/>
              <a:gd name="T5" fmla="*/ 0 h 652"/>
              <a:gd name="T6" fmla="*/ 567 w 758"/>
              <a:gd name="T7" fmla="*/ 0 h 652"/>
              <a:gd name="T8" fmla="*/ 758 w 758"/>
              <a:gd name="T9" fmla="*/ 326 h 652"/>
              <a:gd name="T10" fmla="*/ 567 w 758"/>
              <a:gd name="T11" fmla="*/ 652 h 652"/>
              <a:gd name="T12" fmla="*/ 191 w 758"/>
              <a:gd name="T13" fmla="*/ 652 h 652"/>
            </a:gdLst>
            <a:ahLst/>
            <a:cxnLst>
              <a:cxn ang="0">
                <a:pos x="T0" y="T1"/>
              </a:cxn>
              <a:cxn ang="0">
                <a:pos x="T2" y="T3"/>
              </a:cxn>
              <a:cxn ang="0">
                <a:pos x="T4" y="T5"/>
              </a:cxn>
              <a:cxn ang="0">
                <a:pos x="T6" y="T7"/>
              </a:cxn>
              <a:cxn ang="0">
                <a:pos x="T8" y="T9"/>
              </a:cxn>
              <a:cxn ang="0">
                <a:pos x="T10" y="T11"/>
              </a:cxn>
              <a:cxn ang="0">
                <a:pos x="T12" y="T13"/>
              </a:cxn>
            </a:cxnLst>
            <a:rect l="0" t="0" r="r" b="b"/>
            <a:pathLst>
              <a:path w="758" h="652">
                <a:moveTo>
                  <a:pt x="191" y="652"/>
                </a:moveTo>
                <a:lnTo>
                  <a:pt x="0" y="326"/>
                </a:lnTo>
                <a:lnTo>
                  <a:pt x="191" y="0"/>
                </a:lnTo>
                <a:lnTo>
                  <a:pt x="567" y="0"/>
                </a:lnTo>
                <a:lnTo>
                  <a:pt x="758" y="326"/>
                </a:lnTo>
                <a:lnTo>
                  <a:pt x="567" y="652"/>
                </a:lnTo>
                <a:lnTo>
                  <a:pt x="191" y="652"/>
                </a:lnTo>
                <a:close/>
              </a:path>
            </a:pathLst>
          </a:custGeom>
          <a:solidFill>
            <a:srgbClr val="000000"/>
          </a:solidFill>
          <a:ln w="12700" cap="flat">
            <a:solidFill>
              <a:schemeClr val="bg1"/>
            </a:solidFill>
            <a:prstDash val="solid"/>
            <a:miter lim="800000"/>
            <a:headEnd/>
            <a:tailEnd/>
          </a:ln>
        </p:spPr>
        <p:txBody>
          <a:bodyPr vert="horz" wrap="square" lIns="91370" tIns="45685" rIns="91370" bIns="45685" numCol="1" anchor="ctr" anchorCtr="0" compatLnSpc="1">
            <a:prstTxWarp prst="textNoShape">
              <a:avLst/>
            </a:prstTxWarp>
          </a:bodyPr>
          <a:lstStyle/>
          <a:p>
            <a:pPr algn="ctr">
              <a:defRPr/>
            </a:pPr>
            <a:r>
              <a:rPr lang="en-US" sz="1500" b="1" dirty="0">
                <a:solidFill>
                  <a:schemeClr val="bg1"/>
                </a:solidFill>
                <a:ea typeface="ＭＳ Ｐゴシック" pitchFamily="50" charset="-128"/>
              </a:rPr>
              <a:t>Task 4 </a:t>
            </a:r>
          </a:p>
          <a:p>
            <a:pPr algn="ctr">
              <a:defRPr/>
            </a:pPr>
            <a:r>
              <a:rPr lang="en-US" sz="1500" b="1" dirty="0">
                <a:solidFill>
                  <a:schemeClr val="bg1"/>
                </a:solidFill>
                <a:ea typeface="ＭＳ Ｐゴシック" pitchFamily="50" charset="-128"/>
              </a:rPr>
              <a:t>(</a:t>
            </a:r>
            <a:r>
              <a:rPr lang="en-US" sz="1500" b="1" dirty="0" err="1">
                <a:solidFill>
                  <a:schemeClr val="bg1"/>
                </a:solidFill>
                <a:ea typeface="ＭＳ Ｐゴシック" pitchFamily="50" charset="-128"/>
              </a:rPr>
              <a:t>RfP</a:t>
            </a:r>
            <a:r>
              <a:rPr lang="en-US" sz="1500" b="1" dirty="0">
                <a:solidFill>
                  <a:schemeClr val="bg1"/>
                </a:solidFill>
                <a:ea typeface="ＭＳ Ｐゴシック" pitchFamily="50" charset="-128"/>
              </a:rPr>
              <a:t> Ref No. 26)</a:t>
            </a:r>
          </a:p>
        </p:txBody>
      </p:sp>
      <p:sp>
        <p:nvSpPr>
          <p:cNvPr id="19" name="Oval 18">
            <a:extLst>
              <a:ext uri="{FF2B5EF4-FFF2-40B4-BE49-F238E27FC236}">
                <a16:creationId xmlns:a16="http://schemas.microsoft.com/office/drawing/2014/main" id="{C5E340EB-0633-B163-8EE6-59FFEC0D75D6}"/>
              </a:ext>
            </a:extLst>
          </p:cNvPr>
          <p:cNvSpPr/>
          <p:nvPr/>
        </p:nvSpPr>
        <p:spPr bwMode="gray">
          <a:xfrm>
            <a:off x="347449" y="4575276"/>
            <a:ext cx="411480" cy="407719"/>
          </a:xfrm>
          <a:prstGeom prst="ellipse">
            <a:avLst/>
          </a:prstGeom>
          <a:solidFill>
            <a:schemeClr val="accent2">
              <a:lumMod val="60000"/>
              <a:lumOff val="40000"/>
            </a:schemeClr>
          </a:solidFill>
          <a:ln w="19050" algn="ctr">
            <a:noFill/>
            <a:miter lim="800000"/>
            <a:headEnd/>
            <a:tailEnd/>
          </a:ln>
        </p:spPr>
        <p:txBody>
          <a:bodyPr wrap="square" lIns="88900" tIns="88900" rIns="88900" bIns="88900" rtlCol="0" anchor="ctr"/>
          <a:lstStyle/>
          <a:p>
            <a:pPr algn="ctr">
              <a:lnSpc>
                <a:spcPct val="106000"/>
              </a:lnSpc>
            </a:pPr>
            <a:endParaRPr lang="en-US" sz="1500" b="1" dirty="0">
              <a:solidFill>
                <a:schemeClr val="bg1"/>
              </a:solidFill>
            </a:endParaRPr>
          </a:p>
        </p:txBody>
      </p:sp>
      <p:sp>
        <p:nvSpPr>
          <p:cNvPr id="20" name="Oval 19">
            <a:extLst>
              <a:ext uri="{FF2B5EF4-FFF2-40B4-BE49-F238E27FC236}">
                <a16:creationId xmlns:a16="http://schemas.microsoft.com/office/drawing/2014/main" id="{1BFDCC11-D44E-0DA2-97E8-2C9E3F719F8C}"/>
              </a:ext>
            </a:extLst>
          </p:cNvPr>
          <p:cNvSpPr/>
          <p:nvPr/>
        </p:nvSpPr>
        <p:spPr bwMode="gray">
          <a:xfrm>
            <a:off x="375684" y="6137837"/>
            <a:ext cx="411480" cy="407719"/>
          </a:xfrm>
          <a:prstGeom prst="ellipse">
            <a:avLst/>
          </a:prstGeom>
          <a:solidFill>
            <a:schemeClr val="accent2">
              <a:lumMod val="60000"/>
              <a:lumOff val="40000"/>
            </a:schemeClr>
          </a:solidFill>
          <a:ln w="19050" algn="ctr">
            <a:noFill/>
            <a:miter lim="800000"/>
            <a:headEnd/>
            <a:tailEnd/>
          </a:ln>
        </p:spPr>
        <p:txBody>
          <a:bodyPr wrap="square" lIns="88900" tIns="88900" rIns="88900" bIns="88900" rtlCol="0" anchor="ctr"/>
          <a:lstStyle/>
          <a:p>
            <a:pPr algn="ctr">
              <a:lnSpc>
                <a:spcPct val="106000"/>
              </a:lnSpc>
            </a:pPr>
            <a:endParaRPr lang="en-US" sz="1500" b="1" dirty="0">
              <a:solidFill>
                <a:schemeClr val="bg1"/>
              </a:solidFill>
            </a:endParaRPr>
          </a:p>
        </p:txBody>
      </p:sp>
    </p:spTree>
    <p:extLst>
      <p:ext uri="{BB962C8B-B14F-4D97-AF65-F5344CB8AC3E}">
        <p14:creationId xmlns:p14="http://schemas.microsoft.com/office/powerpoint/2010/main" val="1378765721"/>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3284FE-303E-EBAB-BA9E-8E02829F06E9}"/>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183736E9-383D-07A2-503A-92187A9B597A}"/>
              </a:ext>
            </a:extLst>
          </p:cNvPr>
          <p:cNvGraphicFramePr>
            <a:graphicFrameLocks noChangeAspect="1"/>
          </p:cNvGraphicFramePr>
          <p:nvPr>
            <p:custDataLst>
              <p:tags r:id="rId1"/>
            </p:custDataLst>
            <p:extLst>
              <p:ext uri="{D42A27DB-BD31-4B8C-83A1-F6EECF244321}">
                <p14:modId xmlns:p14="http://schemas.microsoft.com/office/powerpoint/2010/main" val="37733483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183736E9-383D-07A2-503A-92187A9B597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564C2F19-2A06-9345-0063-92A38CC597BF}"/>
              </a:ext>
            </a:extLst>
          </p:cNvPr>
          <p:cNvSpPr>
            <a:spLocks noGrp="1"/>
          </p:cNvSpPr>
          <p:nvPr>
            <p:ph type="title"/>
          </p:nvPr>
        </p:nvSpPr>
        <p:spPr/>
        <p:txBody>
          <a:bodyPr vert="horz"/>
          <a:lstStyle/>
          <a:p>
            <a:r>
              <a:rPr lang="en-US" dirty="0"/>
              <a:t>Module G: Tentative Timeline</a:t>
            </a:r>
            <a:br>
              <a:rPr lang="en-US" dirty="0"/>
            </a:br>
            <a:endParaRPr lang="en-US" dirty="0"/>
          </a:p>
        </p:txBody>
      </p:sp>
      <p:graphicFrame>
        <p:nvGraphicFramePr>
          <p:cNvPr id="9" name="Table 8">
            <a:extLst>
              <a:ext uri="{FF2B5EF4-FFF2-40B4-BE49-F238E27FC236}">
                <a16:creationId xmlns:a16="http://schemas.microsoft.com/office/drawing/2014/main" id="{824FC89C-D9BD-DB4B-B8BD-A3DB22D43382}"/>
              </a:ext>
            </a:extLst>
          </p:cNvPr>
          <p:cNvGraphicFramePr>
            <a:graphicFrameLocks noGrp="1"/>
          </p:cNvGraphicFramePr>
          <p:nvPr>
            <p:extLst>
              <p:ext uri="{D42A27DB-BD31-4B8C-83A1-F6EECF244321}">
                <p14:modId xmlns:p14="http://schemas.microsoft.com/office/powerpoint/2010/main" val="190103341"/>
              </p:ext>
            </p:extLst>
          </p:nvPr>
        </p:nvGraphicFramePr>
        <p:xfrm>
          <a:off x="552454" y="1105427"/>
          <a:ext cx="12100546" cy="4228645"/>
        </p:xfrm>
        <a:graphic>
          <a:graphicData uri="http://schemas.openxmlformats.org/drawingml/2006/table">
            <a:tbl>
              <a:tblPr/>
              <a:tblGrid>
                <a:gridCol w="407666">
                  <a:extLst>
                    <a:ext uri="{9D8B030D-6E8A-4147-A177-3AD203B41FA5}">
                      <a16:colId xmlns:a16="http://schemas.microsoft.com/office/drawing/2014/main" val="2585490051"/>
                    </a:ext>
                  </a:extLst>
                </a:gridCol>
                <a:gridCol w="882241">
                  <a:extLst>
                    <a:ext uri="{9D8B030D-6E8A-4147-A177-3AD203B41FA5}">
                      <a16:colId xmlns:a16="http://schemas.microsoft.com/office/drawing/2014/main" val="3055015191"/>
                    </a:ext>
                  </a:extLst>
                </a:gridCol>
                <a:gridCol w="340769">
                  <a:extLst>
                    <a:ext uri="{9D8B030D-6E8A-4147-A177-3AD203B41FA5}">
                      <a16:colId xmlns:a16="http://schemas.microsoft.com/office/drawing/2014/main" val="3484253639"/>
                    </a:ext>
                  </a:extLst>
                </a:gridCol>
                <a:gridCol w="1772222">
                  <a:extLst>
                    <a:ext uri="{9D8B030D-6E8A-4147-A177-3AD203B41FA5}">
                      <a16:colId xmlns:a16="http://schemas.microsoft.com/office/drawing/2014/main" val="777122556"/>
                    </a:ext>
                  </a:extLst>
                </a:gridCol>
                <a:gridCol w="362402">
                  <a:extLst>
                    <a:ext uri="{9D8B030D-6E8A-4147-A177-3AD203B41FA5}">
                      <a16:colId xmlns:a16="http://schemas.microsoft.com/office/drawing/2014/main" val="492810475"/>
                    </a:ext>
                  </a:extLst>
                </a:gridCol>
                <a:gridCol w="362402">
                  <a:extLst>
                    <a:ext uri="{9D8B030D-6E8A-4147-A177-3AD203B41FA5}">
                      <a16:colId xmlns:a16="http://schemas.microsoft.com/office/drawing/2014/main" val="4257592100"/>
                    </a:ext>
                  </a:extLst>
                </a:gridCol>
                <a:gridCol w="362402">
                  <a:extLst>
                    <a:ext uri="{9D8B030D-6E8A-4147-A177-3AD203B41FA5}">
                      <a16:colId xmlns:a16="http://schemas.microsoft.com/office/drawing/2014/main" val="1927318321"/>
                    </a:ext>
                  </a:extLst>
                </a:gridCol>
                <a:gridCol w="362402">
                  <a:extLst>
                    <a:ext uri="{9D8B030D-6E8A-4147-A177-3AD203B41FA5}">
                      <a16:colId xmlns:a16="http://schemas.microsoft.com/office/drawing/2014/main" val="756084954"/>
                    </a:ext>
                  </a:extLst>
                </a:gridCol>
                <a:gridCol w="362402">
                  <a:extLst>
                    <a:ext uri="{9D8B030D-6E8A-4147-A177-3AD203B41FA5}">
                      <a16:colId xmlns:a16="http://schemas.microsoft.com/office/drawing/2014/main" val="4065688528"/>
                    </a:ext>
                  </a:extLst>
                </a:gridCol>
                <a:gridCol w="362402">
                  <a:extLst>
                    <a:ext uri="{9D8B030D-6E8A-4147-A177-3AD203B41FA5}">
                      <a16:colId xmlns:a16="http://schemas.microsoft.com/office/drawing/2014/main" val="3731701330"/>
                    </a:ext>
                  </a:extLst>
                </a:gridCol>
                <a:gridCol w="362402">
                  <a:extLst>
                    <a:ext uri="{9D8B030D-6E8A-4147-A177-3AD203B41FA5}">
                      <a16:colId xmlns:a16="http://schemas.microsoft.com/office/drawing/2014/main" val="2558251879"/>
                    </a:ext>
                  </a:extLst>
                </a:gridCol>
                <a:gridCol w="362402">
                  <a:extLst>
                    <a:ext uri="{9D8B030D-6E8A-4147-A177-3AD203B41FA5}">
                      <a16:colId xmlns:a16="http://schemas.microsoft.com/office/drawing/2014/main" val="1882517835"/>
                    </a:ext>
                  </a:extLst>
                </a:gridCol>
                <a:gridCol w="362402">
                  <a:extLst>
                    <a:ext uri="{9D8B030D-6E8A-4147-A177-3AD203B41FA5}">
                      <a16:colId xmlns:a16="http://schemas.microsoft.com/office/drawing/2014/main" val="3205142991"/>
                    </a:ext>
                  </a:extLst>
                </a:gridCol>
                <a:gridCol w="362402">
                  <a:extLst>
                    <a:ext uri="{9D8B030D-6E8A-4147-A177-3AD203B41FA5}">
                      <a16:colId xmlns:a16="http://schemas.microsoft.com/office/drawing/2014/main" val="3418941789"/>
                    </a:ext>
                  </a:extLst>
                </a:gridCol>
                <a:gridCol w="362402">
                  <a:extLst>
                    <a:ext uri="{9D8B030D-6E8A-4147-A177-3AD203B41FA5}">
                      <a16:colId xmlns:a16="http://schemas.microsoft.com/office/drawing/2014/main" val="2150615117"/>
                    </a:ext>
                  </a:extLst>
                </a:gridCol>
                <a:gridCol w="362402">
                  <a:extLst>
                    <a:ext uri="{9D8B030D-6E8A-4147-A177-3AD203B41FA5}">
                      <a16:colId xmlns:a16="http://schemas.microsoft.com/office/drawing/2014/main" val="2072492431"/>
                    </a:ext>
                  </a:extLst>
                </a:gridCol>
                <a:gridCol w="362402">
                  <a:extLst>
                    <a:ext uri="{9D8B030D-6E8A-4147-A177-3AD203B41FA5}">
                      <a16:colId xmlns:a16="http://schemas.microsoft.com/office/drawing/2014/main" val="2737093135"/>
                    </a:ext>
                  </a:extLst>
                </a:gridCol>
                <a:gridCol w="362402">
                  <a:extLst>
                    <a:ext uri="{9D8B030D-6E8A-4147-A177-3AD203B41FA5}">
                      <a16:colId xmlns:a16="http://schemas.microsoft.com/office/drawing/2014/main" val="2151963547"/>
                    </a:ext>
                  </a:extLst>
                </a:gridCol>
                <a:gridCol w="362402">
                  <a:extLst>
                    <a:ext uri="{9D8B030D-6E8A-4147-A177-3AD203B41FA5}">
                      <a16:colId xmlns:a16="http://schemas.microsoft.com/office/drawing/2014/main" val="458744269"/>
                    </a:ext>
                  </a:extLst>
                </a:gridCol>
                <a:gridCol w="362402">
                  <a:extLst>
                    <a:ext uri="{9D8B030D-6E8A-4147-A177-3AD203B41FA5}">
                      <a16:colId xmlns:a16="http://schemas.microsoft.com/office/drawing/2014/main" val="3084482256"/>
                    </a:ext>
                  </a:extLst>
                </a:gridCol>
                <a:gridCol w="362402">
                  <a:extLst>
                    <a:ext uri="{9D8B030D-6E8A-4147-A177-3AD203B41FA5}">
                      <a16:colId xmlns:a16="http://schemas.microsoft.com/office/drawing/2014/main" val="275132948"/>
                    </a:ext>
                  </a:extLst>
                </a:gridCol>
                <a:gridCol w="362402">
                  <a:extLst>
                    <a:ext uri="{9D8B030D-6E8A-4147-A177-3AD203B41FA5}">
                      <a16:colId xmlns:a16="http://schemas.microsoft.com/office/drawing/2014/main" val="1032866554"/>
                    </a:ext>
                  </a:extLst>
                </a:gridCol>
                <a:gridCol w="362402">
                  <a:extLst>
                    <a:ext uri="{9D8B030D-6E8A-4147-A177-3AD203B41FA5}">
                      <a16:colId xmlns:a16="http://schemas.microsoft.com/office/drawing/2014/main" val="3511230138"/>
                    </a:ext>
                  </a:extLst>
                </a:gridCol>
                <a:gridCol w="362402">
                  <a:extLst>
                    <a:ext uri="{9D8B030D-6E8A-4147-A177-3AD203B41FA5}">
                      <a16:colId xmlns:a16="http://schemas.microsoft.com/office/drawing/2014/main" val="2646988229"/>
                    </a:ext>
                  </a:extLst>
                </a:gridCol>
                <a:gridCol w="362402">
                  <a:extLst>
                    <a:ext uri="{9D8B030D-6E8A-4147-A177-3AD203B41FA5}">
                      <a16:colId xmlns:a16="http://schemas.microsoft.com/office/drawing/2014/main" val="1114421711"/>
                    </a:ext>
                  </a:extLst>
                </a:gridCol>
                <a:gridCol w="362402">
                  <a:extLst>
                    <a:ext uri="{9D8B030D-6E8A-4147-A177-3AD203B41FA5}">
                      <a16:colId xmlns:a16="http://schemas.microsoft.com/office/drawing/2014/main" val="4231497401"/>
                    </a:ext>
                  </a:extLst>
                </a:gridCol>
                <a:gridCol w="362402">
                  <a:extLst>
                    <a:ext uri="{9D8B030D-6E8A-4147-A177-3AD203B41FA5}">
                      <a16:colId xmlns:a16="http://schemas.microsoft.com/office/drawing/2014/main" val="3260863141"/>
                    </a:ext>
                  </a:extLst>
                </a:gridCol>
                <a:gridCol w="362402">
                  <a:extLst>
                    <a:ext uri="{9D8B030D-6E8A-4147-A177-3AD203B41FA5}">
                      <a16:colId xmlns:a16="http://schemas.microsoft.com/office/drawing/2014/main" val="812849325"/>
                    </a:ext>
                  </a:extLst>
                </a:gridCol>
              </a:tblGrid>
              <a:tr h="58796">
                <a:tc rowSpan="3">
                  <a:txBody>
                    <a:bodyPr/>
                    <a:lstStyle/>
                    <a:p>
                      <a:pPr algn="ctr" fontAlgn="ctr"/>
                      <a:r>
                        <a:rPr lang="en-US" sz="1200" b="1" i="0" u="none" strike="noStrike" dirty="0" err="1">
                          <a:solidFill>
                            <a:srgbClr val="FFFFFF"/>
                          </a:solidFill>
                          <a:effectLst/>
                          <a:latin typeface="+mj-lt"/>
                        </a:rPr>
                        <a:t>Sl</a:t>
                      </a:r>
                      <a:r>
                        <a:rPr lang="en-US" sz="1200" b="1" i="0" u="none" strike="noStrike" dirty="0">
                          <a:solidFill>
                            <a:srgbClr val="FFFFFF"/>
                          </a:solidFill>
                          <a:effectLst/>
                          <a:latin typeface="+mj-lt"/>
                        </a:rPr>
                        <a:t> No</a:t>
                      </a:r>
                    </a:p>
                  </a:txBody>
                  <a:tcPr marL="4481" marR="4481" marT="4481"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solidFill>
                  </a:tcPr>
                </a:tc>
                <a:tc rowSpan="3">
                  <a:txBody>
                    <a:bodyPr/>
                    <a:lstStyle/>
                    <a:p>
                      <a:pPr algn="ctr" fontAlgn="ctr"/>
                      <a:r>
                        <a:rPr lang="en-US" sz="1200" b="1" i="0" u="none" strike="noStrike" dirty="0">
                          <a:solidFill>
                            <a:srgbClr val="FFFFFF"/>
                          </a:solidFill>
                          <a:effectLst/>
                          <a:latin typeface="+mj-lt"/>
                        </a:rPr>
                        <a:t>Module &amp; Task Reference</a:t>
                      </a: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solidFill>
                  </a:tcPr>
                </a:tc>
                <a:tc rowSpan="3">
                  <a:txBody>
                    <a:bodyPr/>
                    <a:lstStyle/>
                    <a:p>
                      <a:pPr algn="ctr" fontAlgn="ctr"/>
                      <a:r>
                        <a:rPr lang="en-US" sz="1200" b="1" i="0" u="none" strike="noStrike" dirty="0">
                          <a:solidFill>
                            <a:srgbClr val="FFFFFF"/>
                          </a:solidFill>
                          <a:effectLst/>
                          <a:latin typeface="+mj-lt"/>
                        </a:rPr>
                        <a:t>RFP Ref</a:t>
                      </a: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solidFill>
                  </a:tcPr>
                </a:tc>
                <a:tc rowSpan="3">
                  <a:txBody>
                    <a:bodyPr/>
                    <a:lstStyle/>
                    <a:p>
                      <a:pPr algn="ctr" fontAlgn="ctr"/>
                      <a:r>
                        <a:rPr lang="en-US" sz="1200" b="1" i="0" u="none" strike="noStrike" dirty="0">
                          <a:solidFill>
                            <a:srgbClr val="FFFFFF"/>
                          </a:solidFill>
                          <a:effectLst/>
                          <a:latin typeface="+mj-lt"/>
                        </a:rPr>
                        <a:t>Task</a:t>
                      </a: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solidFill>
                  </a:tcPr>
                </a:tc>
                <a:tc gridSpan="12">
                  <a:txBody>
                    <a:bodyPr/>
                    <a:lstStyle/>
                    <a:p>
                      <a:pPr algn="ctr" fontAlgn="ctr"/>
                      <a:r>
                        <a:rPr lang="en-US" sz="1200" b="1" i="0" u="none" strike="noStrike" dirty="0">
                          <a:solidFill>
                            <a:srgbClr val="000000"/>
                          </a:solidFill>
                          <a:effectLst/>
                          <a:latin typeface="+mj-lt"/>
                        </a:rPr>
                        <a:t>Year 1</a:t>
                      </a:r>
                    </a:p>
                  </a:txBody>
                  <a:tcPr marL="4481" marR="4481" marT="4481" marB="0" anchor="ctr">
                    <a:lnL>
                      <a:noFill/>
                    </a:lnL>
                    <a:lnR>
                      <a:noFill/>
                    </a:lnR>
                    <a:lnT w="12700" cap="flat" cmpd="sng" algn="ctr">
                      <a:solidFill>
                        <a:schemeClr val="tx1"/>
                      </a:solidFill>
                      <a:prstDash val="solid"/>
                      <a:round/>
                      <a:headEnd type="none" w="med" len="med"/>
                      <a:tailEnd type="none" w="med" len="med"/>
                    </a:lnT>
                    <a:lnB>
                      <a:noFill/>
                    </a:lnB>
                    <a:solidFill>
                      <a:srgbClr val="92D05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12">
                  <a:txBody>
                    <a:bodyPr/>
                    <a:lstStyle/>
                    <a:p>
                      <a:pPr algn="ctr" fontAlgn="ctr"/>
                      <a:r>
                        <a:rPr lang="en-US" sz="1200" b="1" i="0" u="none" strike="noStrike" dirty="0">
                          <a:solidFill>
                            <a:srgbClr val="000000"/>
                          </a:solidFill>
                          <a:effectLst/>
                          <a:latin typeface="+mj-lt"/>
                        </a:rPr>
                        <a:t>Year 2</a:t>
                      </a:r>
                    </a:p>
                  </a:txBody>
                  <a:tcPr marL="4481" marR="4481" marT="4481"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rgbClr val="00B0F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07438526"/>
                  </a:ext>
                </a:extLst>
              </a:tr>
              <a:tr h="44449">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r>
                        <a:rPr lang="en-US" sz="900" b="1" i="0" u="none" strike="noStrike" dirty="0">
                          <a:solidFill>
                            <a:srgbClr val="000000"/>
                          </a:solidFill>
                          <a:effectLst/>
                          <a:latin typeface="+mj-lt"/>
                        </a:rPr>
                        <a:t>M1</a:t>
                      </a:r>
                    </a:p>
                  </a:txBody>
                  <a:tcPr marL="4481" marR="4481" marT="4481"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mj-lt"/>
                        </a:rPr>
                        <a:t>M2</a:t>
                      </a:r>
                    </a:p>
                  </a:txBody>
                  <a:tcPr marL="4481" marR="4481" marT="4481"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mj-lt"/>
                        </a:rPr>
                        <a:t>M3</a:t>
                      </a:r>
                    </a:p>
                  </a:txBody>
                  <a:tcPr marL="4481" marR="4481" marT="4481"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mj-lt"/>
                        </a:rPr>
                        <a:t>M4</a:t>
                      </a:r>
                    </a:p>
                  </a:txBody>
                  <a:tcPr marL="4481" marR="4481" marT="4481"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mj-lt"/>
                        </a:rPr>
                        <a:t>M5</a:t>
                      </a:r>
                    </a:p>
                  </a:txBody>
                  <a:tcPr marL="4481" marR="4481" marT="4481"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mj-lt"/>
                        </a:rPr>
                        <a:t>M6</a:t>
                      </a:r>
                    </a:p>
                  </a:txBody>
                  <a:tcPr marL="4481" marR="4481" marT="4481"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mj-lt"/>
                        </a:rPr>
                        <a:t>M7</a:t>
                      </a:r>
                    </a:p>
                  </a:txBody>
                  <a:tcPr marL="4481" marR="4481" marT="4481"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mj-lt"/>
                        </a:rPr>
                        <a:t>M8</a:t>
                      </a:r>
                    </a:p>
                  </a:txBody>
                  <a:tcPr marL="4481" marR="4481" marT="4481"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mj-lt"/>
                        </a:rPr>
                        <a:t>M9</a:t>
                      </a:r>
                    </a:p>
                  </a:txBody>
                  <a:tcPr marL="4481" marR="4481" marT="4481"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mj-lt"/>
                        </a:rPr>
                        <a:t>M10</a:t>
                      </a:r>
                    </a:p>
                  </a:txBody>
                  <a:tcPr marL="4481" marR="4481" marT="4481"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mj-lt"/>
                        </a:rPr>
                        <a:t>M11</a:t>
                      </a:r>
                    </a:p>
                  </a:txBody>
                  <a:tcPr marL="4481" marR="4481" marT="4481"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mj-lt"/>
                        </a:rPr>
                        <a:t>M12</a:t>
                      </a:r>
                    </a:p>
                  </a:txBody>
                  <a:tcPr marL="4481" marR="4481" marT="4481"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mj-lt"/>
                        </a:rPr>
                        <a:t>M1</a:t>
                      </a:r>
                    </a:p>
                  </a:txBody>
                  <a:tcPr marL="4481" marR="4481" marT="4481"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mj-lt"/>
                        </a:rPr>
                        <a:t>M2</a:t>
                      </a:r>
                    </a:p>
                  </a:txBody>
                  <a:tcPr marL="4481" marR="4481" marT="4481"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mj-lt"/>
                        </a:rPr>
                        <a:t>M3</a:t>
                      </a:r>
                    </a:p>
                  </a:txBody>
                  <a:tcPr marL="4481" marR="4481" marT="4481"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mj-lt"/>
                        </a:rPr>
                        <a:t>M4</a:t>
                      </a:r>
                    </a:p>
                  </a:txBody>
                  <a:tcPr marL="4481" marR="4481" marT="4481"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mj-lt"/>
                        </a:rPr>
                        <a:t>M5</a:t>
                      </a:r>
                    </a:p>
                  </a:txBody>
                  <a:tcPr marL="4481" marR="4481" marT="4481"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mj-lt"/>
                        </a:rPr>
                        <a:t>M6</a:t>
                      </a:r>
                    </a:p>
                  </a:txBody>
                  <a:tcPr marL="4481" marR="4481" marT="4481"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mj-lt"/>
                        </a:rPr>
                        <a:t>M7</a:t>
                      </a:r>
                    </a:p>
                  </a:txBody>
                  <a:tcPr marL="4481" marR="4481" marT="4481"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mj-lt"/>
                        </a:rPr>
                        <a:t>M8</a:t>
                      </a:r>
                    </a:p>
                  </a:txBody>
                  <a:tcPr marL="4481" marR="4481" marT="4481"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mj-lt"/>
                        </a:rPr>
                        <a:t>M9</a:t>
                      </a:r>
                    </a:p>
                  </a:txBody>
                  <a:tcPr marL="4481" marR="4481" marT="4481"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mj-lt"/>
                        </a:rPr>
                        <a:t>M10</a:t>
                      </a:r>
                    </a:p>
                  </a:txBody>
                  <a:tcPr marL="4481" marR="4481" marT="4481"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mj-lt"/>
                        </a:rPr>
                        <a:t>M11</a:t>
                      </a:r>
                    </a:p>
                  </a:txBody>
                  <a:tcPr marL="4481" marR="4481" marT="4481"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mj-lt"/>
                        </a:rPr>
                        <a:t>M12</a:t>
                      </a:r>
                    </a:p>
                  </a:txBody>
                  <a:tcPr marL="4481" marR="4481" marT="4481" marB="0" anchor="ctr">
                    <a:lnL>
                      <a:noFill/>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482638130"/>
                  </a:ext>
                </a:extLst>
              </a:tr>
              <a:tr h="70331">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r>
                        <a:rPr lang="en-US" sz="900" b="1" i="0" u="none" strike="noStrike" dirty="0">
                          <a:solidFill>
                            <a:srgbClr val="A6A6A6"/>
                          </a:solidFill>
                          <a:effectLst/>
                          <a:latin typeface="+mj-lt"/>
                        </a:rPr>
                        <a:t>Aug</a:t>
                      </a:r>
                    </a:p>
                  </a:txBody>
                  <a:tcPr marL="4481" marR="4481" marT="4481"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mj-lt"/>
                        </a:rPr>
                        <a:t>Sep</a:t>
                      </a:r>
                    </a:p>
                  </a:txBody>
                  <a:tcPr marL="4481" marR="4481" marT="4481"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mj-lt"/>
                        </a:rPr>
                        <a:t>Oct</a:t>
                      </a:r>
                    </a:p>
                  </a:txBody>
                  <a:tcPr marL="4481" marR="4481" marT="4481"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mj-lt"/>
                        </a:rPr>
                        <a:t>Nov</a:t>
                      </a:r>
                    </a:p>
                  </a:txBody>
                  <a:tcPr marL="4481" marR="4481" marT="4481"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mj-lt"/>
                        </a:rPr>
                        <a:t>Dec</a:t>
                      </a:r>
                    </a:p>
                  </a:txBody>
                  <a:tcPr marL="4481" marR="4481" marT="4481"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mj-lt"/>
                        </a:rPr>
                        <a:t>Jan</a:t>
                      </a:r>
                    </a:p>
                  </a:txBody>
                  <a:tcPr marL="4481" marR="4481" marT="4481"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mj-lt"/>
                        </a:rPr>
                        <a:t>Feb</a:t>
                      </a:r>
                    </a:p>
                  </a:txBody>
                  <a:tcPr marL="4481" marR="4481" marT="4481"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mj-lt"/>
                        </a:rPr>
                        <a:t>Mar</a:t>
                      </a:r>
                    </a:p>
                  </a:txBody>
                  <a:tcPr marL="4481" marR="4481" marT="4481"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mj-lt"/>
                        </a:rPr>
                        <a:t>Apr</a:t>
                      </a:r>
                    </a:p>
                  </a:txBody>
                  <a:tcPr marL="4481" marR="4481" marT="4481"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mj-lt"/>
                        </a:rPr>
                        <a:t>May</a:t>
                      </a:r>
                    </a:p>
                  </a:txBody>
                  <a:tcPr marL="4481" marR="4481" marT="4481"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mj-lt"/>
                        </a:rPr>
                        <a:t>Jun</a:t>
                      </a:r>
                    </a:p>
                  </a:txBody>
                  <a:tcPr marL="4481" marR="4481" marT="4481"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mj-lt"/>
                        </a:rPr>
                        <a:t>Jul</a:t>
                      </a:r>
                    </a:p>
                  </a:txBody>
                  <a:tcPr marL="4481" marR="4481" marT="4481"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mj-lt"/>
                        </a:rPr>
                        <a:t>Aug</a:t>
                      </a:r>
                    </a:p>
                  </a:txBody>
                  <a:tcPr marL="4481" marR="4481" marT="4481"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mj-lt"/>
                        </a:rPr>
                        <a:t>Sep</a:t>
                      </a:r>
                    </a:p>
                  </a:txBody>
                  <a:tcPr marL="4481" marR="4481" marT="4481"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mj-lt"/>
                        </a:rPr>
                        <a:t>Oct</a:t>
                      </a:r>
                    </a:p>
                  </a:txBody>
                  <a:tcPr marL="4481" marR="4481" marT="4481"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mj-lt"/>
                        </a:rPr>
                        <a:t>Nov</a:t>
                      </a:r>
                    </a:p>
                  </a:txBody>
                  <a:tcPr marL="4481" marR="4481" marT="4481"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mj-lt"/>
                        </a:rPr>
                        <a:t>Dec</a:t>
                      </a:r>
                    </a:p>
                  </a:txBody>
                  <a:tcPr marL="4481" marR="4481" marT="4481"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mj-lt"/>
                        </a:rPr>
                        <a:t>Jan</a:t>
                      </a:r>
                    </a:p>
                  </a:txBody>
                  <a:tcPr marL="4481" marR="4481" marT="4481"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mj-lt"/>
                        </a:rPr>
                        <a:t>Feb</a:t>
                      </a:r>
                    </a:p>
                  </a:txBody>
                  <a:tcPr marL="4481" marR="4481" marT="4481"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mj-lt"/>
                        </a:rPr>
                        <a:t>Mar</a:t>
                      </a:r>
                    </a:p>
                  </a:txBody>
                  <a:tcPr marL="4481" marR="4481" marT="4481"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mj-lt"/>
                        </a:rPr>
                        <a:t>Apr</a:t>
                      </a:r>
                    </a:p>
                  </a:txBody>
                  <a:tcPr marL="4481" marR="4481" marT="4481"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mj-lt"/>
                        </a:rPr>
                        <a:t>May</a:t>
                      </a:r>
                    </a:p>
                  </a:txBody>
                  <a:tcPr marL="4481" marR="4481" marT="4481"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mj-lt"/>
                        </a:rPr>
                        <a:t>Jun</a:t>
                      </a:r>
                    </a:p>
                  </a:txBody>
                  <a:tcPr marL="4481" marR="4481" marT="4481"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mj-lt"/>
                        </a:rPr>
                        <a:t>Jul</a:t>
                      </a:r>
                    </a:p>
                  </a:txBody>
                  <a:tcPr marL="4481" marR="4481" marT="4481" marB="0"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74395435"/>
                  </a:ext>
                </a:extLst>
              </a:tr>
              <a:tr h="345747">
                <a:tc>
                  <a:txBody>
                    <a:bodyPr/>
                    <a:lstStyle/>
                    <a:p>
                      <a:pPr algn="ctr" fontAlgn="ctr"/>
                      <a:r>
                        <a:rPr lang="en-US" sz="1200" b="0" i="0" u="none" strike="noStrike" dirty="0">
                          <a:solidFill>
                            <a:srgbClr val="000000"/>
                          </a:solidFill>
                          <a:effectLst/>
                          <a:latin typeface="+mj-lt"/>
                        </a:rPr>
                        <a:t>1</a:t>
                      </a:r>
                    </a:p>
                  </a:txBody>
                  <a:tcPr marL="4481" marR="4481" marT="4481"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mj-lt"/>
                        </a:rPr>
                        <a:t>Mod. G, Task 1</a:t>
                      </a: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mj-lt"/>
                        </a:rPr>
                        <a:t>18</a:t>
                      </a: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b="0" i="0" u="none" strike="noStrike" dirty="0">
                          <a:solidFill>
                            <a:srgbClr val="000000"/>
                          </a:solidFill>
                          <a:effectLst/>
                          <a:latin typeface="+mj-lt"/>
                        </a:rPr>
                        <a:t>Review of new PPAs with Distribution Licensee</a:t>
                      </a: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dirty="0">
                          <a:solidFill>
                            <a:srgbClr val="A6A6A6"/>
                          </a:solidFill>
                          <a:effectLst/>
                          <a:latin typeface="+mj-lt"/>
                        </a:rPr>
                        <a:t> </a:t>
                      </a: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4481" marR="4481" marT="4481"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extLst>
                  <a:ext uri="{0D108BD9-81ED-4DB2-BD59-A6C34878D82A}">
                    <a16:rowId xmlns:a16="http://schemas.microsoft.com/office/drawing/2014/main" val="321202069"/>
                  </a:ext>
                </a:extLst>
              </a:tr>
              <a:tr h="460527">
                <a:tc>
                  <a:txBody>
                    <a:bodyPr/>
                    <a:lstStyle/>
                    <a:p>
                      <a:pPr algn="ctr" fontAlgn="ctr"/>
                      <a:r>
                        <a:rPr lang="en-US" sz="1200" b="0" i="0" u="none" strike="noStrike" dirty="0">
                          <a:solidFill>
                            <a:srgbClr val="000000"/>
                          </a:solidFill>
                          <a:effectLst/>
                          <a:latin typeface="+mj-lt"/>
                        </a:rPr>
                        <a:t>2</a:t>
                      </a:r>
                    </a:p>
                  </a:txBody>
                  <a:tcPr marL="4481" marR="4481" marT="4481"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mj-lt"/>
                        </a:rPr>
                        <a:t>Mod. G, Task 2</a:t>
                      </a: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mj-lt"/>
                        </a:rPr>
                        <a:t>16</a:t>
                      </a: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b="0" i="0" u="none" strike="noStrike" dirty="0">
                          <a:solidFill>
                            <a:srgbClr val="000000"/>
                          </a:solidFill>
                          <a:effectLst/>
                          <a:latin typeface="+mj-lt"/>
                        </a:rPr>
                        <a:t>Database of cost information on generation plants in Nepal &amp; contribute to ERC IPP Roadmap</a:t>
                      </a: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dirty="0">
                          <a:solidFill>
                            <a:srgbClr val="A6A6A6"/>
                          </a:solidFill>
                          <a:effectLst/>
                          <a:latin typeface="+mj-lt"/>
                        </a:rPr>
                        <a:t> </a:t>
                      </a: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l" fontAlgn="t"/>
                      <a:endParaRPr lang="en-US" sz="900" b="0" i="0" u="none" strike="noStrike" dirty="0">
                        <a:solidFill>
                          <a:srgbClr val="000000"/>
                        </a:solidFill>
                        <a:effectLst/>
                        <a:latin typeface="+mj-lt"/>
                      </a:endParaRPr>
                    </a:p>
                  </a:txBody>
                  <a:tcPr marL="4481" marR="4481" marT="4481" marB="0">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endParaRPr lang="en-US" sz="900" b="0" i="0" u="none" strike="noStrike" dirty="0">
                        <a:solidFill>
                          <a:srgbClr val="000000"/>
                        </a:solidFill>
                        <a:effectLst/>
                        <a:latin typeface="+mj-lt"/>
                      </a:endParaRPr>
                    </a:p>
                  </a:txBody>
                  <a:tcPr marL="4481" marR="4481" marT="4481" marB="0">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endParaRPr lang="en-US" sz="900" b="0" i="0" u="none" strike="noStrike" dirty="0">
                        <a:solidFill>
                          <a:srgbClr val="000000"/>
                        </a:solidFill>
                        <a:effectLst/>
                        <a:latin typeface="+mj-lt"/>
                      </a:endParaRPr>
                    </a:p>
                  </a:txBody>
                  <a:tcPr marL="4481" marR="4481" marT="4481" marB="0">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endParaRPr lang="en-US" sz="900" b="0" i="0" u="none" strike="noStrike" dirty="0">
                        <a:solidFill>
                          <a:srgbClr val="000000"/>
                        </a:solidFill>
                        <a:effectLst/>
                        <a:latin typeface="+mj-lt"/>
                      </a:endParaRPr>
                    </a:p>
                  </a:txBody>
                  <a:tcPr marL="4481" marR="4481" marT="4481" marB="0">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endParaRPr lang="en-US" sz="900" b="0" i="0" u="none" strike="noStrike" dirty="0">
                        <a:solidFill>
                          <a:srgbClr val="000000"/>
                        </a:solidFill>
                        <a:effectLst/>
                        <a:latin typeface="+mj-lt"/>
                      </a:endParaRPr>
                    </a:p>
                  </a:txBody>
                  <a:tcPr marL="4481" marR="4481" marT="4481" marB="0">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endParaRPr lang="en-US" sz="900" b="0" i="0" u="none" strike="noStrike" dirty="0">
                        <a:solidFill>
                          <a:srgbClr val="000000"/>
                        </a:solidFill>
                        <a:effectLst/>
                        <a:latin typeface="+mj-lt"/>
                      </a:endParaRPr>
                    </a:p>
                  </a:txBody>
                  <a:tcPr marL="4481" marR="4481" marT="4481" marB="0">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4481" marR="4481" marT="4481"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05319017"/>
                  </a:ext>
                </a:extLst>
              </a:tr>
              <a:tr h="288357">
                <a:tc>
                  <a:txBody>
                    <a:bodyPr/>
                    <a:lstStyle/>
                    <a:p>
                      <a:pPr algn="ctr" fontAlgn="ctr"/>
                      <a:r>
                        <a:rPr lang="en-US" sz="1200" b="0" i="0" u="none" strike="noStrike" dirty="0">
                          <a:solidFill>
                            <a:srgbClr val="000000"/>
                          </a:solidFill>
                          <a:effectLst/>
                          <a:latin typeface="+mj-lt"/>
                        </a:rPr>
                        <a:t>3</a:t>
                      </a:r>
                    </a:p>
                  </a:txBody>
                  <a:tcPr marL="4481" marR="4481" marT="4481"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mj-lt"/>
                        </a:rPr>
                        <a:t>Mod. G, Task 3</a:t>
                      </a: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mj-lt"/>
                        </a:rPr>
                        <a:t>18</a:t>
                      </a: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b="0" i="0" u="none" strike="noStrike" dirty="0">
                          <a:solidFill>
                            <a:srgbClr val="000000"/>
                          </a:solidFill>
                          <a:effectLst/>
                          <a:latin typeface="+mj-lt"/>
                        </a:rPr>
                        <a:t>Preparation of Guidelines / Standard PPA</a:t>
                      </a: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endParaRPr lang="en-US" sz="900" b="0" i="0" u="none" strike="noStrike" dirty="0">
                        <a:solidFill>
                          <a:srgbClr val="000000"/>
                        </a:solidFill>
                        <a:effectLst/>
                        <a:latin typeface="+mj-lt"/>
                      </a:endParaRP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dirty="0">
                          <a:solidFill>
                            <a:srgbClr val="A6A6A6"/>
                          </a:solidFill>
                          <a:effectLst/>
                          <a:latin typeface="+mj-lt"/>
                        </a:rPr>
                        <a:t> </a:t>
                      </a: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mj-lt"/>
                        </a:rPr>
                        <a:t> </a:t>
                      </a: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l" fontAlgn="t"/>
                      <a:endParaRPr lang="en-US" sz="900" b="0" i="0" u="none" strike="noStrike" dirty="0">
                        <a:solidFill>
                          <a:srgbClr val="000000"/>
                        </a:solidFill>
                        <a:effectLst/>
                        <a:latin typeface="+mj-lt"/>
                      </a:endParaRPr>
                    </a:p>
                  </a:txBody>
                  <a:tcPr marL="4481" marR="4481" marT="4481" marB="0">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endParaRPr lang="en-US" sz="900" b="0" i="0" u="none" strike="noStrike" dirty="0">
                        <a:solidFill>
                          <a:srgbClr val="000000"/>
                        </a:solidFill>
                        <a:effectLst/>
                        <a:latin typeface="+mj-lt"/>
                      </a:endParaRPr>
                    </a:p>
                  </a:txBody>
                  <a:tcPr marL="4481" marR="4481" marT="4481" marB="0">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endParaRPr lang="en-US" sz="900" b="0" i="0" u="none" strike="noStrike" dirty="0">
                        <a:solidFill>
                          <a:srgbClr val="000000"/>
                        </a:solidFill>
                        <a:effectLst/>
                        <a:latin typeface="+mj-lt"/>
                      </a:endParaRPr>
                    </a:p>
                  </a:txBody>
                  <a:tcPr marL="4481" marR="4481" marT="4481" marB="0">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t"/>
                      <a:endParaRPr lang="en-US" sz="900" b="0" i="0" u="none" strike="noStrike" dirty="0">
                        <a:solidFill>
                          <a:srgbClr val="000000"/>
                        </a:solidFill>
                        <a:effectLst/>
                        <a:latin typeface="+mj-lt"/>
                      </a:endParaRPr>
                    </a:p>
                  </a:txBody>
                  <a:tcPr marL="4481" marR="4481" marT="4481" marB="0">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11928259"/>
                  </a:ext>
                </a:extLst>
              </a:tr>
              <a:tr h="575307">
                <a:tc>
                  <a:txBody>
                    <a:bodyPr/>
                    <a:lstStyle/>
                    <a:p>
                      <a:pPr algn="ctr" fontAlgn="ctr"/>
                      <a:r>
                        <a:rPr lang="en-US" sz="1200" b="0" i="0" u="none" strike="noStrike" dirty="0">
                          <a:solidFill>
                            <a:srgbClr val="963634"/>
                          </a:solidFill>
                          <a:effectLst/>
                          <a:latin typeface="+mj-lt"/>
                        </a:rPr>
                        <a:t>4</a:t>
                      </a:r>
                    </a:p>
                  </a:txBody>
                  <a:tcPr marL="4481" marR="4481" marT="4481"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963634"/>
                          </a:solidFill>
                          <a:effectLst/>
                          <a:latin typeface="+mj-lt"/>
                        </a:rPr>
                        <a:t>Mod. G, Task 4</a:t>
                      </a: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963634"/>
                          </a:solidFill>
                          <a:effectLst/>
                          <a:latin typeface="+mj-lt"/>
                        </a:rPr>
                        <a:t>26</a:t>
                      </a:r>
                    </a:p>
                  </a:txBody>
                  <a:tcPr marL="4481" marR="4481" marT="4481"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b="0" i="0" u="none" strike="noStrike" dirty="0">
                          <a:solidFill>
                            <a:srgbClr val="963634"/>
                          </a:solidFill>
                          <a:effectLst/>
                          <a:latin typeface="+mj-lt"/>
                        </a:rPr>
                        <a:t>Initiate &amp; lead consultations &amp; planning on transition to a competitive bidding process for new power projects. Develop IPP Roadmap for effective regulation of IPPs</a:t>
                      </a:r>
                    </a:p>
                  </a:txBody>
                  <a:tcPr marL="4481" marR="4481" marT="4481"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4">
                  <a:txBody>
                    <a:bodyPr/>
                    <a:lstStyle/>
                    <a:p>
                      <a:pPr algn="l" fontAlgn="ctr"/>
                      <a:endParaRPr lang="en-US" sz="900" b="0" i="0" u="none" strike="noStrike" dirty="0">
                        <a:solidFill>
                          <a:srgbClr val="000000"/>
                        </a:solidFill>
                        <a:effectLst/>
                        <a:latin typeface="+mj-lt"/>
                      </a:endParaRPr>
                    </a:p>
                  </a:txBody>
                  <a:tcPr marL="4481" marR="4481" marT="4481"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0808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a:p>
                  </a:txBody>
                  <a:tcPr marL="4481" marR="4481" marT="4481" marB="0" anchor="ctr">
                    <a:lnL>
                      <a:noFill/>
                    </a:lnL>
                    <a:lnR>
                      <a:noFill/>
                    </a:lnR>
                    <a:lnT>
                      <a:noFill/>
                    </a:lnT>
                    <a:lnB>
                      <a:noFill/>
                    </a:lnB>
                    <a:solidFill>
                      <a:srgbClr val="808080"/>
                    </a:solidFill>
                  </a:tcPr>
                </a:tc>
                <a:tc hMerge="1">
                  <a:txBody>
                    <a:bodyPr/>
                    <a:lstStyle/>
                    <a:p>
                      <a:endParaRPr/>
                    </a:p>
                  </a:txBody>
                  <a:tcPr marL="4481" marR="4481" marT="4481" marB="0" anchor="ctr">
                    <a:lnL>
                      <a:noFill/>
                    </a:lnL>
                    <a:lnR>
                      <a:noFill/>
                    </a:lnR>
                    <a:lnT>
                      <a:noFill/>
                    </a:lnT>
                    <a:lnB>
                      <a:noFill/>
                    </a:lnB>
                    <a:solidFill>
                      <a:srgbClr val="808080"/>
                    </a:solidFill>
                  </a:tcPr>
                </a:tc>
                <a:tc hMerge="1">
                  <a:txBody>
                    <a:bodyPr/>
                    <a:lstStyle/>
                    <a:p>
                      <a:endParaRPr/>
                    </a:p>
                  </a:txBody>
                  <a:tcPr marL="4481" marR="4481" marT="4481" marB="0" anchor="ctr">
                    <a:lnL>
                      <a:noFill/>
                    </a:lnL>
                    <a:lnR>
                      <a:noFill/>
                    </a:lnR>
                    <a:lnT>
                      <a:noFill/>
                    </a:lnT>
                    <a:lnB>
                      <a:noFill/>
                    </a:lnB>
                    <a:solidFill>
                      <a:srgbClr val="808080"/>
                    </a:solidFill>
                  </a:tcPr>
                </a:tc>
                <a:tc hMerge="1">
                  <a:txBody>
                    <a:bodyPr/>
                    <a:lstStyle/>
                    <a:p>
                      <a:endParaRPr/>
                    </a:p>
                  </a:txBody>
                  <a:tcPr marL="4481" marR="4481" marT="4481" marB="0" anchor="ctr">
                    <a:lnL>
                      <a:noFill/>
                    </a:lnL>
                    <a:lnR>
                      <a:noFill/>
                    </a:lnR>
                    <a:lnT>
                      <a:noFill/>
                    </a:lnT>
                    <a:lnB>
                      <a:noFill/>
                    </a:lnB>
                    <a:solidFill>
                      <a:srgbClr val="808080"/>
                    </a:solidFill>
                  </a:tcPr>
                </a:tc>
                <a:tc hMerge="1">
                  <a:txBody>
                    <a:bodyPr/>
                    <a:lstStyle/>
                    <a:p>
                      <a:endParaRPr/>
                    </a:p>
                  </a:txBody>
                  <a:tcPr marL="4481" marR="4481" marT="4481" marB="0" anchor="ctr">
                    <a:lnL>
                      <a:noFill/>
                    </a:lnL>
                    <a:lnR>
                      <a:noFill/>
                    </a:lnR>
                    <a:lnT>
                      <a:noFill/>
                    </a:lnT>
                    <a:lnB>
                      <a:noFill/>
                    </a:lnB>
                    <a:solidFill>
                      <a:srgbClr val="808080"/>
                    </a:solidFill>
                  </a:tcPr>
                </a:tc>
                <a:tc hMerge="1">
                  <a:txBody>
                    <a:bodyPr/>
                    <a:lstStyle/>
                    <a:p>
                      <a:endParaRPr/>
                    </a:p>
                  </a:txBody>
                  <a:tcPr marL="4481" marR="4481" marT="4481" marB="0" anchor="ctr">
                    <a:lnL>
                      <a:noFill/>
                    </a:lnL>
                    <a:lnR>
                      <a:noFill/>
                    </a:lnR>
                    <a:lnT>
                      <a:noFill/>
                    </a:lnT>
                    <a:lnB>
                      <a:noFill/>
                    </a:lnB>
                    <a:solidFill>
                      <a:srgbClr val="808080"/>
                    </a:solidFill>
                  </a:tcPr>
                </a:tc>
                <a:tc hMerge="1">
                  <a:txBody>
                    <a:bodyPr/>
                    <a:lstStyle/>
                    <a:p>
                      <a:endParaRPr/>
                    </a:p>
                  </a:txBody>
                  <a:tcPr marL="4481" marR="4481" marT="4481" marB="0" anchor="ctr">
                    <a:lnL>
                      <a:noFill/>
                    </a:lnL>
                    <a:lnR>
                      <a:noFill/>
                    </a:lnR>
                    <a:lnT>
                      <a:noFill/>
                    </a:lnT>
                    <a:lnB>
                      <a:noFill/>
                    </a:lnB>
                    <a:solidFill>
                      <a:srgbClr val="808080"/>
                    </a:solidFill>
                  </a:tcPr>
                </a:tc>
                <a:tc hMerge="1">
                  <a:txBody>
                    <a:bodyPr/>
                    <a:lstStyle/>
                    <a:p>
                      <a:endParaRPr/>
                    </a:p>
                  </a:txBody>
                  <a:tcPr marL="4481" marR="4481" marT="4481" marB="0" anchor="ctr">
                    <a:lnL>
                      <a:noFill/>
                    </a:lnL>
                    <a:lnR>
                      <a:noFill/>
                    </a:lnR>
                    <a:lnT>
                      <a:noFill/>
                    </a:lnT>
                    <a:lnB>
                      <a:noFill/>
                    </a:lnB>
                    <a:solidFill>
                      <a:srgbClr val="808080"/>
                    </a:solidFill>
                  </a:tcPr>
                </a:tc>
                <a:tc hMerge="1">
                  <a:txBody>
                    <a:bodyPr/>
                    <a:lstStyle/>
                    <a:p>
                      <a:endParaRPr/>
                    </a:p>
                  </a:txBody>
                  <a:tcPr marL="4481" marR="4481" marT="4481" marB="0" anchor="ctr">
                    <a:lnL>
                      <a:noFill/>
                    </a:lnL>
                    <a:lnR>
                      <a:noFill/>
                    </a:lnR>
                    <a:lnT>
                      <a:noFill/>
                    </a:lnT>
                    <a:lnB>
                      <a:noFill/>
                    </a:lnB>
                    <a:solidFill>
                      <a:srgbClr val="808080"/>
                    </a:solidFill>
                  </a:tcPr>
                </a:tc>
                <a:tc hMerge="1">
                  <a:txBody>
                    <a:bodyPr/>
                    <a:lstStyle/>
                    <a:p>
                      <a:endParaRPr/>
                    </a:p>
                  </a:txBody>
                  <a:tcPr marL="4481" marR="4481" marT="4481" marB="0" anchor="ctr">
                    <a:lnL>
                      <a:noFill/>
                    </a:lnL>
                    <a:lnR>
                      <a:noFill/>
                    </a:lnR>
                    <a:lnT>
                      <a:noFill/>
                    </a:lnT>
                    <a:lnB>
                      <a:noFill/>
                    </a:lnB>
                    <a:solidFill>
                      <a:srgbClr val="808080"/>
                    </a:solidFill>
                  </a:tcPr>
                </a:tc>
                <a:tc hMerge="1">
                  <a:txBody>
                    <a:bodyPr/>
                    <a:lstStyle/>
                    <a:p>
                      <a:endParaRPr/>
                    </a:p>
                  </a:txBody>
                  <a:tcPr marL="4481" marR="4481" marT="4481" marB="0" anchor="ctr">
                    <a:lnL>
                      <a:noFill/>
                    </a:lnL>
                    <a:lnR>
                      <a:noFill/>
                    </a:lnR>
                    <a:lnT>
                      <a:noFill/>
                    </a:lnT>
                    <a:lnB>
                      <a:noFill/>
                    </a:lnB>
                    <a:solidFill>
                      <a:srgbClr val="808080"/>
                    </a:solidFill>
                  </a:tcPr>
                </a:tc>
                <a:tc hMerge="1">
                  <a:txBody>
                    <a:bodyPr/>
                    <a:lstStyle/>
                    <a:p>
                      <a:endParaRPr/>
                    </a:p>
                  </a:txBody>
                  <a:tcPr marL="4481" marR="4481" marT="4481" marB="0" anchor="ctr">
                    <a:lnL>
                      <a:noFill/>
                    </a:lnL>
                    <a:lnR>
                      <a:noFill/>
                    </a:lnR>
                    <a:lnT>
                      <a:noFill/>
                    </a:lnT>
                    <a:lnB>
                      <a:noFill/>
                    </a:lnB>
                    <a:solidFill>
                      <a:srgbClr val="808080"/>
                    </a:solidFill>
                  </a:tcPr>
                </a:tc>
                <a:tc hMerge="1">
                  <a:txBody>
                    <a:bodyPr/>
                    <a:lstStyle/>
                    <a:p>
                      <a:endParaRPr/>
                    </a:p>
                  </a:txBody>
                  <a:tcPr marL="4481" marR="4481" marT="4481" marB="0" anchor="ctr">
                    <a:lnL>
                      <a:noFill/>
                    </a:lnL>
                    <a:lnR>
                      <a:noFill/>
                    </a:lnR>
                    <a:lnT>
                      <a:noFill/>
                    </a:lnT>
                    <a:lnB>
                      <a:noFill/>
                    </a:lnB>
                    <a:solidFill>
                      <a:srgbClr val="808080"/>
                    </a:solidFill>
                  </a:tcPr>
                </a:tc>
                <a:tc hMerge="1">
                  <a:txBody>
                    <a:bodyPr/>
                    <a:lstStyle/>
                    <a:p>
                      <a:endParaRPr/>
                    </a:p>
                  </a:txBody>
                  <a:tcPr marL="4481" marR="4481" marT="4481" marB="0" anchor="ctr">
                    <a:lnL>
                      <a:noFill/>
                    </a:lnL>
                    <a:lnR>
                      <a:noFill/>
                    </a:lnR>
                    <a:lnT>
                      <a:noFill/>
                    </a:lnT>
                    <a:lnB>
                      <a:noFill/>
                    </a:lnB>
                    <a:solidFill>
                      <a:srgbClr val="808080"/>
                    </a:solidFill>
                  </a:tcPr>
                </a:tc>
                <a:tc hMerge="1">
                  <a:txBody>
                    <a:bodyPr/>
                    <a:lstStyle/>
                    <a:p>
                      <a:endParaRPr/>
                    </a:p>
                  </a:txBody>
                  <a:tcPr marL="4481" marR="4481" marT="4481" marB="0" anchor="ctr">
                    <a:lnL>
                      <a:noFill/>
                    </a:lnL>
                    <a:lnR>
                      <a:noFill/>
                    </a:lnR>
                    <a:lnT>
                      <a:noFill/>
                    </a:lnT>
                    <a:lnB>
                      <a:noFill/>
                    </a:lnB>
                    <a:solidFill>
                      <a:srgbClr val="808080"/>
                    </a:solidFill>
                  </a:tcPr>
                </a:tc>
                <a:tc hMerge="1">
                  <a:txBody>
                    <a:bodyPr/>
                    <a:lstStyle/>
                    <a:p>
                      <a:endParaRPr/>
                    </a:p>
                  </a:txBody>
                  <a:tcPr marL="4481" marR="4481" marT="4481" marB="0" anchor="ctr">
                    <a:lnL>
                      <a:noFill/>
                    </a:lnL>
                    <a:lnR>
                      <a:noFill/>
                    </a:lnR>
                    <a:lnT>
                      <a:noFill/>
                    </a:lnT>
                    <a:lnB>
                      <a:noFill/>
                    </a:lnB>
                    <a:solidFill>
                      <a:srgbClr val="808080"/>
                    </a:solidFill>
                  </a:tcPr>
                </a:tc>
                <a:tc hMerge="1">
                  <a:txBody>
                    <a:bodyPr/>
                    <a:lstStyle/>
                    <a:p>
                      <a:endParaRPr/>
                    </a:p>
                  </a:txBody>
                  <a:tcPr marL="4481" marR="4481" marT="4481" marB="0" anchor="ctr">
                    <a:lnL>
                      <a:noFill/>
                    </a:lnL>
                    <a:lnR>
                      <a:noFill/>
                    </a:lnR>
                    <a:lnT>
                      <a:noFill/>
                    </a:lnT>
                    <a:lnB>
                      <a:noFill/>
                    </a:lnB>
                    <a:solidFill>
                      <a:srgbClr val="808080"/>
                    </a:solidFill>
                  </a:tcPr>
                </a:tc>
                <a:tc hMerge="1">
                  <a:txBody>
                    <a:bodyPr/>
                    <a:lstStyle/>
                    <a:p>
                      <a:endParaRPr/>
                    </a:p>
                  </a:txBody>
                  <a:tcPr marL="4481" marR="4481" marT="4481" marB="0" anchor="ctr">
                    <a:lnL>
                      <a:noFill/>
                    </a:lnL>
                    <a:lnR>
                      <a:noFill/>
                    </a:lnR>
                    <a:lnT>
                      <a:noFill/>
                    </a:lnT>
                    <a:lnB>
                      <a:noFill/>
                    </a:lnB>
                    <a:solidFill>
                      <a:srgbClr val="808080"/>
                    </a:solidFill>
                  </a:tcPr>
                </a:tc>
                <a:tc hMerge="1">
                  <a:txBody>
                    <a:bodyPr/>
                    <a:lstStyle/>
                    <a:p>
                      <a:endParaRPr dirty="0"/>
                    </a:p>
                  </a:txBody>
                  <a:tcPr marL="4481" marR="4481" marT="4481" marB="0" anchor="ctr">
                    <a:lnL>
                      <a:noFill/>
                    </a:lnL>
                    <a:lnR>
                      <a:noFill/>
                    </a:lnR>
                    <a:lnT>
                      <a:noFill/>
                    </a:lnT>
                    <a:lnB>
                      <a:noFill/>
                    </a:lnB>
                    <a:solidFill>
                      <a:srgbClr val="808080"/>
                    </a:solidFill>
                  </a:tcPr>
                </a:tc>
                <a:extLst>
                  <a:ext uri="{0D108BD9-81ED-4DB2-BD59-A6C34878D82A}">
                    <a16:rowId xmlns:a16="http://schemas.microsoft.com/office/drawing/2014/main" val="1655282030"/>
                  </a:ext>
                </a:extLst>
              </a:tr>
            </a:tbl>
          </a:graphicData>
        </a:graphic>
      </p:graphicFrame>
    </p:spTree>
    <p:extLst>
      <p:ext uri="{BB962C8B-B14F-4D97-AF65-F5344CB8AC3E}">
        <p14:creationId xmlns:p14="http://schemas.microsoft.com/office/powerpoint/2010/main" val="503313055"/>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92D050"/>
        </a:solidFill>
        <a:effectLst/>
      </p:bgPr>
    </p:bg>
    <p:spTree>
      <p:nvGrpSpPr>
        <p:cNvPr id="1" name="">
          <a:extLst>
            <a:ext uri="{FF2B5EF4-FFF2-40B4-BE49-F238E27FC236}">
              <a16:creationId xmlns:a16="http://schemas.microsoft.com/office/drawing/2014/main" id="{69535474-66A1-1932-6881-7BA3D579459E}"/>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6E2A4CBD-A78B-8347-BBE1-8A4EAD940D97}"/>
              </a:ext>
            </a:extLst>
          </p:cNvPr>
          <p:cNvGraphicFramePr>
            <a:graphicFrameLocks noChangeAspect="1"/>
          </p:cNvGraphicFramePr>
          <p:nvPr>
            <p:custDataLst>
              <p:tags r:id="rId1"/>
            </p:custDataLst>
            <p:extLst>
              <p:ext uri="{D42A27DB-BD31-4B8C-83A1-F6EECF244321}">
                <p14:modId xmlns:p14="http://schemas.microsoft.com/office/powerpoint/2010/main" val="364151181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6E2A4CBD-A78B-8347-BBE1-8A4EAD940D97}"/>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Title 2">
            <a:extLst>
              <a:ext uri="{FF2B5EF4-FFF2-40B4-BE49-F238E27FC236}">
                <a16:creationId xmlns:a16="http://schemas.microsoft.com/office/drawing/2014/main" id="{3ED77B9C-C0BD-CF0D-1475-E143B495C129}"/>
              </a:ext>
            </a:extLst>
          </p:cNvPr>
          <p:cNvSpPr>
            <a:spLocks noGrp="1"/>
          </p:cNvSpPr>
          <p:nvPr>
            <p:ph type="title"/>
          </p:nvPr>
        </p:nvSpPr>
        <p:spPr>
          <a:xfrm>
            <a:off x="396779" y="3412986"/>
            <a:ext cx="12309107" cy="368439"/>
          </a:xfrm>
        </p:spPr>
        <p:txBody>
          <a:bodyPr vert="horz"/>
          <a:lstStyle/>
          <a:p>
            <a:r>
              <a:rPr lang="en-US" sz="4000" b="1" dirty="0">
                <a:solidFill>
                  <a:schemeClr val="bg1"/>
                </a:solidFill>
              </a:rPr>
              <a:t>Module H: Miscellaneous Tasks &amp; Activities</a:t>
            </a:r>
          </a:p>
        </p:txBody>
      </p:sp>
    </p:spTree>
    <p:extLst>
      <p:ext uri="{BB962C8B-B14F-4D97-AF65-F5344CB8AC3E}">
        <p14:creationId xmlns:p14="http://schemas.microsoft.com/office/powerpoint/2010/main" val="2408385458"/>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315C9-DC2F-0269-9B2D-88A4DB100D60}"/>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7DE11B9C-4641-0412-0C63-87580D943DA8}"/>
              </a:ext>
            </a:extLst>
          </p:cNvPr>
          <p:cNvGraphicFramePr>
            <a:graphicFrameLocks noChangeAspect="1"/>
          </p:cNvGraphicFramePr>
          <p:nvPr>
            <p:custDataLst>
              <p:tags r:id="rId1"/>
            </p:custDataLst>
            <p:extLst>
              <p:ext uri="{D42A27DB-BD31-4B8C-83A1-F6EECF244321}">
                <p14:modId xmlns:p14="http://schemas.microsoft.com/office/powerpoint/2010/main" val="41921856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7DE11B9C-4641-0412-0C63-87580D943DA8}"/>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C1FC10BB-F47F-5C7F-F2DB-D1EF35724738}"/>
              </a:ext>
            </a:extLst>
          </p:cNvPr>
          <p:cNvSpPr>
            <a:spLocks noGrp="1"/>
          </p:cNvSpPr>
          <p:nvPr>
            <p:ph type="title"/>
          </p:nvPr>
        </p:nvSpPr>
        <p:spPr/>
        <p:txBody>
          <a:bodyPr vert="horz"/>
          <a:lstStyle/>
          <a:p>
            <a:r>
              <a:rPr lang="en-US" dirty="0"/>
              <a:t>Module H: Miscellaneous Tasks &amp; Activities</a:t>
            </a:r>
            <a:br>
              <a:rPr lang="en-US" dirty="0"/>
            </a:br>
            <a:endParaRPr lang="en-US" dirty="0"/>
          </a:p>
        </p:txBody>
      </p:sp>
      <p:sp>
        <p:nvSpPr>
          <p:cNvPr id="24" name="Oval 23">
            <a:extLst>
              <a:ext uri="{FF2B5EF4-FFF2-40B4-BE49-F238E27FC236}">
                <a16:creationId xmlns:a16="http://schemas.microsoft.com/office/drawing/2014/main" id="{841FC99D-E2FC-4737-71DC-73047E9AD360}"/>
              </a:ext>
            </a:extLst>
          </p:cNvPr>
          <p:cNvSpPr/>
          <p:nvPr/>
        </p:nvSpPr>
        <p:spPr bwMode="gray">
          <a:xfrm>
            <a:off x="11264709" y="1191033"/>
            <a:ext cx="1459769" cy="560911"/>
          </a:xfrm>
          <a:prstGeom prst="ellipse">
            <a:avLst/>
          </a:prstGeom>
          <a:solidFill>
            <a:schemeClr val="accent3">
              <a:lumMod val="20000"/>
              <a:lumOff val="80000"/>
            </a:schemeClr>
          </a:solidFill>
          <a:ln w="19050" algn="ctr">
            <a:solidFill>
              <a:schemeClr val="tx1"/>
            </a:solidFill>
            <a:prstDash val="lgDash"/>
            <a:miter lim="800000"/>
            <a:headEnd/>
            <a:tailEnd/>
          </a:ln>
        </p:spPr>
        <p:txBody>
          <a:bodyPr wrap="square" lIns="88900" tIns="88900" rIns="88900" bIns="88900" rtlCol="0" anchor="ctr"/>
          <a:lstStyle/>
          <a:p>
            <a:pPr algn="ctr">
              <a:lnSpc>
                <a:spcPct val="106000"/>
              </a:lnSpc>
              <a:buFont typeface="Wingdings 2" pitchFamily="18" charset="2"/>
              <a:buNone/>
            </a:pPr>
            <a:r>
              <a:rPr lang="en-US" sz="1300" b="1" i="1" dirty="0"/>
              <a:t>As Required</a:t>
            </a:r>
          </a:p>
        </p:txBody>
      </p:sp>
      <p:sp>
        <p:nvSpPr>
          <p:cNvPr id="43" name="TextBox 42">
            <a:extLst>
              <a:ext uri="{FF2B5EF4-FFF2-40B4-BE49-F238E27FC236}">
                <a16:creationId xmlns:a16="http://schemas.microsoft.com/office/drawing/2014/main" id="{3E5CCFA1-8744-F53B-B803-F0D38A216B7A}"/>
              </a:ext>
            </a:extLst>
          </p:cNvPr>
          <p:cNvSpPr txBox="1"/>
          <p:nvPr/>
        </p:nvSpPr>
        <p:spPr>
          <a:xfrm>
            <a:off x="3635565" y="1157387"/>
            <a:ext cx="7370286" cy="707886"/>
          </a:xfrm>
          <a:prstGeom prst="rect">
            <a:avLst/>
          </a:prstGeom>
          <a:solidFill>
            <a:srgbClr val="FFFFFF"/>
          </a:solidFill>
        </p:spPr>
        <p:txBody>
          <a:bodyPr wrap="square" lIns="0" tIns="0" rIns="0" bIns="0" rtlCol="0">
            <a:spAutoFit/>
          </a:bodyPr>
          <a:lstStyle/>
          <a:p>
            <a:pPr algn="just">
              <a:spcBef>
                <a:spcPts val="600"/>
              </a:spcBef>
              <a:buSzPct val="100000"/>
            </a:pPr>
            <a:r>
              <a:rPr lang="en-US" sz="1600" b="1" dirty="0">
                <a:solidFill>
                  <a:schemeClr val="accent2"/>
                </a:solidFill>
              </a:rPr>
              <a:t>Clarifying ERC’s mandate in the power sector and advising the Government on policymaking and power sector development.</a:t>
            </a:r>
          </a:p>
          <a:p>
            <a:pPr marL="171450" indent="-171450" algn="just">
              <a:buSzPct val="100000"/>
              <a:buFont typeface="Arial" panose="020B0604020202020204" pitchFamily="34" charset="0"/>
              <a:buChar char="•"/>
            </a:pPr>
            <a:r>
              <a:rPr kumimoji="0" lang="en-US" sz="1400" b="0" i="0" u="none" strike="noStrike" kern="1200" cap="none" spc="0" normalizeH="0" baseline="0" noProof="0" dirty="0">
                <a:ln>
                  <a:noFill/>
                </a:ln>
                <a:solidFill>
                  <a:prstClr val="black"/>
                </a:solidFill>
                <a:effectLst/>
                <a:uLnTx/>
                <a:uFillTx/>
                <a:latin typeface="Verdana"/>
                <a:ea typeface="+mn-ea"/>
                <a:cs typeface="+mn-cs"/>
              </a:rPr>
              <a:t>Activities as per requirement basis discussions with ERC</a:t>
            </a:r>
            <a:endParaRPr lang="en-US" sz="1200" i="1" dirty="0">
              <a:solidFill>
                <a:srgbClr val="313131"/>
              </a:solidFill>
            </a:endParaRPr>
          </a:p>
        </p:txBody>
      </p:sp>
      <p:sp>
        <p:nvSpPr>
          <p:cNvPr id="53" name="TextBox 52">
            <a:extLst>
              <a:ext uri="{FF2B5EF4-FFF2-40B4-BE49-F238E27FC236}">
                <a16:creationId xmlns:a16="http://schemas.microsoft.com/office/drawing/2014/main" id="{5F6FAA16-81FA-B162-5280-4C29056929CB}"/>
              </a:ext>
            </a:extLst>
          </p:cNvPr>
          <p:cNvSpPr txBox="1"/>
          <p:nvPr/>
        </p:nvSpPr>
        <p:spPr>
          <a:xfrm>
            <a:off x="3635565" y="2362616"/>
            <a:ext cx="7370286" cy="1323439"/>
          </a:xfrm>
          <a:prstGeom prst="rect">
            <a:avLst/>
          </a:prstGeom>
          <a:noFill/>
        </p:spPr>
        <p:txBody>
          <a:bodyPr wrap="square" lIns="0" tIns="0" rIns="0" bIns="0" rtlCol="0">
            <a:spAutoFit/>
          </a:bodyPr>
          <a:lstStyle/>
          <a:p>
            <a:pPr algn="just">
              <a:spcBef>
                <a:spcPts val="600"/>
              </a:spcBef>
              <a:buSzPct val="100000"/>
            </a:pPr>
            <a:r>
              <a:rPr lang="en-US" sz="1600" b="1" dirty="0">
                <a:solidFill>
                  <a:srgbClr val="43B02A"/>
                </a:solidFill>
              </a:rPr>
              <a:t>Study on Social Tariff setting</a:t>
            </a:r>
          </a:p>
          <a:p>
            <a:pPr marL="171450" indent="-171450" algn="just">
              <a:buSzPct val="100000"/>
              <a:buFont typeface="Arial" panose="020B0604020202020204" pitchFamily="34" charset="0"/>
              <a:buChar char="•"/>
            </a:pPr>
            <a:r>
              <a:rPr lang="en-US" sz="1400" i="1" dirty="0">
                <a:solidFill>
                  <a:srgbClr val="313131"/>
                </a:solidFill>
              </a:rPr>
              <a:t>Support in appointment of Consultant</a:t>
            </a:r>
          </a:p>
          <a:p>
            <a:pPr marL="171450" indent="-171450" algn="just">
              <a:buSzPct val="100000"/>
              <a:buFont typeface="Arial" panose="020B0604020202020204" pitchFamily="34" charset="0"/>
              <a:buChar char="•"/>
            </a:pPr>
            <a:r>
              <a:rPr lang="en-US" sz="1400" i="1" dirty="0">
                <a:solidFill>
                  <a:srgbClr val="313131"/>
                </a:solidFill>
              </a:rPr>
              <a:t>Provide inputs to Consultant / ERC during the study</a:t>
            </a:r>
          </a:p>
          <a:p>
            <a:pPr marL="171450" indent="-171450" algn="just">
              <a:buSzPct val="100000"/>
              <a:buFont typeface="Arial" panose="020B0604020202020204" pitchFamily="34" charset="0"/>
              <a:buChar char="•"/>
            </a:pPr>
            <a:r>
              <a:rPr lang="en-US" sz="1400" i="1" dirty="0">
                <a:solidFill>
                  <a:srgbClr val="313131"/>
                </a:solidFill>
              </a:rPr>
              <a:t>Support to ERC / Consultant in analyzing the data</a:t>
            </a:r>
          </a:p>
          <a:p>
            <a:pPr marL="171450" indent="-171450" algn="just">
              <a:buSzPct val="100000"/>
              <a:buFont typeface="Arial" panose="020B0604020202020204" pitchFamily="34" charset="0"/>
              <a:buChar char="•"/>
            </a:pPr>
            <a:r>
              <a:rPr lang="en-US" sz="1400" i="1" dirty="0">
                <a:solidFill>
                  <a:srgbClr val="313131"/>
                </a:solidFill>
              </a:rPr>
              <a:t>Support in public consultation and finalization of revised tariff schedule in alignment with the findings of the study</a:t>
            </a:r>
          </a:p>
        </p:txBody>
      </p:sp>
      <p:sp>
        <p:nvSpPr>
          <p:cNvPr id="54" name="Oval 53">
            <a:extLst>
              <a:ext uri="{FF2B5EF4-FFF2-40B4-BE49-F238E27FC236}">
                <a16:creationId xmlns:a16="http://schemas.microsoft.com/office/drawing/2014/main" id="{9944B990-D95D-03F1-8987-EDA357AA3119}"/>
              </a:ext>
            </a:extLst>
          </p:cNvPr>
          <p:cNvSpPr/>
          <p:nvPr/>
        </p:nvSpPr>
        <p:spPr bwMode="gray">
          <a:xfrm>
            <a:off x="11341836" y="2482087"/>
            <a:ext cx="1252728" cy="560911"/>
          </a:xfrm>
          <a:prstGeom prst="ellipse">
            <a:avLst/>
          </a:prstGeom>
          <a:solidFill>
            <a:schemeClr val="accent3">
              <a:lumMod val="20000"/>
              <a:lumOff val="80000"/>
            </a:schemeClr>
          </a:solidFill>
          <a:ln w="19050" algn="ctr">
            <a:solidFill>
              <a:schemeClr val="tx1"/>
            </a:solidFill>
            <a:prstDash val="lgDash"/>
            <a:miter lim="800000"/>
            <a:headEnd/>
            <a:tailEnd/>
          </a:ln>
        </p:spPr>
        <p:txBody>
          <a:bodyPr wrap="square" lIns="88900" tIns="88900" rIns="88900" bIns="88900" rtlCol="0" anchor="ctr"/>
          <a:lstStyle/>
          <a:p>
            <a:pPr algn="ctr">
              <a:lnSpc>
                <a:spcPct val="106000"/>
              </a:lnSpc>
              <a:buFont typeface="Wingdings 2" pitchFamily="18" charset="2"/>
              <a:buNone/>
            </a:pPr>
            <a:r>
              <a:rPr lang="en-US" sz="1300" b="1" i="1" dirty="0"/>
              <a:t>TBD</a:t>
            </a:r>
          </a:p>
        </p:txBody>
      </p:sp>
      <p:sp>
        <p:nvSpPr>
          <p:cNvPr id="55" name="TextBox 54">
            <a:extLst>
              <a:ext uri="{FF2B5EF4-FFF2-40B4-BE49-F238E27FC236}">
                <a16:creationId xmlns:a16="http://schemas.microsoft.com/office/drawing/2014/main" id="{31299523-D973-B772-6AD9-A707A4F828FE}"/>
              </a:ext>
            </a:extLst>
          </p:cNvPr>
          <p:cNvSpPr txBox="1"/>
          <p:nvPr/>
        </p:nvSpPr>
        <p:spPr>
          <a:xfrm>
            <a:off x="3688812" y="4141230"/>
            <a:ext cx="7370286" cy="677108"/>
          </a:xfrm>
          <a:prstGeom prst="rect">
            <a:avLst/>
          </a:prstGeom>
          <a:noFill/>
        </p:spPr>
        <p:txBody>
          <a:bodyPr wrap="square" lIns="0" tIns="0" rIns="0" bIns="0" rtlCol="0">
            <a:spAutoFit/>
          </a:bodyPr>
          <a:lstStyle/>
          <a:p>
            <a:pPr algn="just">
              <a:spcBef>
                <a:spcPts val="600"/>
              </a:spcBef>
              <a:buSzPct val="100000"/>
            </a:pPr>
            <a:r>
              <a:rPr lang="en-US" sz="1600" b="1" dirty="0">
                <a:solidFill>
                  <a:srgbClr val="004F59"/>
                </a:solidFill>
              </a:rPr>
              <a:t>Support in Review of Citizen's Charter</a:t>
            </a:r>
            <a:endParaRPr lang="en-US" sz="1400" b="1" dirty="0">
              <a:solidFill>
                <a:srgbClr val="004F59"/>
              </a:solidFill>
            </a:endParaRPr>
          </a:p>
          <a:p>
            <a:pPr marL="171450" indent="-171450" algn="just">
              <a:buSzPct val="100000"/>
              <a:buFont typeface="Arial" panose="020B0604020202020204" pitchFamily="34" charset="0"/>
              <a:buChar char="•"/>
            </a:pPr>
            <a:r>
              <a:rPr lang="en-US" sz="1400" i="1" dirty="0">
                <a:solidFill>
                  <a:srgbClr val="313131"/>
                </a:solidFill>
              </a:rPr>
              <a:t>Support ERC in preparation of draft of Citizen Charter</a:t>
            </a:r>
          </a:p>
          <a:p>
            <a:pPr marL="171450" indent="-171450" algn="just">
              <a:buSzPct val="100000"/>
              <a:buFont typeface="Arial" panose="020B0604020202020204" pitchFamily="34" charset="0"/>
              <a:buChar char="•"/>
            </a:pPr>
            <a:r>
              <a:rPr lang="en-US" sz="1400" i="1" dirty="0">
                <a:solidFill>
                  <a:srgbClr val="313131"/>
                </a:solidFill>
              </a:rPr>
              <a:t>Support ERC in finalization</a:t>
            </a:r>
          </a:p>
        </p:txBody>
      </p:sp>
      <p:sp>
        <p:nvSpPr>
          <p:cNvPr id="63" name="Oval 62">
            <a:extLst>
              <a:ext uri="{FF2B5EF4-FFF2-40B4-BE49-F238E27FC236}">
                <a16:creationId xmlns:a16="http://schemas.microsoft.com/office/drawing/2014/main" id="{07FFCE78-1549-E819-2D2A-635C2F909825}"/>
              </a:ext>
            </a:extLst>
          </p:cNvPr>
          <p:cNvSpPr/>
          <p:nvPr/>
        </p:nvSpPr>
        <p:spPr bwMode="gray">
          <a:xfrm>
            <a:off x="9572182" y="6942824"/>
            <a:ext cx="411480" cy="407719"/>
          </a:xfrm>
          <a:prstGeom prst="ellipse">
            <a:avLst/>
          </a:prstGeom>
          <a:solidFill>
            <a:srgbClr val="18F689"/>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600" b="1" dirty="0">
              <a:solidFill>
                <a:schemeClr val="bg1"/>
              </a:solidFill>
            </a:endParaRPr>
          </a:p>
        </p:txBody>
      </p:sp>
      <p:sp>
        <p:nvSpPr>
          <p:cNvPr id="64" name="TextBox 63">
            <a:extLst>
              <a:ext uri="{FF2B5EF4-FFF2-40B4-BE49-F238E27FC236}">
                <a16:creationId xmlns:a16="http://schemas.microsoft.com/office/drawing/2014/main" id="{BC7B3738-1FD3-702C-417B-1B106A79D255}"/>
              </a:ext>
            </a:extLst>
          </p:cNvPr>
          <p:cNvSpPr txBox="1"/>
          <p:nvPr/>
        </p:nvSpPr>
        <p:spPr>
          <a:xfrm>
            <a:off x="10058398" y="7080862"/>
            <a:ext cx="2594576" cy="153888"/>
          </a:xfrm>
          <a:prstGeom prst="rect">
            <a:avLst/>
          </a:prstGeom>
          <a:noFill/>
        </p:spPr>
        <p:txBody>
          <a:bodyPr wrap="square" lIns="0" tIns="0" rIns="0" bIns="0" rtlCol="0">
            <a:spAutoFit/>
          </a:bodyPr>
          <a:lstStyle/>
          <a:p>
            <a:pPr>
              <a:spcBef>
                <a:spcPts val="600"/>
              </a:spcBef>
              <a:buSzPct val="100000"/>
            </a:pPr>
            <a:r>
              <a:rPr lang="en-US" sz="1000" i="1" dirty="0">
                <a:solidFill>
                  <a:srgbClr val="313131"/>
                </a:solidFill>
              </a:rPr>
              <a:t>Requirement of External Support</a:t>
            </a:r>
          </a:p>
        </p:txBody>
      </p:sp>
      <p:sp>
        <p:nvSpPr>
          <p:cNvPr id="12" name="Freeform 11">
            <a:extLst>
              <a:ext uri="{FF2B5EF4-FFF2-40B4-BE49-F238E27FC236}">
                <a16:creationId xmlns:a16="http://schemas.microsoft.com/office/drawing/2014/main" id="{A6651565-D713-624A-46F3-0C2A36A3F28F}"/>
              </a:ext>
            </a:extLst>
          </p:cNvPr>
          <p:cNvSpPr>
            <a:spLocks/>
          </p:cNvSpPr>
          <p:nvPr/>
        </p:nvSpPr>
        <p:spPr bwMode="auto">
          <a:xfrm>
            <a:off x="879083" y="1234066"/>
            <a:ext cx="2635298" cy="831526"/>
          </a:xfrm>
          <a:custGeom>
            <a:avLst/>
            <a:gdLst>
              <a:gd name="T0" fmla="*/ 191 w 758"/>
              <a:gd name="T1" fmla="*/ 652 h 652"/>
              <a:gd name="T2" fmla="*/ 0 w 758"/>
              <a:gd name="T3" fmla="*/ 326 h 652"/>
              <a:gd name="T4" fmla="*/ 191 w 758"/>
              <a:gd name="T5" fmla="*/ 0 h 652"/>
              <a:gd name="T6" fmla="*/ 567 w 758"/>
              <a:gd name="T7" fmla="*/ 0 h 652"/>
              <a:gd name="T8" fmla="*/ 758 w 758"/>
              <a:gd name="T9" fmla="*/ 326 h 652"/>
              <a:gd name="T10" fmla="*/ 567 w 758"/>
              <a:gd name="T11" fmla="*/ 652 h 652"/>
              <a:gd name="T12" fmla="*/ 191 w 758"/>
              <a:gd name="T13" fmla="*/ 652 h 652"/>
            </a:gdLst>
            <a:ahLst/>
            <a:cxnLst>
              <a:cxn ang="0">
                <a:pos x="T0" y="T1"/>
              </a:cxn>
              <a:cxn ang="0">
                <a:pos x="T2" y="T3"/>
              </a:cxn>
              <a:cxn ang="0">
                <a:pos x="T4" y="T5"/>
              </a:cxn>
              <a:cxn ang="0">
                <a:pos x="T6" y="T7"/>
              </a:cxn>
              <a:cxn ang="0">
                <a:pos x="T8" y="T9"/>
              </a:cxn>
              <a:cxn ang="0">
                <a:pos x="T10" y="T11"/>
              </a:cxn>
              <a:cxn ang="0">
                <a:pos x="T12" y="T13"/>
              </a:cxn>
            </a:cxnLst>
            <a:rect l="0" t="0" r="r" b="b"/>
            <a:pathLst>
              <a:path w="758" h="652">
                <a:moveTo>
                  <a:pt x="191" y="652"/>
                </a:moveTo>
                <a:lnTo>
                  <a:pt x="0" y="326"/>
                </a:lnTo>
                <a:lnTo>
                  <a:pt x="191" y="0"/>
                </a:lnTo>
                <a:lnTo>
                  <a:pt x="567" y="0"/>
                </a:lnTo>
                <a:lnTo>
                  <a:pt x="758" y="326"/>
                </a:lnTo>
                <a:lnTo>
                  <a:pt x="567" y="652"/>
                </a:lnTo>
                <a:lnTo>
                  <a:pt x="191" y="652"/>
                </a:lnTo>
                <a:close/>
              </a:path>
            </a:pathLst>
          </a:custGeom>
          <a:solidFill>
            <a:srgbClr val="046A38"/>
          </a:solidFill>
          <a:ln w="12700" cap="flat">
            <a:solidFill>
              <a:schemeClr val="bg1"/>
            </a:solidFill>
            <a:prstDash val="solid"/>
            <a:miter lim="800000"/>
            <a:headEnd/>
            <a:tailEnd/>
          </a:ln>
        </p:spPr>
        <p:txBody>
          <a:bodyPr vert="horz" wrap="square" lIns="91370" tIns="45685" rIns="91370" bIns="45685" numCol="1" anchor="ctr" anchorCtr="0" compatLnSpc="1">
            <a:prstTxWarp prst="textNoShape">
              <a:avLst/>
            </a:prstTxWarp>
          </a:bodyPr>
          <a:lstStyle/>
          <a:p>
            <a:pPr algn="ctr">
              <a:spcBef>
                <a:spcPts val="600"/>
              </a:spcBef>
              <a:buSzPct val="100000"/>
            </a:pPr>
            <a:r>
              <a:rPr lang="en-US" sz="1500" b="1" dirty="0">
                <a:solidFill>
                  <a:schemeClr val="bg1"/>
                </a:solidFill>
              </a:rPr>
              <a:t>Task 1 </a:t>
            </a:r>
          </a:p>
          <a:p>
            <a:pPr algn="ctr">
              <a:spcBef>
                <a:spcPts val="600"/>
              </a:spcBef>
              <a:buSzPct val="100000"/>
            </a:pPr>
            <a:r>
              <a:rPr lang="en-US" sz="1500" b="1" dirty="0">
                <a:solidFill>
                  <a:schemeClr val="bg1"/>
                </a:solidFill>
              </a:rPr>
              <a:t>(</a:t>
            </a:r>
            <a:r>
              <a:rPr lang="en-US" sz="1500" b="1" dirty="0" err="1">
                <a:solidFill>
                  <a:schemeClr val="bg1"/>
                </a:solidFill>
              </a:rPr>
              <a:t>RfP</a:t>
            </a:r>
            <a:r>
              <a:rPr lang="en-US" sz="1500" b="1" dirty="0">
                <a:solidFill>
                  <a:schemeClr val="bg1"/>
                </a:solidFill>
              </a:rPr>
              <a:t> Ref No. 31)</a:t>
            </a:r>
          </a:p>
        </p:txBody>
      </p:sp>
      <p:sp>
        <p:nvSpPr>
          <p:cNvPr id="16" name="Freeform 11">
            <a:extLst>
              <a:ext uri="{FF2B5EF4-FFF2-40B4-BE49-F238E27FC236}">
                <a16:creationId xmlns:a16="http://schemas.microsoft.com/office/drawing/2014/main" id="{67EE5DD1-92B5-075E-F204-75DC8F492C35}"/>
              </a:ext>
            </a:extLst>
          </p:cNvPr>
          <p:cNvSpPr>
            <a:spLocks/>
          </p:cNvSpPr>
          <p:nvPr/>
        </p:nvSpPr>
        <p:spPr bwMode="auto">
          <a:xfrm>
            <a:off x="879083" y="2584687"/>
            <a:ext cx="2635298" cy="831526"/>
          </a:xfrm>
          <a:custGeom>
            <a:avLst/>
            <a:gdLst>
              <a:gd name="T0" fmla="*/ 191 w 758"/>
              <a:gd name="T1" fmla="*/ 652 h 652"/>
              <a:gd name="T2" fmla="*/ 0 w 758"/>
              <a:gd name="T3" fmla="*/ 326 h 652"/>
              <a:gd name="T4" fmla="*/ 191 w 758"/>
              <a:gd name="T5" fmla="*/ 0 h 652"/>
              <a:gd name="T6" fmla="*/ 567 w 758"/>
              <a:gd name="T7" fmla="*/ 0 h 652"/>
              <a:gd name="T8" fmla="*/ 758 w 758"/>
              <a:gd name="T9" fmla="*/ 326 h 652"/>
              <a:gd name="T10" fmla="*/ 567 w 758"/>
              <a:gd name="T11" fmla="*/ 652 h 652"/>
              <a:gd name="T12" fmla="*/ 191 w 758"/>
              <a:gd name="T13" fmla="*/ 652 h 652"/>
            </a:gdLst>
            <a:ahLst/>
            <a:cxnLst>
              <a:cxn ang="0">
                <a:pos x="T0" y="T1"/>
              </a:cxn>
              <a:cxn ang="0">
                <a:pos x="T2" y="T3"/>
              </a:cxn>
              <a:cxn ang="0">
                <a:pos x="T4" y="T5"/>
              </a:cxn>
              <a:cxn ang="0">
                <a:pos x="T6" y="T7"/>
              </a:cxn>
              <a:cxn ang="0">
                <a:pos x="T8" y="T9"/>
              </a:cxn>
              <a:cxn ang="0">
                <a:pos x="T10" y="T11"/>
              </a:cxn>
              <a:cxn ang="0">
                <a:pos x="T12" y="T13"/>
              </a:cxn>
            </a:cxnLst>
            <a:rect l="0" t="0" r="r" b="b"/>
            <a:pathLst>
              <a:path w="758" h="652">
                <a:moveTo>
                  <a:pt x="191" y="652"/>
                </a:moveTo>
                <a:lnTo>
                  <a:pt x="0" y="326"/>
                </a:lnTo>
                <a:lnTo>
                  <a:pt x="191" y="0"/>
                </a:lnTo>
                <a:lnTo>
                  <a:pt x="567" y="0"/>
                </a:lnTo>
                <a:lnTo>
                  <a:pt x="758" y="326"/>
                </a:lnTo>
                <a:lnTo>
                  <a:pt x="567" y="652"/>
                </a:lnTo>
                <a:lnTo>
                  <a:pt x="191" y="652"/>
                </a:lnTo>
                <a:close/>
              </a:path>
            </a:pathLst>
          </a:custGeom>
          <a:solidFill>
            <a:srgbClr val="43B02A"/>
          </a:solidFill>
          <a:ln w="12700" cap="flat">
            <a:solidFill>
              <a:schemeClr val="bg1"/>
            </a:solidFill>
            <a:prstDash val="solid"/>
            <a:miter lim="800000"/>
            <a:headEnd/>
            <a:tailEnd/>
          </a:ln>
        </p:spPr>
        <p:txBody>
          <a:bodyPr vert="horz" wrap="square" lIns="91370" tIns="45685" rIns="91370" bIns="45685" numCol="1" anchor="ctr" anchorCtr="0" compatLnSpc="1">
            <a:prstTxWarp prst="textNoShape">
              <a:avLst/>
            </a:prstTxWarp>
          </a:bodyPr>
          <a:lstStyle/>
          <a:p>
            <a:pPr algn="ctr">
              <a:defRPr/>
            </a:pPr>
            <a:r>
              <a:rPr lang="en-US" sz="1500" b="1" dirty="0">
                <a:solidFill>
                  <a:schemeClr val="bg1"/>
                </a:solidFill>
                <a:ea typeface="ＭＳ Ｐゴシック" pitchFamily="50" charset="-128"/>
              </a:rPr>
              <a:t>Task 2 </a:t>
            </a:r>
          </a:p>
          <a:p>
            <a:pPr algn="ctr">
              <a:defRPr/>
            </a:pPr>
            <a:r>
              <a:rPr lang="en-US" sz="1500" b="1" dirty="0">
                <a:solidFill>
                  <a:schemeClr val="bg1"/>
                </a:solidFill>
                <a:ea typeface="ＭＳ Ｐゴシック" pitchFamily="50" charset="-128"/>
              </a:rPr>
              <a:t>(</a:t>
            </a:r>
            <a:r>
              <a:rPr lang="en-US" sz="1500" b="1" dirty="0" err="1">
                <a:solidFill>
                  <a:schemeClr val="bg1"/>
                </a:solidFill>
                <a:ea typeface="ＭＳ Ｐゴシック" pitchFamily="50" charset="-128"/>
              </a:rPr>
              <a:t>RfP</a:t>
            </a:r>
            <a:r>
              <a:rPr lang="en-US" sz="1500" b="1" dirty="0">
                <a:solidFill>
                  <a:schemeClr val="bg1"/>
                </a:solidFill>
                <a:ea typeface="ＭＳ Ｐゴシック" pitchFamily="50" charset="-128"/>
              </a:rPr>
              <a:t> Ref No. 30)</a:t>
            </a:r>
          </a:p>
        </p:txBody>
      </p:sp>
      <p:sp>
        <p:nvSpPr>
          <p:cNvPr id="17" name="Freeform 11">
            <a:extLst>
              <a:ext uri="{FF2B5EF4-FFF2-40B4-BE49-F238E27FC236}">
                <a16:creationId xmlns:a16="http://schemas.microsoft.com/office/drawing/2014/main" id="{64761837-0543-33FD-9DC1-4D13CFDCBC0D}"/>
              </a:ext>
            </a:extLst>
          </p:cNvPr>
          <p:cNvSpPr>
            <a:spLocks/>
          </p:cNvSpPr>
          <p:nvPr/>
        </p:nvSpPr>
        <p:spPr bwMode="auto">
          <a:xfrm>
            <a:off x="873588" y="4017861"/>
            <a:ext cx="2635298" cy="831526"/>
          </a:xfrm>
          <a:custGeom>
            <a:avLst/>
            <a:gdLst>
              <a:gd name="T0" fmla="*/ 191 w 758"/>
              <a:gd name="T1" fmla="*/ 652 h 652"/>
              <a:gd name="T2" fmla="*/ 0 w 758"/>
              <a:gd name="T3" fmla="*/ 326 h 652"/>
              <a:gd name="T4" fmla="*/ 191 w 758"/>
              <a:gd name="T5" fmla="*/ 0 h 652"/>
              <a:gd name="T6" fmla="*/ 567 w 758"/>
              <a:gd name="T7" fmla="*/ 0 h 652"/>
              <a:gd name="T8" fmla="*/ 758 w 758"/>
              <a:gd name="T9" fmla="*/ 326 h 652"/>
              <a:gd name="T10" fmla="*/ 567 w 758"/>
              <a:gd name="T11" fmla="*/ 652 h 652"/>
              <a:gd name="T12" fmla="*/ 191 w 758"/>
              <a:gd name="T13" fmla="*/ 652 h 652"/>
            </a:gdLst>
            <a:ahLst/>
            <a:cxnLst>
              <a:cxn ang="0">
                <a:pos x="T0" y="T1"/>
              </a:cxn>
              <a:cxn ang="0">
                <a:pos x="T2" y="T3"/>
              </a:cxn>
              <a:cxn ang="0">
                <a:pos x="T4" y="T5"/>
              </a:cxn>
              <a:cxn ang="0">
                <a:pos x="T6" y="T7"/>
              </a:cxn>
              <a:cxn ang="0">
                <a:pos x="T8" y="T9"/>
              </a:cxn>
              <a:cxn ang="0">
                <a:pos x="T10" y="T11"/>
              </a:cxn>
              <a:cxn ang="0">
                <a:pos x="T12" y="T13"/>
              </a:cxn>
            </a:cxnLst>
            <a:rect l="0" t="0" r="r" b="b"/>
            <a:pathLst>
              <a:path w="758" h="652">
                <a:moveTo>
                  <a:pt x="191" y="652"/>
                </a:moveTo>
                <a:lnTo>
                  <a:pt x="0" y="326"/>
                </a:lnTo>
                <a:lnTo>
                  <a:pt x="191" y="0"/>
                </a:lnTo>
                <a:lnTo>
                  <a:pt x="567" y="0"/>
                </a:lnTo>
                <a:lnTo>
                  <a:pt x="758" y="326"/>
                </a:lnTo>
                <a:lnTo>
                  <a:pt x="567" y="652"/>
                </a:lnTo>
                <a:lnTo>
                  <a:pt x="191" y="652"/>
                </a:lnTo>
                <a:close/>
              </a:path>
            </a:pathLst>
          </a:custGeom>
          <a:solidFill>
            <a:srgbClr val="004F59"/>
          </a:solidFill>
          <a:ln w="12700" cap="flat">
            <a:solidFill>
              <a:schemeClr val="bg1"/>
            </a:solidFill>
            <a:prstDash val="solid"/>
            <a:miter lim="800000"/>
            <a:headEnd/>
            <a:tailEnd/>
          </a:ln>
        </p:spPr>
        <p:txBody>
          <a:bodyPr vert="horz" wrap="square" lIns="91370" tIns="45685" rIns="91370" bIns="45685" numCol="1" anchor="ctr" anchorCtr="0" compatLnSpc="1">
            <a:prstTxWarp prst="textNoShape">
              <a:avLst/>
            </a:prstTxWarp>
          </a:bodyPr>
          <a:lstStyle/>
          <a:p>
            <a:pPr algn="ctr">
              <a:defRPr/>
            </a:pPr>
            <a:r>
              <a:rPr lang="en-US" sz="1500" b="1" dirty="0">
                <a:solidFill>
                  <a:schemeClr val="bg1"/>
                </a:solidFill>
                <a:ea typeface="ＭＳ Ｐゴシック" pitchFamily="50" charset="-128"/>
              </a:rPr>
              <a:t>Task 3 </a:t>
            </a:r>
          </a:p>
          <a:p>
            <a:pPr algn="ctr">
              <a:defRPr/>
            </a:pPr>
            <a:r>
              <a:rPr lang="en-US" sz="1500" b="1" dirty="0">
                <a:solidFill>
                  <a:schemeClr val="bg1"/>
                </a:solidFill>
                <a:ea typeface="ＭＳ Ｐゴシック" pitchFamily="50" charset="-128"/>
              </a:rPr>
              <a:t>(++)</a:t>
            </a:r>
          </a:p>
        </p:txBody>
      </p:sp>
      <p:sp>
        <p:nvSpPr>
          <p:cNvPr id="19" name="Oval 18">
            <a:extLst>
              <a:ext uri="{FF2B5EF4-FFF2-40B4-BE49-F238E27FC236}">
                <a16:creationId xmlns:a16="http://schemas.microsoft.com/office/drawing/2014/main" id="{DE9896E3-4859-7E8B-58B7-5C5A0C65405E}"/>
              </a:ext>
            </a:extLst>
          </p:cNvPr>
          <p:cNvSpPr/>
          <p:nvPr/>
        </p:nvSpPr>
        <p:spPr bwMode="gray">
          <a:xfrm>
            <a:off x="347449" y="2814020"/>
            <a:ext cx="411480" cy="407719"/>
          </a:xfrm>
          <a:prstGeom prst="ellipse">
            <a:avLst/>
          </a:prstGeom>
          <a:solidFill>
            <a:schemeClr val="accent2">
              <a:lumMod val="60000"/>
              <a:lumOff val="40000"/>
            </a:schemeClr>
          </a:solidFill>
          <a:ln w="19050" algn="ctr">
            <a:noFill/>
            <a:miter lim="800000"/>
            <a:headEnd/>
            <a:tailEnd/>
          </a:ln>
        </p:spPr>
        <p:txBody>
          <a:bodyPr wrap="square" lIns="88900" tIns="88900" rIns="88900" bIns="88900" rtlCol="0" anchor="ctr"/>
          <a:lstStyle/>
          <a:p>
            <a:pPr algn="ctr">
              <a:lnSpc>
                <a:spcPct val="106000"/>
              </a:lnSpc>
            </a:pPr>
            <a:endParaRPr lang="en-US" sz="1500" b="1" dirty="0">
              <a:solidFill>
                <a:schemeClr val="bg1"/>
              </a:solidFill>
            </a:endParaRPr>
          </a:p>
        </p:txBody>
      </p:sp>
      <p:sp>
        <p:nvSpPr>
          <p:cNvPr id="5" name="TextBox 4">
            <a:extLst>
              <a:ext uri="{FF2B5EF4-FFF2-40B4-BE49-F238E27FC236}">
                <a16:creationId xmlns:a16="http://schemas.microsoft.com/office/drawing/2014/main" id="{49666D0E-B99B-1628-1D1A-62BF3DB4BC2F}"/>
              </a:ext>
            </a:extLst>
          </p:cNvPr>
          <p:cNvSpPr txBox="1"/>
          <p:nvPr/>
        </p:nvSpPr>
        <p:spPr>
          <a:xfrm>
            <a:off x="11241271" y="3049350"/>
            <a:ext cx="1582368" cy="461665"/>
          </a:xfrm>
          <a:prstGeom prst="rect">
            <a:avLst/>
          </a:prstGeom>
          <a:noFill/>
        </p:spPr>
        <p:txBody>
          <a:bodyPr wrap="square">
            <a:spAutoFit/>
          </a:bodyPr>
          <a:lstStyle/>
          <a:p>
            <a:pPr algn="ctr"/>
            <a:r>
              <a:rPr lang="en-US" sz="1200" b="0" i="1" u="none" strike="noStrike" dirty="0">
                <a:solidFill>
                  <a:srgbClr val="963634"/>
                </a:solidFill>
                <a:effectLst/>
                <a:latin typeface="Verdana" panose="020B0604030504040204" pitchFamily="34" charset="0"/>
              </a:rPr>
              <a:t>To be Taken Up in Year 3 onwards</a:t>
            </a:r>
            <a:endParaRPr lang="en-US" sz="1200" i="1" dirty="0"/>
          </a:p>
        </p:txBody>
      </p:sp>
      <p:sp>
        <p:nvSpPr>
          <p:cNvPr id="7" name="Oval 6">
            <a:extLst>
              <a:ext uri="{FF2B5EF4-FFF2-40B4-BE49-F238E27FC236}">
                <a16:creationId xmlns:a16="http://schemas.microsoft.com/office/drawing/2014/main" id="{EA19F38E-50DB-8B92-72F3-2A8A39E5E0B0}"/>
              </a:ext>
            </a:extLst>
          </p:cNvPr>
          <p:cNvSpPr/>
          <p:nvPr/>
        </p:nvSpPr>
        <p:spPr bwMode="gray">
          <a:xfrm>
            <a:off x="11341836" y="3983378"/>
            <a:ext cx="1252728" cy="560911"/>
          </a:xfrm>
          <a:prstGeom prst="ellipse">
            <a:avLst/>
          </a:prstGeom>
          <a:solidFill>
            <a:schemeClr val="accent3">
              <a:lumMod val="20000"/>
              <a:lumOff val="80000"/>
            </a:schemeClr>
          </a:solidFill>
          <a:ln w="19050" algn="ctr">
            <a:solidFill>
              <a:schemeClr val="tx1"/>
            </a:solidFill>
            <a:prstDash val="lgDash"/>
            <a:miter lim="800000"/>
            <a:headEnd/>
            <a:tailEnd/>
          </a:ln>
        </p:spPr>
        <p:txBody>
          <a:bodyPr wrap="square" lIns="88900" tIns="88900" rIns="88900" bIns="88900" rtlCol="0" anchor="ctr"/>
          <a:lstStyle/>
          <a:p>
            <a:pPr algn="ctr">
              <a:lnSpc>
                <a:spcPct val="106000"/>
              </a:lnSpc>
              <a:buFont typeface="Wingdings 2" pitchFamily="18" charset="2"/>
              <a:buNone/>
            </a:pPr>
            <a:r>
              <a:rPr lang="en-US" sz="1300" b="1" i="1" dirty="0"/>
              <a:t>TBD</a:t>
            </a:r>
          </a:p>
        </p:txBody>
      </p:sp>
      <p:sp>
        <p:nvSpPr>
          <p:cNvPr id="8" name="TextBox 7">
            <a:extLst>
              <a:ext uri="{FF2B5EF4-FFF2-40B4-BE49-F238E27FC236}">
                <a16:creationId xmlns:a16="http://schemas.microsoft.com/office/drawing/2014/main" id="{EBD5BBA6-30CD-C108-ADF7-B697A859525E}"/>
              </a:ext>
            </a:extLst>
          </p:cNvPr>
          <p:cNvSpPr txBox="1"/>
          <p:nvPr/>
        </p:nvSpPr>
        <p:spPr>
          <a:xfrm>
            <a:off x="11219237" y="4550641"/>
            <a:ext cx="1582368" cy="461665"/>
          </a:xfrm>
          <a:prstGeom prst="rect">
            <a:avLst/>
          </a:prstGeom>
          <a:noFill/>
        </p:spPr>
        <p:txBody>
          <a:bodyPr wrap="square">
            <a:spAutoFit/>
          </a:bodyPr>
          <a:lstStyle/>
          <a:p>
            <a:pPr algn="ctr"/>
            <a:r>
              <a:rPr lang="en-US" sz="1200" b="0" i="1" u="none" strike="noStrike" dirty="0">
                <a:solidFill>
                  <a:srgbClr val="963634"/>
                </a:solidFill>
                <a:effectLst/>
                <a:latin typeface="Verdana" panose="020B0604030504040204" pitchFamily="34" charset="0"/>
              </a:rPr>
              <a:t>To be Taken Up in Year 3 onwards</a:t>
            </a:r>
            <a:endParaRPr lang="en-US" sz="1200" i="1" dirty="0"/>
          </a:p>
        </p:txBody>
      </p:sp>
      <p:sp>
        <p:nvSpPr>
          <p:cNvPr id="2" name="TextBox 1">
            <a:extLst>
              <a:ext uri="{FF2B5EF4-FFF2-40B4-BE49-F238E27FC236}">
                <a16:creationId xmlns:a16="http://schemas.microsoft.com/office/drawing/2014/main" id="{5A118A14-460C-1AF1-3375-63D413E321C5}"/>
              </a:ext>
            </a:extLst>
          </p:cNvPr>
          <p:cNvSpPr txBox="1"/>
          <p:nvPr/>
        </p:nvSpPr>
        <p:spPr>
          <a:xfrm>
            <a:off x="736293" y="7044833"/>
            <a:ext cx="6720288" cy="276999"/>
          </a:xfrm>
          <a:prstGeom prst="rect">
            <a:avLst/>
          </a:prstGeom>
          <a:noFill/>
        </p:spPr>
        <p:txBody>
          <a:bodyPr wrap="square">
            <a:spAutoFit/>
          </a:bodyPr>
          <a:lstStyle/>
          <a:p>
            <a:r>
              <a:rPr lang="en-US" sz="1200" b="1" i="1" dirty="0">
                <a:solidFill>
                  <a:srgbClr val="313131"/>
                </a:solidFill>
              </a:rPr>
              <a:t>Note:</a:t>
            </a:r>
            <a:r>
              <a:rPr lang="en-US" sz="1200" i="1" dirty="0">
                <a:solidFill>
                  <a:srgbClr val="313131"/>
                </a:solidFill>
              </a:rPr>
              <a:t> “++” denotes additional inclusion beyond mentioned scope in </a:t>
            </a:r>
            <a:r>
              <a:rPr lang="en-US" sz="1200" i="1" dirty="0" err="1">
                <a:solidFill>
                  <a:srgbClr val="313131"/>
                </a:solidFill>
              </a:rPr>
              <a:t>RfP</a:t>
            </a:r>
            <a:endParaRPr lang="en-US" sz="1200" dirty="0"/>
          </a:p>
        </p:txBody>
      </p:sp>
    </p:spTree>
    <p:extLst>
      <p:ext uri="{BB962C8B-B14F-4D97-AF65-F5344CB8AC3E}">
        <p14:creationId xmlns:p14="http://schemas.microsoft.com/office/powerpoint/2010/main" val="753381412"/>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D279FE-5A83-0A44-86D5-513ECFEB4F69}"/>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1477255B-3CCC-3810-0B16-D071C2504656}"/>
              </a:ext>
            </a:extLst>
          </p:cNvPr>
          <p:cNvGraphicFramePr>
            <a:graphicFrameLocks noChangeAspect="1"/>
          </p:cNvGraphicFramePr>
          <p:nvPr>
            <p:custDataLst>
              <p:tags r:id="rId1"/>
            </p:custDataLst>
            <p:extLst>
              <p:ext uri="{D42A27DB-BD31-4B8C-83A1-F6EECF244321}">
                <p14:modId xmlns:p14="http://schemas.microsoft.com/office/powerpoint/2010/main" val="127427582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1477255B-3CCC-3810-0B16-D071C2504656}"/>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F0D235A9-A511-E382-DE17-B01D6C289F44}"/>
              </a:ext>
            </a:extLst>
          </p:cNvPr>
          <p:cNvSpPr>
            <a:spLocks noGrp="1"/>
          </p:cNvSpPr>
          <p:nvPr>
            <p:ph type="title"/>
          </p:nvPr>
        </p:nvSpPr>
        <p:spPr/>
        <p:txBody>
          <a:bodyPr vert="horz"/>
          <a:lstStyle/>
          <a:p>
            <a:r>
              <a:rPr lang="en-US" dirty="0"/>
              <a:t>Module H: Tentative Timeline</a:t>
            </a:r>
            <a:br>
              <a:rPr lang="en-US" dirty="0"/>
            </a:br>
            <a:endParaRPr lang="en-US" dirty="0"/>
          </a:p>
        </p:txBody>
      </p:sp>
      <p:graphicFrame>
        <p:nvGraphicFramePr>
          <p:cNvPr id="5" name="Table 4">
            <a:extLst>
              <a:ext uri="{FF2B5EF4-FFF2-40B4-BE49-F238E27FC236}">
                <a16:creationId xmlns:a16="http://schemas.microsoft.com/office/drawing/2014/main" id="{A02964DB-4540-7EA8-1467-21B0126A1049}"/>
              </a:ext>
            </a:extLst>
          </p:cNvPr>
          <p:cNvGraphicFramePr>
            <a:graphicFrameLocks noGrp="1"/>
          </p:cNvGraphicFramePr>
          <p:nvPr>
            <p:extLst>
              <p:ext uri="{D42A27DB-BD31-4B8C-83A1-F6EECF244321}">
                <p14:modId xmlns:p14="http://schemas.microsoft.com/office/powerpoint/2010/main" val="261845305"/>
              </p:ext>
            </p:extLst>
          </p:nvPr>
        </p:nvGraphicFramePr>
        <p:xfrm>
          <a:off x="552446" y="1583476"/>
          <a:ext cx="12008515" cy="2931868"/>
        </p:xfrm>
        <a:graphic>
          <a:graphicData uri="http://schemas.openxmlformats.org/drawingml/2006/table">
            <a:tbl>
              <a:tblPr/>
              <a:tblGrid>
                <a:gridCol w="287953">
                  <a:extLst>
                    <a:ext uri="{9D8B030D-6E8A-4147-A177-3AD203B41FA5}">
                      <a16:colId xmlns:a16="http://schemas.microsoft.com/office/drawing/2014/main" val="3582352906"/>
                    </a:ext>
                  </a:extLst>
                </a:gridCol>
                <a:gridCol w="784853">
                  <a:extLst>
                    <a:ext uri="{9D8B030D-6E8A-4147-A177-3AD203B41FA5}">
                      <a16:colId xmlns:a16="http://schemas.microsoft.com/office/drawing/2014/main" val="1812386565"/>
                    </a:ext>
                  </a:extLst>
                </a:gridCol>
                <a:gridCol w="507564">
                  <a:extLst>
                    <a:ext uri="{9D8B030D-6E8A-4147-A177-3AD203B41FA5}">
                      <a16:colId xmlns:a16="http://schemas.microsoft.com/office/drawing/2014/main" val="76304761"/>
                    </a:ext>
                  </a:extLst>
                </a:gridCol>
                <a:gridCol w="2260969">
                  <a:extLst>
                    <a:ext uri="{9D8B030D-6E8A-4147-A177-3AD203B41FA5}">
                      <a16:colId xmlns:a16="http://schemas.microsoft.com/office/drawing/2014/main" val="1617379274"/>
                    </a:ext>
                  </a:extLst>
                </a:gridCol>
                <a:gridCol w="340299">
                  <a:extLst>
                    <a:ext uri="{9D8B030D-6E8A-4147-A177-3AD203B41FA5}">
                      <a16:colId xmlns:a16="http://schemas.microsoft.com/office/drawing/2014/main" val="2681851021"/>
                    </a:ext>
                  </a:extLst>
                </a:gridCol>
                <a:gridCol w="340299">
                  <a:extLst>
                    <a:ext uri="{9D8B030D-6E8A-4147-A177-3AD203B41FA5}">
                      <a16:colId xmlns:a16="http://schemas.microsoft.com/office/drawing/2014/main" val="1142236072"/>
                    </a:ext>
                  </a:extLst>
                </a:gridCol>
                <a:gridCol w="340299">
                  <a:extLst>
                    <a:ext uri="{9D8B030D-6E8A-4147-A177-3AD203B41FA5}">
                      <a16:colId xmlns:a16="http://schemas.microsoft.com/office/drawing/2014/main" val="520653571"/>
                    </a:ext>
                  </a:extLst>
                </a:gridCol>
                <a:gridCol w="340299">
                  <a:extLst>
                    <a:ext uri="{9D8B030D-6E8A-4147-A177-3AD203B41FA5}">
                      <a16:colId xmlns:a16="http://schemas.microsoft.com/office/drawing/2014/main" val="156425887"/>
                    </a:ext>
                  </a:extLst>
                </a:gridCol>
                <a:gridCol w="340299">
                  <a:extLst>
                    <a:ext uri="{9D8B030D-6E8A-4147-A177-3AD203B41FA5}">
                      <a16:colId xmlns:a16="http://schemas.microsoft.com/office/drawing/2014/main" val="3947229051"/>
                    </a:ext>
                  </a:extLst>
                </a:gridCol>
                <a:gridCol w="340299">
                  <a:extLst>
                    <a:ext uri="{9D8B030D-6E8A-4147-A177-3AD203B41FA5}">
                      <a16:colId xmlns:a16="http://schemas.microsoft.com/office/drawing/2014/main" val="927738259"/>
                    </a:ext>
                  </a:extLst>
                </a:gridCol>
                <a:gridCol w="340299">
                  <a:extLst>
                    <a:ext uri="{9D8B030D-6E8A-4147-A177-3AD203B41FA5}">
                      <a16:colId xmlns:a16="http://schemas.microsoft.com/office/drawing/2014/main" val="2471218865"/>
                    </a:ext>
                  </a:extLst>
                </a:gridCol>
                <a:gridCol w="340299">
                  <a:extLst>
                    <a:ext uri="{9D8B030D-6E8A-4147-A177-3AD203B41FA5}">
                      <a16:colId xmlns:a16="http://schemas.microsoft.com/office/drawing/2014/main" val="2822374036"/>
                    </a:ext>
                  </a:extLst>
                </a:gridCol>
                <a:gridCol w="340299">
                  <a:extLst>
                    <a:ext uri="{9D8B030D-6E8A-4147-A177-3AD203B41FA5}">
                      <a16:colId xmlns:a16="http://schemas.microsoft.com/office/drawing/2014/main" val="1124356343"/>
                    </a:ext>
                  </a:extLst>
                </a:gridCol>
                <a:gridCol w="340299">
                  <a:extLst>
                    <a:ext uri="{9D8B030D-6E8A-4147-A177-3AD203B41FA5}">
                      <a16:colId xmlns:a16="http://schemas.microsoft.com/office/drawing/2014/main" val="673677529"/>
                    </a:ext>
                  </a:extLst>
                </a:gridCol>
                <a:gridCol w="340299">
                  <a:extLst>
                    <a:ext uri="{9D8B030D-6E8A-4147-A177-3AD203B41FA5}">
                      <a16:colId xmlns:a16="http://schemas.microsoft.com/office/drawing/2014/main" val="1477500810"/>
                    </a:ext>
                  </a:extLst>
                </a:gridCol>
                <a:gridCol w="340299">
                  <a:extLst>
                    <a:ext uri="{9D8B030D-6E8A-4147-A177-3AD203B41FA5}">
                      <a16:colId xmlns:a16="http://schemas.microsoft.com/office/drawing/2014/main" val="1957331663"/>
                    </a:ext>
                  </a:extLst>
                </a:gridCol>
                <a:gridCol w="340299">
                  <a:extLst>
                    <a:ext uri="{9D8B030D-6E8A-4147-A177-3AD203B41FA5}">
                      <a16:colId xmlns:a16="http://schemas.microsoft.com/office/drawing/2014/main" val="1826021872"/>
                    </a:ext>
                  </a:extLst>
                </a:gridCol>
                <a:gridCol w="340299">
                  <a:extLst>
                    <a:ext uri="{9D8B030D-6E8A-4147-A177-3AD203B41FA5}">
                      <a16:colId xmlns:a16="http://schemas.microsoft.com/office/drawing/2014/main" val="2168716252"/>
                    </a:ext>
                  </a:extLst>
                </a:gridCol>
                <a:gridCol w="340299">
                  <a:extLst>
                    <a:ext uri="{9D8B030D-6E8A-4147-A177-3AD203B41FA5}">
                      <a16:colId xmlns:a16="http://schemas.microsoft.com/office/drawing/2014/main" val="2590117703"/>
                    </a:ext>
                  </a:extLst>
                </a:gridCol>
                <a:gridCol w="340299">
                  <a:extLst>
                    <a:ext uri="{9D8B030D-6E8A-4147-A177-3AD203B41FA5}">
                      <a16:colId xmlns:a16="http://schemas.microsoft.com/office/drawing/2014/main" val="1230581746"/>
                    </a:ext>
                  </a:extLst>
                </a:gridCol>
                <a:gridCol w="340299">
                  <a:extLst>
                    <a:ext uri="{9D8B030D-6E8A-4147-A177-3AD203B41FA5}">
                      <a16:colId xmlns:a16="http://schemas.microsoft.com/office/drawing/2014/main" val="2088150463"/>
                    </a:ext>
                  </a:extLst>
                </a:gridCol>
                <a:gridCol w="340299">
                  <a:extLst>
                    <a:ext uri="{9D8B030D-6E8A-4147-A177-3AD203B41FA5}">
                      <a16:colId xmlns:a16="http://schemas.microsoft.com/office/drawing/2014/main" val="2400591991"/>
                    </a:ext>
                  </a:extLst>
                </a:gridCol>
                <a:gridCol w="340299">
                  <a:extLst>
                    <a:ext uri="{9D8B030D-6E8A-4147-A177-3AD203B41FA5}">
                      <a16:colId xmlns:a16="http://schemas.microsoft.com/office/drawing/2014/main" val="2041952906"/>
                    </a:ext>
                  </a:extLst>
                </a:gridCol>
                <a:gridCol w="340299">
                  <a:extLst>
                    <a:ext uri="{9D8B030D-6E8A-4147-A177-3AD203B41FA5}">
                      <a16:colId xmlns:a16="http://schemas.microsoft.com/office/drawing/2014/main" val="2847008745"/>
                    </a:ext>
                  </a:extLst>
                </a:gridCol>
                <a:gridCol w="340299">
                  <a:extLst>
                    <a:ext uri="{9D8B030D-6E8A-4147-A177-3AD203B41FA5}">
                      <a16:colId xmlns:a16="http://schemas.microsoft.com/office/drawing/2014/main" val="1983889919"/>
                    </a:ext>
                  </a:extLst>
                </a:gridCol>
                <a:gridCol w="340299">
                  <a:extLst>
                    <a:ext uri="{9D8B030D-6E8A-4147-A177-3AD203B41FA5}">
                      <a16:colId xmlns:a16="http://schemas.microsoft.com/office/drawing/2014/main" val="917785035"/>
                    </a:ext>
                  </a:extLst>
                </a:gridCol>
                <a:gridCol w="340299">
                  <a:extLst>
                    <a:ext uri="{9D8B030D-6E8A-4147-A177-3AD203B41FA5}">
                      <a16:colId xmlns:a16="http://schemas.microsoft.com/office/drawing/2014/main" val="857197425"/>
                    </a:ext>
                  </a:extLst>
                </a:gridCol>
                <a:gridCol w="340299">
                  <a:extLst>
                    <a:ext uri="{9D8B030D-6E8A-4147-A177-3AD203B41FA5}">
                      <a16:colId xmlns:a16="http://schemas.microsoft.com/office/drawing/2014/main" val="1734891984"/>
                    </a:ext>
                  </a:extLst>
                </a:gridCol>
              </a:tblGrid>
              <a:tr h="267469">
                <a:tc rowSpan="3">
                  <a:txBody>
                    <a:bodyPr/>
                    <a:lstStyle/>
                    <a:p>
                      <a:pPr algn="ctr" fontAlgn="ctr"/>
                      <a:r>
                        <a:rPr lang="en-US" sz="1200" b="1" i="0" u="none" strike="noStrike" dirty="0" err="1">
                          <a:solidFill>
                            <a:srgbClr val="FFFFFF"/>
                          </a:solidFill>
                          <a:effectLst/>
                          <a:latin typeface="Verdana" panose="020B0604030504040204" pitchFamily="34" charset="0"/>
                        </a:rPr>
                        <a:t>Sl</a:t>
                      </a:r>
                      <a:r>
                        <a:rPr lang="en-US" sz="1200" b="1" i="0" u="none" strike="noStrike" dirty="0">
                          <a:solidFill>
                            <a:srgbClr val="FFFFFF"/>
                          </a:solidFill>
                          <a:effectLst/>
                          <a:latin typeface="Verdana" panose="020B0604030504040204" pitchFamily="34" charset="0"/>
                        </a:rPr>
                        <a:t> No</a:t>
                      </a:r>
                    </a:p>
                  </a:txBody>
                  <a:tcPr marL="4306" marR="4306" marT="4306"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solidFill>
                  </a:tcPr>
                </a:tc>
                <a:tc rowSpan="3">
                  <a:txBody>
                    <a:bodyPr/>
                    <a:lstStyle/>
                    <a:p>
                      <a:pPr algn="ctr" fontAlgn="ctr"/>
                      <a:r>
                        <a:rPr lang="en-US" sz="1200" b="1" i="0" u="none" strike="noStrike" dirty="0">
                          <a:solidFill>
                            <a:srgbClr val="FFFFFF"/>
                          </a:solidFill>
                          <a:effectLst/>
                          <a:latin typeface="Verdana" panose="020B0604030504040204" pitchFamily="34" charset="0"/>
                        </a:rPr>
                        <a:t>Module &amp; Task Reference</a:t>
                      </a:r>
                    </a:p>
                  </a:txBody>
                  <a:tcPr marL="4306" marR="4306" marT="430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solidFill>
                  </a:tcPr>
                </a:tc>
                <a:tc rowSpan="3">
                  <a:txBody>
                    <a:bodyPr/>
                    <a:lstStyle/>
                    <a:p>
                      <a:pPr algn="ctr" fontAlgn="ctr"/>
                      <a:r>
                        <a:rPr lang="en-US" sz="1200" b="1" i="0" u="none" strike="noStrike" dirty="0">
                          <a:solidFill>
                            <a:srgbClr val="FFFFFF"/>
                          </a:solidFill>
                          <a:effectLst/>
                          <a:latin typeface="Verdana" panose="020B0604030504040204" pitchFamily="34" charset="0"/>
                        </a:rPr>
                        <a:t>RFP Ref.</a:t>
                      </a:r>
                    </a:p>
                  </a:txBody>
                  <a:tcPr marL="4306" marR="4306" marT="430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solidFill>
                  </a:tcPr>
                </a:tc>
                <a:tc rowSpan="3">
                  <a:txBody>
                    <a:bodyPr/>
                    <a:lstStyle/>
                    <a:p>
                      <a:pPr algn="ctr" fontAlgn="ctr"/>
                      <a:r>
                        <a:rPr lang="en-US" sz="1200" b="1" i="0" u="none" strike="noStrike" dirty="0">
                          <a:solidFill>
                            <a:srgbClr val="FFFFFF"/>
                          </a:solidFill>
                          <a:effectLst/>
                          <a:latin typeface="Verdana" panose="020B0604030504040204" pitchFamily="34" charset="0"/>
                        </a:rPr>
                        <a:t>Task</a:t>
                      </a:r>
                    </a:p>
                  </a:txBody>
                  <a:tcPr marL="4306" marR="4306" marT="430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solidFill>
                  </a:tcPr>
                </a:tc>
                <a:tc gridSpan="12">
                  <a:txBody>
                    <a:bodyPr/>
                    <a:lstStyle/>
                    <a:p>
                      <a:pPr algn="ctr" fontAlgn="ctr"/>
                      <a:r>
                        <a:rPr lang="en-US" sz="1200" b="1" i="0" u="none" strike="noStrike" dirty="0">
                          <a:solidFill>
                            <a:srgbClr val="000000"/>
                          </a:solidFill>
                          <a:effectLst/>
                          <a:latin typeface="Verdana" panose="020B0604030504040204" pitchFamily="34" charset="0"/>
                        </a:rPr>
                        <a:t>Year 1</a:t>
                      </a:r>
                    </a:p>
                  </a:txBody>
                  <a:tcPr marL="4306" marR="4306" marT="4306" marB="0" anchor="ctr">
                    <a:lnL>
                      <a:noFill/>
                    </a:lnL>
                    <a:lnR>
                      <a:noFill/>
                    </a:lnR>
                    <a:lnT w="12700" cap="flat" cmpd="sng" algn="ctr">
                      <a:solidFill>
                        <a:schemeClr val="tx1"/>
                      </a:solidFill>
                      <a:prstDash val="solid"/>
                      <a:round/>
                      <a:headEnd type="none" w="med" len="med"/>
                      <a:tailEnd type="none" w="med" len="med"/>
                    </a:lnT>
                    <a:lnB>
                      <a:noFill/>
                    </a:lnB>
                    <a:solidFill>
                      <a:srgbClr val="92D05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gridSpan="12">
                  <a:txBody>
                    <a:bodyPr/>
                    <a:lstStyle/>
                    <a:p>
                      <a:pPr algn="ctr" fontAlgn="ctr"/>
                      <a:r>
                        <a:rPr lang="en-US" sz="1200" b="1" i="0" u="none" strike="noStrike" dirty="0">
                          <a:solidFill>
                            <a:srgbClr val="000000"/>
                          </a:solidFill>
                          <a:effectLst/>
                          <a:latin typeface="Verdana" panose="020B0604030504040204" pitchFamily="34" charset="0"/>
                        </a:rPr>
                        <a:t>Year 2</a:t>
                      </a:r>
                    </a:p>
                  </a:txBody>
                  <a:tcPr marL="4306" marR="4306" marT="4306"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solidFill>
                      <a:srgbClr val="00B0F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094845175"/>
                  </a:ext>
                </a:extLst>
              </a:tr>
              <a:tr h="267469">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r>
                        <a:rPr lang="en-US" sz="900" b="1" i="0" u="none" strike="noStrike" dirty="0">
                          <a:solidFill>
                            <a:srgbClr val="000000"/>
                          </a:solidFill>
                          <a:effectLst/>
                          <a:latin typeface="Verdana" panose="020B0604030504040204" pitchFamily="34" charset="0"/>
                        </a:rPr>
                        <a:t>M1</a:t>
                      </a:r>
                    </a:p>
                  </a:txBody>
                  <a:tcPr marL="4306" marR="4306" marT="4306"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M2</a:t>
                      </a:r>
                    </a:p>
                  </a:txBody>
                  <a:tcPr marL="4306" marR="4306" marT="4306"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M3</a:t>
                      </a:r>
                    </a:p>
                  </a:txBody>
                  <a:tcPr marL="4306" marR="4306" marT="4306"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M4</a:t>
                      </a:r>
                    </a:p>
                  </a:txBody>
                  <a:tcPr marL="4306" marR="4306" marT="4306"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M5</a:t>
                      </a:r>
                    </a:p>
                  </a:txBody>
                  <a:tcPr marL="4306" marR="4306" marT="4306"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M6</a:t>
                      </a:r>
                    </a:p>
                  </a:txBody>
                  <a:tcPr marL="4306" marR="4306" marT="4306"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M7</a:t>
                      </a:r>
                    </a:p>
                  </a:txBody>
                  <a:tcPr marL="4306" marR="4306" marT="4306"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M8</a:t>
                      </a:r>
                    </a:p>
                  </a:txBody>
                  <a:tcPr marL="4306" marR="4306" marT="4306"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M9</a:t>
                      </a:r>
                    </a:p>
                  </a:txBody>
                  <a:tcPr marL="4306" marR="4306" marT="4306"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M10</a:t>
                      </a:r>
                    </a:p>
                  </a:txBody>
                  <a:tcPr marL="4306" marR="4306" marT="4306"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M11</a:t>
                      </a:r>
                    </a:p>
                  </a:txBody>
                  <a:tcPr marL="4306" marR="4306" marT="4306"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M12</a:t>
                      </a:r>
                    </a:p>
                  </a:txBody>
                  <a:tcPr marL="4306" marR="4306" marT="4306"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M1</a:t>
                      </a:r>
                    </a:p>
                  </a:txBody>
                  <a:tcPr marL="4306" marR="4306" marT="4306"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M2</a:t>
                      </a:r>
                    </a:p>
                  </a:txBody>
                  <a:tcPr marL="4306" marR="4306" marT="4306"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M3</a:t>
                      </a:r>
                    </a:p>
                  </a:txBody>
                  <a:tcPr marL="4306" marR="4306" marT="4306"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M4</a:t>
                      </a:r>
                    </a:p>
                  </a:txBody>
                  <a:tcPr marL="4306" marR="4306" marT="4306"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M5</a:t>
                      </a:r>
                    </a:p>
                  </a:txBody>
                  <a:tcPr marL="4306" marR="4306" marT="4306"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M6</a:t>
                      </a:r>
                    </a:p>
                  </a:txBody>
                  <a:tcPr marL="4306" marR="4306" marT="4306"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M7</a:t>
                      </a:r>
                    </a:p>
                  </a:txBody>
                  <a:tcPr marL="4306" marR="4306" marT="4306"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M8</a:t>
                      </a:r>
                    </a:p>
                  </a:txBody>
                  <a:tcPr marL="4306" marR="4306" marT="4306"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M9</a:t>
                      </a:r>
                    </a:p>
                  </a:txBody>
                  <a:tcPr marL="4306" marR="4306" marT="4306"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M10</a:t>
                      </a:r>
                    </a:p>
                  </a:txBody>
                  <a:tcPr marL="4306" marR="4306" marT="4306"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M11</a:t>
                      </a:r>
                    </a:p>
                  </a:txBody>
                  <a:tcPr marL="4306" marR="4306" marT="4306" marB="0" anchor="ctr">
                    <a:lnL>
                      <a:noFill/>
                    </a:lnL>
                    <a:lnR>
                      <a:noFill/>
                    </a:lnR>
                    <a:lnT>
                      <a:noFill/>
                    </a:lnT>
                    <a:lnB>
                      <a:noFill/>
                    </a:lnB>
                    <a:noFill/>
                  </a:tcPr>
                </a:tc>
                <a:tc>
                  <a:txBody>
                    <a:bodyPr/>
                    <a:lstStyle/>
                    <a:p>
                      <a:pPr algn="ctr" fontAlgn="ctr"/>
                      <a:r>
                        <a:rPr lang="en-US" sz="900" b="1" i="0" u="none" strike="noStrike">
                          <a:solidFill>
                            <a:srgbClr val="000000"/>
                          </a:solidFill>
                          <a:effectLst/>
                          <a:latin typeface="Verdana" panose="020B0604030504040204" pitchFamily="34" charset="0"/>
                        </a:rPr>
                        <a:t>M12</a:t>
                      </a:r>
                    </a:p>
                  </a:txBody>
                  <a:tcPr marL="4306" marR="4306" marT="4306" marB="0" anchor="ctr">
                    <a:lnL>
                      <a:noFill/>
                    </a:lnL>
                    <a:lnR w="12700" cap="flat" cmpd="sng" algn="ctr">
                      <a:solidFill>
                        <a:schemeClr val="tx1"/>
                      </a:solidFill>
                      <a:prstDash val="solid"/>
                      <a:round/>
                      <a:headEnd type="none" w="med" len="med"/>
                      <a:tailEnd type="none" w="med" len="med"/>
                    </a:lnR>
                    <a:lnT>
                      <a:noFill/>
                    </a:lnT>
                    <a:lnB>
                      <a:noFill/>
                    </a:lnB>
                    <a:noFill/>
                  </a:tcPr>
                </a:tc>
                <a:extLst>
                  <a:ext uri="{0D108BD9-81ED-4DB2-BD59-A6C34878D82A}">
                    <a16:rowId xmlns:a16="http://schemas.microsoft.com/office/drawing/2014/main" val="1454054116"/>
                  </a:ext>
                </a:extLst>
              </a:tr>
              <a:tr h="267469">
                <a:tc vMerge="1">
                  <a:txBody>
                    <a:bodyPr/>
                    <a:lstStyle/>
                    <a:p>
                      <a:endParaRPr lang="en-US"/>
                    </a:p>
                  </a:txBody>
                  <a:tcPr/>
                </a:tc>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fontAlgn="ctr"/>
                      <a:r>
                        <a:rPr lang="en-US" sz="900" b="1" i="0" u="none" strike="noStrike" dirty="0">
                          <a:solidFill>
                            <a:srgbClr val="A6A6A6"/>
                          </a:solidFill>
                          <a:effectLst/>
                          <a:latin typeface="Verdana" panose="020B0604030504040204" pitchFamily="34" charset="0"/>
                        </a:rPr>
                        <a:t>Aug</a:t>
                      </a:r>
                    </a:p>
                  </a:txBody>
                  <a:tcPr marL="4306" marR="4306" marT="4306"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Sep</a:t>
                      </a:r>
                    </a:p>
                  </a:txBody>
                  <a:tcPr marL="4306" marR="4306" marT="4306"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Oct</a:t>
                      </a:r>
                    </a:p>
                  </a:txBody>
                  <a:tcPr marL="4306" marR="4306" marT="4306"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Nov</a:t>
                      </a:r>
                    </a:p>
                  </a:txBody>
                  <a:tcPr marL="4306" marR="4306" marT="4306"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Dec</a:t>
                      </a:r>
                    </a:p>
                  </a:txBody>
                  <a:tcPr marL="4306" marR="4306" marT="4306"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Jan</a:t>
                      </a:r>
                    </a:p>
                  </a:txBody>
                  <a:tcPr marL="4306" marR="4306" marT="4306"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Feb</a:t>
                      </a:r>
                    </a:p>
                  </a:txBody>
                  <a:tcPr marL="4306" marR="4306" marT="4306"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Mar</a:t>
                      </a:r>
                    </a:p>
                  </a:txBody>
                  <a:tcPr marL="4306" marR="4306" marT="4306"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Apr</a:t>
                      </a:r>
                    </a:p>
                  </a:txBody>
                  <a:tcPr marL="4306" marR="4306" marT="4306"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May</a:t>
                      </a:r>
                    </a:p>
                  </a:txBody>
                  <a:tcPr marL="4306" marR="4306" marT="4306"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Jun</a:t>
                      </a:r>
                    </a:p>
                  </a:txBody>
                  <a:tcPr marL="4306" marR="4306" marT="4306"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Jul</a:t>
                      </a:r>
                    </a:p>
                  </a:txBody>
                  <a:tcPr marL="4306" marR="4306" marT="4306"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Aug</a:t>
                      </a:r>
                    </a:p>
                  </a:txBody>
                  <a:tcPr marL="4306" marR="4306" marT="4306"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Sep</a:t>
                      </a:r>
                    </a:p>
                  </a:txBody>
                  <a:tcPr marL="4306" marR="4306" marT="4306"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Oct</a:t>
                      </a:r>
                    </a:p>
                  </a:txBody>
                  <a:tcPr marL="4306" marR="4306" marT="4306"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Nov</a:t>
                      </a:r>
                    </a:p>
                  </a:txBody>
                  <a:tcPr marL="4306" marR="4306" marT="4306"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Dec</a:t>
                      </a:r>
                    </a:p>
                  </a:txBody>
                  <a:tcPr marL="4306" marR="4306" marT="4306"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Jan</a:t>
                      </a:r>
                    </a:p>
                  </a:txBody>
                  <a:tcPr marL="4306" marR="4306" marT="4306"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Feb</a:t>
                      </a:r>
                    </a:p>
                  </a:txBody>
                  <a:tcPr marL="4306" marR="4306" marT="4306"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Mar</a:t>
                      </a:r>
                    </a:p>
                  </a:txBody>
                  <a:tcPr marL="4306" marR="4306" marT="4306"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Apr</a:t>
                      </a:r>
                    </a:p>
                  </a:txBody>
                  <a:tcPr marL="4306" marR="4306" marT="4306"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May</a:t>
                      </a:r>
                    </a:p>
                  </a:txBody>
                  <a:tcPr marL="4306" marR="4306" marT="4306"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Jun</a:t>
                      </a:r>
                    </a:p>
                  </a:txBody>
                  <a:tcPr marL="4306" marR="4306" marT="4306"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ctr"/>
                      <a:r>
                        <a:rPr lang="en-US" sz="900" b="1" i="0" u="none" strike="noStrike">
                          <a:solidFill>
                            <a:srgbClr val="A6A6A6"/>
                          </a:solidFill>
                          <a:effectLst/>
                          <a:latin typeface="Verdana" panose="020B0604030504040204" pitchFamily="34" charset="0"/>
                        </a:rPr>
                        <a:t>Jul</a:t>
                      </a:r>
                    </a:p>
                  </a:txBody>
                  <a:tcPr marL="4306" marR="4306" marT="4306" marB="0" anchor="ctr">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82908955"/>
                  </a:ext>
                </a:extLst>
              </a:tr>
              <a:tr h="709820">
                <a:tc>
                  <a:txBody>
                    <a:bodyPr/>
                    <a:lstStyle/>
                    <a:p>
                      <a:pPr algn="ctr" fontAlgn="ctr"/>
                      <a:r>
                        <a:rPr lang="en-US" sz="1200" b="0" i="0" u="none" strike="noStrike" dirty="0">
                          <a:solidFill>
                            <a:srgbClr val="000000"/>
                          </a:solidFill>
                          <a:effectLst/>
                          <a:latin typeface="Verdana" panose="020B0604030504040204" pitchFamily="34" charset="0"/>
                        </a:rPr>
                        <a:t>1</a:t>
                      </a:r>
                    </a:p>
                  </a:txBody>
                  <a:tcPr marL="4306" marR="4306" marT="4306"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000000"/>
                          </a:solidFill>
                          <a:effectLst/>
                          <a:latin typeface="Verdana" panose="020B0604030504040204" pitchFamily="34" charset="0"/>
                        </a:rPr>
                        <a:t>Mod. H, Task 1</a:t>
                      </a:r>
                    </a:p>
                  </a:txBody>
                  <a:tcPr marL="4306" marR="4306" marT="430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Verdana" panose="020B0604030504040204" pitchFamily="34" charset="0"/>
                        </a:rPr>
                        <a:t>31</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b="0" i="0" u="none" strike="noStrike" dirty="0">
                          <a:solidFill>
                            <a:srgbClr val="000000"/>
                          </a:solidFill>
                          <a:effectLst/>
                          <a:latin typeface="Verdana" panose="020B0604030504040204" pitchFamily="34" charset="0"/>
                        </a:rPr>
                        <a:t>Creating and integrating a social equity policy</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050" b="1" i="0" u="none" strike="noStrike" dirty="0">
                          <a:solidFill>
                            <a:srgbClr val="A6A6A6"/>
                          </a:solidFill>
                          <a:effectLst/>
                          <a:latin typeface="Verdana" panose="020B0604030504040204" pitchFamily="34" charset="0"/>
                        </a:rPr>
                        <a:t> </a:t>
                      </a:r>
                    </a:p>
                  </a:txBody>
                  <a:tcPr marL="4306" marR="4306" marT="430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4306" marR="4306" marT="430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4306" marR="4306" marT="430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4306" marR="4306" marT="430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4306" marR="4306" marT="430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4306" marR="4306" marT="430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4306" marR="4306" marT="430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4306" marR="4306" marT="430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4306" marR="4306" marT="430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4306" marR="4306" marT="430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4306" marR="4306" marT="430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4306" marR="4306" marT="430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4306" marR="4306" marT="430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4306" marR="4306" marT="430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4306" marR="4306" marT="430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4306" marR="4306" marT="430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4306" marR="4306" marT="430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4306" marR="4306" marT="430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4306" marR="4306" marT="430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4306" marR="4306" marT="430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4306" marR="4306" marT="430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4306" marR="4306" marT="430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4306" marR="4306" marT="430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tc>
                  <a:txBody>
                    <a:bodyPr/>
                    <a:lstStyle/>
                    <a:p>
                      <a:pPr algn="ctr" fontAlgn="ctr"/>
                      <a:r>
                        <a:rPr lang="en-US" sz="900" b="1" i="0" u="none" strike="noStrike" dirty="0">
                          <a:solidFill>
                            <a:srgbClr val="A6A6A6"/>
                          </a:solidFill>
                          <a:effectLst/>
                          <a:latin typeface="Verdana" panose="020B0604030504040204" pitchFamily="34" charset="0"/>
                        </a:rPr>
                        <a:t> </a:t>
                      </a:r>
                    </a:p>
                  </a:txBody>
                  <a:tcPr marL="4306" marR="4306" marT="4306"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pattFill prst="dkHorz">
                      <a:fgClr>
                        <a:srgbClr val="000000"/>
                      </a:fgClr>
                      <a:bgClr>
                        <a:srgbClr val="C5D9F1"/>
                      </a:bgClr>
                    </a:pattFill>
                  </a:tcPr>
                </a:tc>
                <a:extLst>
                  <a:ext uri="{0D108BD9-81ED-4DB2-BD59-A6C34878D82A}">
                    <a16:rowId xmlns:a16="http://schemas.microsoft.com/office/drawing/2014/main" val="3252475270"/>
                  </a:ext>
                </a:extLst>
              </a:tr>
              <a:tr h="946428">
                <a:tc>
                  <a:txBody>
                    <a:bodyPr/>
                    <a:lstStyle/>
                    <a:p>
                      <a:pPr algn="ctr" fontAlgn="ctr"/>
                      <a:r>
                        <a:rPr lang="en-US" sz="1200" b="0" i="0" u="none" strike="noStrike" dirty="0">
                          <a:solidFill>
                            <a:srgbClr val="963634"/>
                          </a:solidFill>
                          <a:effectLst/>
                          <a:latin typeface="Verdana" panose="020B0604030504040204" pitchFamily="34" charset="0"/>
                        </a:rPr>
                        <a:t>2</a:t>
                      </a:r>
                    </a:p>
                  </a:txBody>
                  <a:tcPr marL="4306" marR="4306" marT="4306"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963634"/>
                          </a:solidFill>
                          <a:effectLst/>
                          <a:latin typeface="Verdana" panose="020B0604030504040204" pitchFamily="34" charset="0"/>
                        </a:rPr>
                        <a:t>Mod. H, Task 2</a:t>
                      </a:r>
                    </a:p>
                  </a:txBody>
                  <a:tcPr marL="4306" marR="4306" marT="430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963634"/>
                          </a:solidFill>
                          <a:effectLst/>
                          <a:latin typeface="Verdana" panose="020B0604030504040204" pitchFamily="34" charset="0"/>
                        </a:rPr>
                        <a:t>30</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b="0" i="0" u="none" strike="noStrike">
                          <a:solidFill>
                            <a:srgbClr val="963634"/>
                          </a:solidFill>
                          <a:effectLst/>
                          <a:latin typeface="Verdana" panose="020B0604030504040204" pitchFamily="34" charset="0"/>
                        </a:rPr>
                        <a:t>Study on Social Tariff setting</a:t>
                      </a:r>
                    </a:p>
                  </a:txBody>
                  <a:tcPr marL="6350" marR="6350" marT="635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2" gridSpan="24">
                  <a:txBody>
                    <a:bodyPr/>
                    <a:lstStyle/>
                    <a:p>
                      <a:pPr algn="l" fontAlgn="ctr"/>
                      <a:r>
                        <a:rPr lang="en-US" sz="1200" b="0" i="0" u="none" strike="noStrike" dirty="0">
                          <a:solidFill>
                            <a:srgbClr val="FFFFFF"/>
                          </a:solidFill>
                          <a:effectLst/>
                          <a:latin typeface="Verdana" panose="020B0604030504040204" pitchFamily="34" charset="0"/>
                        </a:rPr>
                        <a:t>Task to be taken up in Year 3 onwards</a:t>
                      </a:r>
                    </a:p>
                  </a:txBody>
                  <a:tcPr marL="4306" marR="4306" marT="4306"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808080"/>
                    </a:solidFill>
                  </a:tcPr>
                </a:tc>
                <a:tc rowSpan="2" hMerge="1">
                  <a:txBody>
                    <a:bodyPr/>
                    <a:lstStyle/>
                    <a:p>
                      <a:endParaRPr lang="en-US"/>
                    </a:p>
                  </a:txBody>
                  <a:tcPr/>
                </a:tc>
                <a:tc rowSpan="2" hMerge="1">
                  <a:txBody>
                    <a:bodyPr/>
                    <a:lstStyle/>
                    <a:p>
                      <a:endParaRPr lang="en-US"/>
                    </a:p>
                  </a:txBody>
                  <a:tcPr/>
                </a:tc>
                <a:tc rowSpan="2" hMerge="1">
                  <a:txBody>
                    <a:bodyPr/>
                    <a:lstStyle/>
                    <a:p>
                      <a:endParaRPr lang="en-US"/>
                    </a:p>
                  </a:txBody>
                  <a:tcPr/>
                </a:tc>
                <a:tc rowSpan="2" hMerge="1">
                  <a:txBody>
                    <a:bodyPr/>
                    <a:lstStyle/>
                    <a:p>
                      <a:endParaRPr lang="en-US"/>
                    </a:p>
                  </a:txBody>
                  <a:tcPr/>
                </a:tc>
                <a:tc rowSpan="2" hMerge="1">
                  <a:txBody>
                    <a:bodyPr/>
                    <a:lstStyle/>
                    <a:p>
                      <a:endParaRPr lang="en-US"/>
                    </a:p>
                  </a:txBody>
                  <a:tcPr/>
                </a:tc>
                <a:tc rowSpan="2" hMerge="1">
                  <a:txBody>
                    <a:bodyPr/>
                    <a:lstStyle/>
                    <a:p>
                      <a:endParaRPr lang="en-US"/>
                    </a:p>
                  </a:txBody>
                  <a:tcPr/>
                </a:tc>
                <a:tc rowSpan="2" hMerge="1">
                  <a:txBody>
                    <a:bodyPr/>
                    <a:lstStyle/>
                    <a:p>
                      <a:endParaRPr lang="en-US"/>
                    </a:p>
                  </a:txBody>
                  <a:tcPr/>
                </a:tc>
                <a:tc rowSpan="2" hMerge="1">
                  <a:txBody>
                    <a:bodyPr/>
                    <a:lstStyle/>
                    <a:p>
                      <a:endParaRPr lang="en-US"/>
                    </a:p>
                  </a:txBody>
                  <a:tcPr/>
                </a:tc>
                <a:tc rowSpan="2" hMerge="1">
                  <a:txBody>
                    <a:bodyPr/>
                    <a:lstStyle/>
                    <a:p>
                      <a:endParaRPr lang="en-US"/>
                    </a:p>
                  </a:txBody>
                  <a:tcPr/>
                </a:tc>
                <a:tc rowSpan="2" hMerge="1">
                  <a:txBody>
                    <a:bodyPr/>
                    <a:lstStyle/>
                    <a:p>
                      <a:endParaRPr lang="en-US"/>
                    </a:p>
                  </a:txBody>
                  <a:tcPr/>
                </a:tc>
                <a:tc rowSpan="2" hMerge="1">
                  <a:txBody>
                    <a:bodyPr/>
                    <a:lstStyle/>
                    <a:p>
                      <a:endParaRPr lang="en-US"/>
                    </a:p>
                  </a:txBody>
                  <a:tcPr/>
                </a:tc>
                <a:tc rowSpan="2" hMerge="1">
                  <a:txBody>
                    <a:bodyPr/>
                    <a:lstStyle/>
                    <a:p>
                      <a:endParaRPr lang="en-US"/>
                    </a:p>
                  </a:txBody>
                  <a:tcPr/>
                </a:tc>
                <a:tc rowSpan="2" hMerge="1">
                  <a:txBody>
                    <a:bodyPr/>
                    <a:lstStyle/>
                    <a:p>
                      <a:endParaRPr lang="en-US"/>
                    </a:p>
                  </a:txBody>
                  <a:tcPr/>
                </a:tc>
                <a:tc rowSpan="2" hMerge="1">
                  <a:txBody>
                    <a:bodyPr/>
                    <a:lstStyle/>
                    <a:p>
                      <a:endParaRPr lang="en-US"/>
                    </a:p>
                  </a:txBody>
                  <a:tcPr/>
                </a:tc>
                <a:tc rowSpan="2" hMerge="1">
                  <a:txBody>
                    <a:bodyPr/>
                    <a:lstStyle/>
                    <a:p>
                      <a:endParaRPr lang="en-US"/>
                    </a:p>
                  </a:txBody>
                  <a:tcPr/>
                </a:tc>
                <a:tc rowSpan="2" hMerge="1">
                  <a:txBody>
                    <a:bodyPr/>
                    <a:lstStyle/>
                    <a:p>
                      <a:endParaRPr lang="en-US"/>
                    </a:p>
                  </a:txBody>
                  <a:tcPr/>
                </a:tc>
                <a:tc rowSpan="2" hMerge="1">
                  <a:txBody>
                    <a:bodyPr/>
                    <a:lstStyle/>
                    <a:p>
                      <a:endParaRPr lang="en-US"/>
                    </a:p>
                  </a:txBody>
                  <a:tcPr/>
                </a:tc>
                <a:tc rowSpan="2" hMerge="1">
                  <a:txBody>
                    <a:bodyPr/>
                    <a:lstStyle/>
                    <a:p>
                      <a:endParaRPr lang="en-US"/>
                    </a:p>
                  </a:txBody>
                  <a:tcPr/>
                </a:tc>
                <a:tc rowSpan="2" hMerge="1">
                  <a:txBody>
                    <a:bodyPr/>
                    <a:lstStyle/>
                    <a:p>
                      <a:endParaRPr lang="en-US"/>
                    </a:p>
                  </a:txBody>
                  <a:tcPr/>
                </a:tc>
                <a:tc rowSpan="2" hMerge="1">
                  <a:txBody>
                    <a:bodyPr/>
                    <a:lstStyle/>
                    <a:p>
                      <a:endParaRPr lang="en-US"/>
                    </a:p>
                  </a:txBody>
                  <a:tcPr/>
                </a:tc>
                <a:tc rowSpan="2" hMerge="1">
                  <a:txBody>
                    <a:bodyPr/>
                    <a:lstStyle/>
                    <a:p>
                      <a:endParaRPr lang="en-US"/>
                    </a:p>
                  </a:txBody>
                  <a:tcPr/>
                </a:tc>
                <a:tc rowSpan="2" hMerge="1">
                  <a:txBody>
                    <a:bodyPr/>
                    <a:lstStyle/>
                    <a:p>
                      <a:endParaRPr lang="en-US"/>
                    </a:p>
                  </a:txBody>
                  <a:tcPr/>
                </a:tc>
                <a:tc rowSpan="2" hMerge="1">
                  <a:txBody>
                    <a:bodyPr/>
                    <a:lstStyle/>
                    <a:p>
                      <a:endParaRPr lang="en-US"/>
                    </a:p>
                  </a:txBody>
                  <a:tcPr/>
                </a:tc>
                <a:extLst>
                  <a:ext uri="{0D108BD9-81ED-4DB2-BD59-A6C34878D82A}">
                    <a16:rowId xmlns:a16="http://schemas.microsoft.com/office/drawing/2014/main" val="1724695798"/>
                  </a:ext>
                </a:extLst>
              </a:tr>
              <a:tr h="473213">
                <a:tc>
                  <a:txBody>
                    <a:bodyPr/>
                    <a:lstStyle/>
                    <a:p>
                      <a:pPr algn="ctr" fontAlgn="ctr"/>
                      <a:r>
                        <a:rPr lang="en-US" sz="1200" b="0" i="0" u="none" strike="noStrike" dirty="0">
                          <a:solidFill>
                            <a:srgbClr val="963634"/>
                          </a:solidFill>
                          <a:effectLst/>
                          <a:latin typeface="Verdana" panose="020B0604030504040204" pitchFamily="34" charset="0"/>
                        </a:rPr>
                        <a:t>3</a:t>
                      </a:r>
                    </a:p>
                  </a:txBody>
                  <a:tcPr marL="4306" marR="4306" marT="4306"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dirty="0">
                          <a:solidFill>
                            <a:srgbClr val="963634"/>
                          </a:solidFill>
                          <a:effectLst/>
                          <a:latin typeface="Verdana" panose="020B0604030504040204" pitchFamily="34" charset="0"/>
                        </a:rPr>
                        <a:t>Mod. H, Task 3</a:t>
                      </a:r>
                    </a:p>
                  </a:txBody>
                  <a:tcPr marL="4306" marR="4306" marT="4306"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963634"/>
                          </a:solidFill>
                          <a:effectLst/>
                          <a:latin typeface="Verdana" panose="020B0604030504040204" pitchFamily="34" charset="0"/>
                        </a:rPr>
                        <a:t>++</a:t>
                      </a:r>
                    </a:p>
                  </a:txBody>
                  <a:tcPr marL="6350" marR="6350" marT="6350"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200" b="0" i="0" u="none" strike="noStrike" dirty="0">
                          <a:solidFill>
                            <a:srgbClr val="963634"/>
                          </a:solidFill>
                          <a:effectLst/>
                          <a:latin typeface="Verdana" panose="020B0604030504040204" pitchFamily="34" charset="0"/>
                        </a:rPr>
                        <a:t>Support in Review of Citizen's Charter</a:t>
                      </a:r>
                    </a:p>
                  </a:txBody>
                  <a:tcPr marL="6350" marR="6350" marT="6350"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gridSpan="24"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tc hMerge="1" vMerge="1">
                  <a:txBody>
                    <a:bodyPr/>
                    <a:lstStyle/>
                    <a:p>
                      <a:endParaRPr lang="en-US"/>
                    </a:p>
                  </a:txBody>
                  <a:tcPr/>
                </a:tc>
                <a:extLst>
                  <a:ext uri="{0D108BD9-81ED-4DB2-BD59-A6C34878D82A}">
                    <a16:rowId xmlns:a16="http://schemas.microsoft.com/office/drawing/2014/main" val="230868579"/>
                  </a:ext>
                </a:extLst>
              </a:tr>
            </a:tbl>
          </a:graphicData>
        </a:graphic>
      </p:graphicFrame>
    </p:spTree>
    <p:extLst>
      <p:ext uri="{BB962C8B-B14F-4D97-AF65-F5344CB8AC3E}">
        <p14:creationId xmlns:p14="http://schemas.microsoft.com/office/powerpoint/2010/main" val="1457568406"/>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00B0F0"/>
        </a:solidFill>
        <a:effectLst/>
      </p:bgPr>
    </p:bg>
    <p:spTree>
      <p:nvGrpSpPr>
        <p:cNvPr id="1" name="">
          <a:extLst>
            <a:ext uri="{FF2B5EF4-FFF2-40B4-BE49-F238E27FC236}">
              <a16:creationId xmlns:a16="http://schemas.microsoft.com/office/drawing/2014/main" id="{2CBA6F1E-15E5-2941-E515-77AA63A9B929}"/>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83389991-9DF0-DAD1-6343-F8725297274A}"/>
              </a:ext>
            </a:extLst>
          </p:cNvPr>
          <p:cNvGraphicFramePr>
            <a:graphicFrameLocks noChangeAspect="1"/>
          </p:cNvGraphicFramePr>
          <p:nvPr>
            <p:custDataLst>
              <p:tags r:id="rId1"/>
            </p:custDataLst>
            <p:extLst>
              <p:ext uri="{D42A27DB-BD31-4B8C-83A1-F6EECF244321}">
                <p14:modId xmlns:p14="http://schemas.microsoft.com/office/powerpoint/2010/main" val="297609610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83389991-9DF0-DAD1-6343-F8725297274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Title 2">
            <a:extLst>
              <a:ext uri="{FF2B5EF4-FFF2-40B4-BE49-F238E27FC236}">
                <a16:creationId xmlns:a16="http://schemas.microsoft.com/office/drawing/2014/main" id="{AB465CA2-775E-8000-79D4-849A6DE69C10}"/>
              </a:ext>
            </a:extLst>
          </p:cNvPr>
          <p:cNvSpPr>
            <a:spLocks noGrp="1"/>
          </p:cNvSpPr>
          <p:nvPr>
            <p:ph type="title"/>
          </p:nvPr>
        </p:nvSpPr>
        <p:spPr>
          <a:xfrm>
            <a:off x="396779" y="3412986"/>
            <a:ext cx="12309107" cy="368439"/>
          </a:xfrm>
        </p:spPr>
        <p:txBody>
          <a:bodyPr vert="horz"/>
          <a:lstStyle/>
          <a:p>
            <a:r>
              <a:rPr lang="en-US" sz="4000" b="1" dirty="0">
                <a:solidFill>
                  <a:schemeClr val="bg1"/>
                </a:solidFill>
              </a:rPr>
              <a:t>OTHER DISCUSSION POINTS</a:t>
            </a:r>
          </a:p>
        </p:txBody>
      </p:sp>
    </p:spTree>
    <p:extLst>
      <p:ext uri="{BB962C8B-B14F-4D97-AF65-F5344CB8AC3E}">
        <p14:creationId xmlns:p14="http://schemas.microsoft.com/office/powerpoint/2010/main" val="2958349153"/>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7EEFF8-1B53-9556-7C99-B7E7BE0E09A7}"/>
            </a:ext>
          </a:extLst>
        </p:cNvPr>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2314A805-7BFE-4B09-3D27-6326D131C8E1}"/>
              </a:ext>
            </a:extLst>
          </p:cNvPr>
          <p:cNvGraphicFramePr>
            <a:graphicFrameLocks noChangeAspect="1"/>
          </p:cNvGraphicFramePr>
          <p:nvPr>
            <p:custDataLst>
              <p:tags r:id="rId1"/>
            </p:custDataLst>
            <p:extLst>
              <p:ext uri="{D42A27DB-BD31-4B8C-83A1-F6EECF244321}">
                <p14:modId xmlns:p14="http://schemas.microsoft.com/office/powerpoint/2010/main" val="292525116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2314A805-7BFE-4B09-3D27-6326D131C8E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1D6E7E4E-3BBB-DB9E-2FF5-D06A43BC7FBA}"/>
              </a:ext>
            </a:extLst>
          </p:cNvPr>
          <p:cNvSpPr>
            <a:spLocks noGrp="1"/>
          </p:cNvSpPr>
          <p:nvPr>
            <p:ph type="title"/>
          </p:nvPr>
        </p:nvSpPr>
        <p:spPr/>
        <p:txBody>
          <a:bodyPr vert="horz"/>
          <a:lstStyle/>
          <a:p>
            <a:r>
              <a:rPr lang="en-US" dirty="0"/>
              <a:t>Way Forward and few Discussion Points</a:t>
            </a:r>
          </a:p>
        </p:txBody>
      </p:sp>
      <p:sp>
        <p:nvSpPr>
          <p:cNvPr id="29" name="Rectangle 28">
            <a:extLst>
              <a:ext uri="{FF2B5EF4-FFF2-40B4-BE49-F238E27FC236}">
                <a16:creationId xmlns:a16="http://schemas.microsoft.com/office/drawing/2014/main" id="{4187E311-6D9A-76E6-CE51-DE3648C074ED}"/>
              </a:ext>
            </a:extLst>
          </p:cNvPr>
          <p:cNvSpPr/>
          <p:nvPr/>
        </p:nvSpPr>
        <p:spPr bwMode="gray">
          <a:xfrm>
            <a:off x="1440405" y="1837089"/>
            <a:ext cx="10759615" cy="3221424"/>
          </a:xfrm>
          <a:prstGeom prst="rect">
            <a:avLst/>
          </a:prstGeom>
          <a:solidFill>
            <a:schemeClr val="accent3">
              <a:lumMod val="20000"/>
              <a:lumOff val="80000"/>
            </a:schemeClr>
          </a:solidFill>
          <a:ln>
            <a:noFill/>
            <a:headEnd/>
            <a:tailEnd/>
          </a:ln>
        </p:spPr>
        <p:style>
          <a:lnRef idx="2">
            <a:schemeClr val="accent1"/>
          </a:lnRef>
          <a:fillRef idx="1">
            <a:schemeClr val="lt1"/>
          </a:fillRef>
          <a:effectRef idx="0">
            <a:schemeClr val="accent1"/>
          </a:effectRef>
          <a:fontRef idx="minor">
            <a:schemeClr val="dk1"/>
          </a:fontRef>
        </p:style>
        <p:txBody>
          <a:bodyPr wrap="square" lIns="88900" tIns="88900" rIns="88900" bIns="88900" rtlCol="0" anchor="ctr"/>
          <a:lstStyle/>
          <a:p>
            <a:pPr marL="171450" indent="-171450" algn="just">
              <a:spcBef>
                <a:spcPts val="600"/>
              </a:spcBef>
              <a:spcAft>
                <a:spcPts val="1200"/>
              </a:spcAft>
              <a:buSzPct val="100000"/>
              <a:buFont typeface="Arial" panose="020B0604020202020204" pitchFamily="34" charset="0"/>
              <a:buChar char="•"/>
            </a:pPr>
            <a:r>
              <a:rPr kumimoji="0" lang="en-US" sz="2000" i="0" u="none" strike="noStrike" kern="1200" cap="none" spc="0" normalizeH="0" baseline="0" noProof="0" dirty="0">
                <a:ln>
                  <a:noFill/>
                </a:ln>
                <a:solidFill>
                  <a:srgbClr val="313131"/>
                </a:solidFill>
                <a:effectLst/>
                <a:uLnTx/>
                <a:uFillTx/>
                <a:latin typeface="Verdana"/>
                <a:ea typeface="+mn-ea"/>
                <a:cs typeface="+mn-cs"/>
              </a:rPr>
              <a:t>Finalize Inception Report based on stakeholders inputs</a:t>
            </a:r>
          </a:p>
          <a:p>
            <a:pPr marL="171450" indent="-171450" algn="just">
              <a:spcBef>
                <a:spcPts val="600"/>
              </a:spcBef>
              <a:spcAft>
                <a:spcPts val="1200"/>
              </a:spcAft>
              <a:buSzPct val="100000"/>
              <a:buFont typeface="Arial" panose="020B0604020202020204" pitchFamily="34" charset="0"/>
              <a:buChar char="•"/>
            </a:pPr>
            <a:r>
              <a:rPr kumimoji="0" lang="en-US" sz="2000" i="0" u="none" strike="noStrike" kern="1200" cap="none" spc="0" normalizeH="0" baseline="0" noProof="0" dirty="0">
                <a:ln>
                  <a:noFill/>
                </a:ln>
                <a:solidFill>
                  <a:srgbClr val="313131"/>
                </a:solidFill>
                <a:effectLst/>
                <a:uLnTx/>
                <a:uFillTx/>
                <a:latin typeface="Verdana"/>
                <a:ea typeface="+mn-ea"/>
                <a:cs typeface="+mn-cs"/>
              </a:rPr>
              <a:t>Additional support to ERC is crucial for implementation of Roadmap</a:t>
            </a:r>
          </a:p>
          <a:p>
            <a:pPr marL="692887" lvl="1" indent="-171450" algn="just">
              <a:spcBef>
                <a:spcPts val="600"/>
              </a:spcBef>
              <a:spcAft>
                <a:spcPts val="1200"/>
              </a:spcAft>
              <a:buSzPct val="100000"/>
              <a:buFont typeface="Arial" panose="020B0604020202020204" pitchFamily="34" charset="0"/>
              <a:buChar char="•"/>
            </a:pPr>
            <a:r>
              <a:rPr kumimoji="0" lang="en-US" sz="1800" i="0" u="none" strike="noStrike" kern="1200" cap="none" spc="0" normalizeH="0" baseline="0" noProof="0" dirty="0">
                <a:ln>
                  <a:noFill/>
                </a:ln>
                <a:solidFill>
                  <a:srgbClr val="313131"/>
                </a:solidFill>
                <a:effectLst/>
                <a:uLnTx/>
                <a:uFillTx/>
                <a:latin typeface="Verdana"/>
                <a:ea typeface="+mn-ea"/>
                <a:cs typeface="+mn-cs"/>
              </a:rPr>
              <a:t>Contract of four (4) resources deployed under DOS support ends in October 24</a:t>
            </a:r>
          </a:p>
          <a:p>
            <a:pPr marL="692887" lvl="1" indent="-171450" algn="just">
              <a:spcBef>
                <a:spcPts val="600"/>
              </a:spcBef>
              <a:spcAft>
                <a:spcPts val="1200"/>
              </a:spcAft>
              <a:buSzPct val="100000"/>
              <a:buFont typeface="Arial" panose="020B0604020202020204" pitchFamily="34" charset="0"/>
              <a:buChar char="•"/>
            </a:pPr>
            <a:r>
              <a:rPr kumimoji="0" lang="en-US" sz="1800" i="0" u="none" strike="noStrike" kern="1200" cap="none" spc="0" normalizeH="0" baseline="0" noProof="0" dirty="0">
                <a:ln>
                  <a:noFill/>
                </a:ln>
                <a:solidFill>
                  <a:srgbClr val="313131"/>
                </a:solidFill>
                <a:effectLst/>
                <a:uLnTx/>
                <a:uFillTx/>
                <a:latin typeface="Verdana"/>
                <a:ea typeface="+mn-ea"/>
                <a:cs typeface="+mn-cs"/>
              </a:rPr>
              <a:t>Anticipated delays in recruitment / deployment of regular staff</a:t>
            </a:r>
          </a:p>
          <a:p>
            <a:pPr marL="171450" indent="-171450" algn="just">
              <a:spcBef>
                <a:spcPts val="600"/>
              </a:spcBef>
              <a:spcAft>
                <a:spcPts val="1200"/>
              </a:spcAft>
              <a:buSzPct val="100000"/>
              <a:buFont typeface="Arial" panose="020B0604020202020204" pitchFamily="34" charset="0"/>
              <a:buChar char="•"/>
            </a:pPr>
            <a:r>
              <a:rPr lang="en-US" sz="2000" dirty="0">
                <a:solidFill>
                  <a:srgbClr val="313131"/>
                </a:solidFill>
              </a:rPr>
              <a:t>Leverage Short-term Technical Advisors for specific tasks identified in workplan</a:t>
            </a:r>
          </a:p>
          <a:p>
            <a:pPr marL="171450" indent="-171450" algn="just">
              <a:spcBef>
                <a:spcPts val="600"/>
              </a:spcBef>
              <a:spcAft>
                <a:spcPts val="1200"/>
              </a:spcAft>
              <a:buSzPct val="100000"/>
              <a:buFont typeface="Arial" panose="020B0604020202020204" pitchFamily="34" charset="0"/>
              <a:buChar char="•"/>
            </a:pPr>
            <a:r>
              <a:rPr kumimoji="0" lang="en-US" sz="2000" i="0" u="none" strike="noStrike" kern="1200" cap="none" spc="0" normalizeH="0" baseline="0" noProof="0" dirty="0">
                <a:ln>
                  <a:noFill/>
                </a:ln>
                <a:solidFill>
                  <a:srgbClr val="313131"/>
                </a:solidFill>
                <a:effectLst/>
                <a:uLnTx/>
                <a:uFillTx/>
                <a:latin typeface="Verdana"/>
                <a:ea typeface="+mn-ea"/>
                <a:cs typeface="+mn-cs"/>
              </a:rPr>
              <a:t>Overcome infrastructure related issues which ERC might face in short-term</a:t>
            </a:r>
          </a:p>
        </p:txBody>
      </p:sp>
      <p:pic>
        <p:nvPicPr>
          <p:cNvPr id="31" name="Graphic 30" descr="Right pointing backhand index with solid fill">
            <a:extLst>
              <a:ext uri="{FF2B5EF4-FFF2-40B4-BE49-F238E27FC236}">
                <a16:creationId xmlns:a16="http://schemas.microsoft.com/office/drawing/2014/main" id="{FF786D4B-9B04-4409-F21E-314B9469C32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87318" y="1987419"/>
            <a:ext cx="457200" cy="457200"/>
          </a:xfrm>
          <a:prstGeom prst="rect">
            <a:avLst/>
          </a:prstGeom>
        </p:spPr>
      </p:pic>
      <p:pic>
        <p:nvPicPr>
          <p:cNvPr id="32" name="Graphic 31" descr="Right pointing backhand index with solid fill">
            <a:extLst>
              <a:ext uri="{FF2B5EF4-FFF2-40B4-BE49-F238E27FC236}">
                <a16:creationId xmlns:a16="http://schemas.microsoft.com/office/drawing/2014/main" id="{E86C7233-5043-6861-75CC-0DAE88EC533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82243" y="2504338"/>
            <a:ext cx="457200" cy="457200"/>
          </a:xfrm>
          <a:prstGeom prst="rect">
            <a:avLst/>
          </a:prstGeom>
        </p:spPr>
      </p:pic>
      <p:pic>
        <p:nvPicPr>
          <p:cNvPr id="33" name="Graphic 32" descr="Right pointing backhand index with solid fill">
            <a:extLst>
              <a:ext uri="{FF2B5EF4-FFF2-40B4-BE49-F238E27FC236}">
                <a16:creationId xmlns:a16="http://schemas.microsoft.com/office/drawing/2014/main" id="{16A3F4A4-7521-A8B6-57F4-221D44478CC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82243" y="4518703"/>
            <a:ext cx="457200" cy="457200"/>
          </a:xfrm>
          <a:prstGeom prst="rect">
            <a:avLst/>
          </a:prstGeom>
        </p:spPr>
      </p:pic>
      <p:pic>
        <p:nvPicPr>
          <p:cNvPr id="2" name="Graphic 1" descr="Right pointing backhand index with solid fill">
            <a:extLst>
              <a:ext uri="{FF2B5EF4-FFF2-40B4-BE49-F238E27FC236}">
                <a16:creationId xmlns:a16="http://schemas.microsoft.com/office/drawing/2014/main" id="{5C564431-C7BC-9DA2-C455-DBDF209F4D9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82243" y="4001784"/>
            <a:ext cx="457200" cy="457200"/>
          </a:xfrm>
          <a:prstGeom prst="rect">
            <a:avLst/>
          </a:prstGeom>
        </p:spPr>
      </p:pic>
    </p:spTree>
    <p:extLst>
      <p:ext uri="{BB962C8B-B14F-4D97-AF65-F5344CB8AC3E}">
        <p14:creationId xmlns:p14="http://schemas.microsoft.com/office/powerpoint/2010/main" val="1000177794"/>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
            </p:custDataLst>
            <p:extLst>
              <p:ext uri="{D42A27DB-BD31-4B8C-83A1-F6EECF244321}">
                <p14:modId xmlns:p14="http://schemas.microsoft.com/office/powerpoint/2010/main" val="115795915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30" imgH="531" progId="TCLayout.ActiveDocument.1">
                  <p:embed/>
                </p:oleObj>
              </mc:Choice>
              <mc:Fallback>
                <p:oleObj name="think-cell Slide" r:id="rId4" imgW="530" imgH="531" progId="TCLayout.ActiveDocument.1">
                  <p:embed/>
                  <p:pic>
                    <p:nvPicPr>
                      <p:cNvPr id="4" name="Object 3"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ext Placeholder 2"/>
          <p:cNvSpPr>
            <a:spLocks noGrp="1"/>
          </p:cNvSpPr>
          <p:nvPr>
            <p:ph type="body" sz="quarter" idx="13"/>
          </p:nvPr>
        </p:nvSpPr>
        <p:spPr>
          <a:xfrm>
            <a:off x="572022" y="4269398"/>
            <a:ext cx="12166948" cy="3009750"/>
          </a:xfrm>
        </p:spPr>
        <p:txBody>
          <a:bodyPr>
            <a:normAutofit/>
          </a:bodyPr>
          <a:lstStyle/>
          <a:p>
            <a:pPr algn="just"/>
            <a:r>
              <a:rPr lang="en-US" sz="1200" dirty="0"/>
              <a:t>Deloitte refers to one or more of Deloitte </a:t>
            </a:r>
            <a:r>
              <a:rPr lang="en-US" sz="1200" dirty="0" err="1"/>
              <a:t>Touche</a:t>
            </a:r>
            <a:r>
              <a:rPr lang="en-US" sz="1200" dirty="0"/>
              <a:t>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algn="just"/>
            <a:r>
              <a:rPr lang="en-US" sz="1200" dirty="0"/>
              <a:t>This material has been prepared by Deloitte </a:t>
            </a:r>
            <a:r>
              <a:rPr lang="en-US" sz="1200" dirty="0" err="1"/>
              <a:t>Touche</a:t>
            </a:r>
            <a:r>
              <a:rPr lang="en-US" sz="1200" dirty="0"/>
              <a:t> Tohmatsu India LLP (“DTTILLP”), a member of Deloitte </a:t>
            </a:r>
            <a:r>
              <a:rPr lang="en-US" sz="1200" dirty="0" err="1"/>
              <a:t>Touche</a:t>
            </a:r>
            <a:r>
              <a:rPr lang="en-US" sz="1200" dirty="0"/>
              <a:t> Tohmatsu Limited, on a specific request from you and contains proprietary and confidential information. This material may contain information sourced from publicly available information or other third 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algn="just"/>
            <a:r>
              <a:rPr lang="en-US" sz="1200" dirty="0"/>
              <a:t>Nothing in this material creates any contractual relationship between DTTILLP and you. Any mutually binding legal obligations or rights may only be created between you and DTTILLP upon execution of a legally binding contract. By using this material and any information contained in it, the user accepts this entire notice and terms of use.</a:t>
            </a:r>
          </a:p>
          <a:p>
            <a:pPr algn="just"/>
            <a:r>
              <a:rPr lang="en-US" sz="1200" dirty="0"/>
              <a:t>©2024 Deloitte </a:t>
            </a:r>
            <a:r>
              <a:rPr lang="en-US" sz="1200" dirty="0" err="1"/>
              <a:t>Touche</a:t>
            </a:r>
            <a:r>
              <a:rPr lang="en-US" sz="1200" dirty="0"/>
              <a:t> Tohmatsu India LLP. Member of Deloitte </a:t>
            </a:r>
            <a:r>
              <a:rPr lang="en-US" sz="1200" dirty="0" err="1"/>
              <a:t>Touche</a:t>
            </a:r>
            <a:r>
              <a:rPr lang="en-US" sz="1200" dirty="0"/>
              <a:t> Tohmatsu Limited</a:t>
            </a:r>
          </a:p>
          <a:p>
            <a:pPr algn="just"/>
            <a:r>
              <a:rPr lang="en-US" sz="1200" dirty="0"/>
              <a:t>Deloitte </a:t>
            </a:r>
            <a:r>
              <a:rPr lang="en-US" sz="1200" dirty="0" err="1"/>
              <a:t>Touche</a:t>
            </a:r>
            <a:r>
              <a:rPr lang="en-US" sz="1200" dirty="0"/>
              <a:t> Tohmatsu India Private Limited (U74140MH199 5PTC093339), a private company limited by shares, was converted into Deloitte </a:t>
            </a:r>
            <a:r>
              <a:rPr lang="en-US" sz="1200" dirty="0" err="1"/>
              <a:t>Touche</a:t>
            </a:r>
            <a:r>
              <a:rPr lang="en-US" sz="1200" dirty="0"/>
              <a:t> Tohmatsu India LLP, a limited liability partnership (LLP Identification No. AAE-8458), with effect from October 1, 2015.</a:t>
            </a:r>
          </a:p>
        </p:txBody>
      </p:sp>
    </p:spTree>
    <p:extLst>
      <p:ext uri="{BB962C8B-B14F-4D97-AF65-F5344CB8AC3E}">
        <p14:creationId xmlns:p14="http://schemas.microsoft.com/office/powerpoint/2010/main" val="3982075997"/>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p:custDataLst>
              <p:tags r:id="rId1"/>
            </p:custDataLst>
            <p:extLst>
              <p:ext uri="{D42A27DB-BD31-4B8C-83A1-F6EECF244321}">
                <p14:modId xmlns:p14="http://schemas.microsoft.com/office/powerpoint/2010/main" val="6436995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6" name="Object 5" hidden="1"/>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p:cNvSpPr>
            <a:spLocks noGrp="1"/>
          </p:cNvSpPr>
          <p:nvPr>
            <p:ph type="title"/>
          </p:nvPr>
        </p:nvSpPr>
        <p:spPr/>
        <p:txBody>
          <a:bodyPr vert="horz"/>
          <a:lstStyle/>
          <a:p>
            <a:r>
              <a:rPr lang="en-IN" dirty="0"/>
              <a:t>Scope of Work – Detailed support areas and time allocation</a:t>
            </a:r>
          </a:p>
        </p:txBody>
      </p:sp>
      <p:sp>
        <p:nvSpPr>
          <p:cNvPr id="4" name="Rectangle 3">
            <a:extLst>
              <a:ext uri="{FF2B5EF4-FFF2-40B4-BE49-F238E27FC236}">
                <a16:creationId xmlns:a16="http://schemas.microsoft.com/office/drawing/2014/main" id="{AD3490A6-D511-4DE1-C9E2-3FE71CB0ABFD}"/>
              </a:ext>
            </a:extLst>
          </p:cNvPr>
          <p:cNvSpPr/>
          <p:nvPr/>
        </p:nvSpPr>
        <p:spPr bwMode="gray">
          <a:xfrm>
            <a:off x="553190" y="1170532"/>
            <a:ext cx="1636557" cy="1623869"/>
          </a:xfrm>
          <a:prstGeom prst="rect">
            <a:avLst/>
          </a:prstGeom>
          <a:solidFill>
            <a:schemeClr val="accent2"/>
          </a:solidFill>
          <a:ln w="19050" algn="ctr">
            <a:noFill/>
            <a:miter lim="800000"/>
            <a:headEnd/>
            <a:tailEnd/>
          </a:ln>
        </p:spPr>
        <p:txBody>
          <a:bodyPr wrap="square" lIns="88900" tIns="88900" rIns="88900" bIns="88900" rtlCol="0" anchor="ctr"/>
          <a:lstStyle/>
          <a:p>
            <a:pPr algn="ctr">
              <a:lnSpc>
                <a:spcPct val="106000"/>
              </a:lnSpc>
              <a:spcAft>
                <a:spcPts val="600"/>
              </a:spcAft>
              <a:buFont typeface="Wingdings 2" pitchFamily="18" charset="2"/>
              <a:buNone/>
            </a:pPr>
            <a:r>
              <a:rPr lang="en-US" sz="1200" b="1" dirty="0">
                <a:solidFill>
                  <a:schemeClr val="bg1"/>
                </a:solidFill>
              </a:rPr>
              <a:t>Support in establishing core regulatory documentation &amp; Process</a:t>
            </a:r>
          </a:p>
        </p:txBody>
      </p:sp>
      <p:sp>
        <p:nvSpPr>
          <p:cNvPr id="5" name="Rectangle 4">
            <a:extLst>
              <a:ext uri="{FF2B5EF4-FFF2-40B4-BE49-F238E27FC236}">
                <a16:creationId xmlns:a16="http://schemas.microsoft.com/office/drawing/2014/main" id="{6542B592-38D6-3416-98C1-5014CA0A2326}"/>
              </a:ext>
            </a:extLst>
          </p:cNvPr>
          <p:cNvSpPr/>
          <p:nvPr/>
        </p:nvSpPr>
        <p:spPr bwMode="gray">
          <a:xfrm>
            <a:off x="2334125" y="1170532"/>
            <a:ext cx="9938085" cy="1623870"/>
          </a:xfrm>
          <a:prstGeom prst="rect">
            <a:avLst/>
          </a:prstGeom>
          <a:noFill/>
          <a:ln w="3175" algn="ctr">
            <a:solidFill>
              <a:schemeClr val="accent2"/>
            </a:solidFill>
            <a:miter lim="800000"/>
            <a:headEnd/>
            <a:tailEnd/>
          </a:ln>
        </p:spPr>
        <p:txBody>
          <a:bodyPr wrap="square" lIns="88900" tIns="88900" rIns="88900" bIns="88900" rtlCol="0" anchor="ctr"/>
          <a:lstStyle/>
          <a:p>
            <a:pPr marL="285750" indent="-285750">
              <a:lnSpc>
                <a:spcPct val="106000"/>
              </a:lnSpc>
              <a:spcAft>
                <a:spcPts val="600"/>
              </a:spcAft>
              <a:buFont typeface="Arial" panose="020B0604020202020204" pitchFamily="34" charset="0"/>
              <a:buChar char="•"/>
            </a:pPr>
            <a:r>
              <a:rPr lang="en-US" sz="1200" dirty="0">
                <a:solidFill>
                  <a:sysClr val="windowText" lastClr="000000"/>
                </a:solidFill>
              </a:rPr>
              <a:t>Support development of core regulatory documents and processes for adoption by ERC and, as necessary, distribution to power sector stakeholders. </a:t>
            </a:r>
          </a:p>
          <a:p>
            <a:pPr marL="285750" indent="-285750">
              <a:lnSpc>
                <a:spcPct val="106000"/>
              </a:lnSpc>
              <a:spcAft>
                <a:spcPts val="600"/>
              </a:spcAft>
              <a:buFont typeface="Arial" panose="020B0604020202020204" pitchFamily="34" charset="0"/>
              <a:buChar char="•"/>
            </a:pPr>
            <a:r>
              <a:rPr lang="en-US" sz="1200" dirty="0">
                <a:solidFill>
                  <a:sysClr val="windowText" lastClr="000000"/>
                </a:solidFill>
              </a:rPr>
              <a:t>Advisors can expect to support definition of requirements, options analysis, development of draft documents, stakeholder consultation, and development of final documents. </a:t>
            </a:r>
          </a:p>
          <a:p>
            <a:pPr marL="285750" indent="-285750">
              <a:lnSpc>
                <a:spcPct val="106000"/>
              </a:lnSpc>
              <a:spcAft>
                <a:spcPts val="600"/>
              </a:spcAft>
              <a:buFont typeface="Arial" panose="020B0604020202020204" pitchFamily="34" charset="0"/>
              <a:buChar char="•"/>
            </a:pPr>
            <a:r>
              <a:rPr lang="en-US" sz="1200" dirty="0">
                <a:solidFill>
                  <a:sysClr val="windowText" lastClr="000000"/>
                </a:solidFill>
              </a:rPr>
              <a:t>Where external consultants are engaged by MCA-Nepal to develop specific regulatory tools, the Advisors may be required to support this process through contributions to the development of terms of reference or other inputs and then to support ERC in engaging with the external consultants during execution of those assignments.</a:t>
            </a:r>
          </a:p>
        </p:txBody>
      </p:sp>
      <p:sp>
        <p:nvSpPr>
          <p:cNvPr id="7" name="Rectangle 6">
            <a:extLst>
              <a:ext uri="{FF2B5EF4-FFF2-40B4-BE49-F238E27FC236}">
                <a16:creationId xmlns:a16="http://schemas.microsoft.com/office/drawing/2014/main" id="{6A6595BB-CE03-0741-6D5C-2E753DDDDC41}"/>
              </a:ext>
            </a:extLst>
          </p:cNvPr>
          <p:cNvSpPr/>
          <p:nvPr/>
        </p:nvSpPr>
        <p:spPr bwMode="gray">
          <a:xfrm>
            <a:off x="553189" y="2959193"/>
            <a:ext cx="1636557" cy="1360144"/>
          </a:xfrm>
          <a:prstGeom prst="rect">
            <a:avLst/>
          </a:prstGeom>
          <a:solidFill>
            <a:srgbClr val="009A44"/>
          </a:solidFill>
          <a:ln w="19050" algn="ctr">
            <a:noFill/>
            <a:miter lim="800000"/>
            <a:headEnd/>
            <a:tailEnd/>
          </a:ln>
        </p:spPr>
        <p:txBody>
          <a:bodyPr wrap="square" lIns="88900" tIns="88900" rIns="88900" bIns="88900" rtlCol="0" anchor="ctr"/>
          <a:lstStyle/>
          <a:p>
            <a:pPr algn="ctr">
              <a:lnSpc>
                <a:spcPct val="106000"/>
              </a:lnSpc>
              <a:spcAft>
                <a:spcPts val="600"/>
              </a:spcAft>
              <a:buFont typeface="Wingdings 2" pitchFamily="18" charset="2"/>
              <a:buNone/>
            </a:pPr>
            <a:r>
              <a:rPr lang="en-US" sz="1200" b="1" dirty="0">
                <a:solidFill>
                  <a:schemeClr val="bg1"/>
                </a:solidFill>
              </a:rPr>
              <a:t>Advise on sector issues from regulatory aspect</a:t>
            </a:r>
          </a:p>
        </p:txBody>
      </p:sp>
      <p:sp>
        <p:nvSpPr>
          <p:cNvPr id="8" name="Rectangle 7">
            <a:extLst>
              <a:ext uri="{FF2B5EF4-FFF2-40B4-BE49-F238E27FC236}">
                <a16:creationId xmlns:a16="http://schemas.microsoft.com/office/drawing/2014/main" id="{ED70F337-B0E4-BAB4-A6AF-2AA16EB70D8B}"/>
              </a:ext>
            </a:extLst>
          </p:cNvPr>
          <p:cNvSpPr/>
          <p:nvPr/>
        </p:nvSpPr>
        <p:spPr bwMode="gray">
          <a:xfrm>
            <a:off x="2334124" y="2959192"/>
            <a:ext cx="9938085" cy="1360145"/>
          </a:xfrm>
          <a:prstGeom prst="rect">
            <a:avLst/>
          </a:prstGeom>
          <a:noFill/>
          <a:ln w="3175" algn="ctr">
            <a:solidFill>
              <a:schemeClr val="accent2"/>
            </a:solidFill>
            <a:miter lim="800000"/>
            <a:headEnd/>
            <a:tailEnd/>
          </a:ln>
        </p:spPr>
        <p:txBody>
          <a:bodyPr wrap="square" lIns="88900" tIns="88900" rIns="88900" bIns="88900" rtlCol="0" anchor="ctr"/>
          <a:lstStyle/>
          <a:p>
            <a:pPr marL="285750" indent="-285750">
              <a:lnSpc>
                <a:spcPct val="106000"/>
              </a:lnSpc>
              <a:spcAft>
                <a:spcPts val="600"/>
              </a:spcAft>
              <a:buFont typeface="Arial" panose="020B0604020202020204" pitchFamily="34" charset="0"/>
              <a:buChar char="•"/>
            </a:pPr>
            <a:r>
              <a:rPr lang="en-US" sz="1200" dirty="0">
                <a:solidFill>
                  <a:sysClr val="windowText" lastClr="000000"/>
                </a:solidFill>
              </a:rPr>
              <a:t>Performing services as a regulatory expert through direct analysis or engagement on issues of regulatory substance relevant to the expertise of the Advisors.</a:t>
            </a:r>
          </a:p>
          <a:p>
            <a:pPr marL="285750" indent="-285750">
              <a:lnSpc>
                <a:spcPct val="106000"/>
              </a:lnSpc>
              <a:spcAft>
                <a:spcPts val="600"/>
              </a:spcAft>
              <a:buFont typeface="Arial" panose="020B0604020202020204" pitchFamily="34" charset="0"/>
              <a:buChar char="•"/>
            </a:pPr>
            <a:r>
              <a:rPr lang="en-US" sz="1200" dirty="0">
                <a:solidFill>
                  <a:sysClr val="windowText" lastClr="000000"/>
                </a:solidFill>
              </a:rPr>
              <a:t>In this role, the Advisors would function essentially as core technical staff for the ERC in order to support effective execution of the Commission’s duties. </a:t>
            </a:r>
          </a:p>
          <a:p>
            <a:pPr marL="285750" indent="-285750">
              <a:lnSpc>
                <a:spcPct val="106000"/>
              </a:lnSpc>
              <a:spcAft>
                <a:spcPts val="600"/>
              </a:spcAft>
              <a:buFont typeface="Arial" panose="020B0604020202020204" pitchFamily="34" charset="0"/>
              <a:buChar char="•"/>
            </a:pPr>
            <a:r>
              <a:rPr lang="en-US" sz="1200" dirty="0">
                <a:solidFill>
                  <a:sysClr val="windowText" lastClr="000000"/>
                </a:solidFill>
              </a:rPr>
              <a:t>Depending on the ERC’s progress in hiring senior technical staff members, the Advisors may be asked to coordinate and manage the work of the less-senior ERC staff.</a:t>
            </a:r>
          </a:p>
        </p:txBody>
      </p:sp>
      <p:sp>
        <p:nvSpPr>
          <p:cNvPr id="9" name="Rectangle 8">
            <a:extLst>
              <a:ext uri="{FF2B5EF4-FFF2-40B4-BE49-F238E27FC236}">
                <a16:creationId xmlns:a16="http://schemas.microsoft.com/office/drawing/2014/main" id="{A05F8585-5D42-60F0-4137-32C9BAAEDF3B}"/>
              </a:ext>
            </a:extLst>
          </p:cNvPr>
          <p:cNvSpPr/>
          <p:nvPr/>
        </p:nvSpPr>
        <p:spPr bwMode="gray">
          <a:xfrm>
            <a:off x="553189" y="4484127"/>
            <a:ext cx="1636557" cy="701231"/>
          </a:xfrm>
          <a:prstGeom prst="rect">
            <a:avLst/>
          </a:prstGeom>
          <a:solidFill>
            <a:srgbClr val="86BC25"/>
          </a:solidFill>
          <a:ln w="19050" algn="ctr">
            <a:noFill/>
            <a:miter lim="800000"/>
            <a:headEnd/>
            <a:tailEnd/>
          </a:ln>
        </p:spPr>
        <p:txBody>
          <a:bodyPr wrap="square" lIns="88900" tIns="88900" rIns="88900" bIns="88900" rtlCol="0" anchor="ctr"/>
          <a:lstStyle/>
          <a:p>
            <a:pPr algn="ctr">
              <a:lnSpc>
                <a:spcPct val="106000"/>
              </a:lnSpc>
              <a:spcAft>
                <a:spcPts val="600"/>
              </a:spcAft>
              <a:buFont typeface="Wingdings 2" pitchFamily="18" charset="2"/>
              <a:buNone/>
            </a:pPr>
            <a:r>
              <a:rPr lang="en-US" sz="1200" b="1" dirty="0">
                <a:solidFill>
                  <a:schemeClr val="bg1"/>
                </a:solidFill>
              </a:rPr>
              <a:t>Training and capacity building of ERC Staff</a:t>
            </a:r>
          </a:p>
        </p:txBody>
      </p:sp>
      <p:sp>
        <p:nvSpPr>
          <p:cNvPr id="12" name="Rectangle 11">
            <a:extLst>
              <a:ext uri="{FF2B5EF4-FFF2-40B4-BE49-F238E27FC236}">
                <a16:creationId xmlns:a16="http://schemas.microsoft.com/office/drawing/2014/main" id="{AD9A2FDC-CE72-30D0-E78C-5C4A7EEF7D4F}"/>
              </a:ext>
            </a:extLst>
          </p:cNvPr>
          <p:cNvSpPr/>
          <p:nvPr/>
        </p:nvSpPr>
        <p:spPr bwMode="gray">
          <a:xfrm>
            <a:off x="2334124" y="4484127"/>
            <a:ext cx="9938085" cy="701232"/>
          </a:xfrm>
          <a:prstGeom prst="rect">
            <a:avLst/>
          </a:prstGeom>
          <a:noFill/>
          <a:ln w="3175" algn="ctr">
            <a:solidFill>
              <a:schemeClr val="accent2"/>
            </a:solidFill>
            <a:miter lim="800000"/>
            <a:headEnd/>
            <a:tailEnd/>
          </a:ln>
        </p:spPr>
        <p:txBody>
          <a:bodyPr wrap="square" lIns="88900" tIns="88900" rIns="88900" bIns="88900" rtlCol="0" anchor="ctr"/>
          <a:lstStyle/>
          <a:p>
            <a:pPr marL="285750" indent="-285750">
              <a:lnSpc>
                <a:spcPct val="106000"/>
              </a:lnSpc>
              <a:spcAft>
                <a:spcPts val="600"/>
              </a:spcAft>
              <a:buFont typeface="Arial" panose="020B0604020202020204" pitchFamily="34" charset="0"/>
              <a:buChar char="•"/>
            </a:pPr>
            <a:r>
              <a:rPr lang="en-US" sz="1200" dirty="0">
                <a:solidFill>
                  <a:sysClr val="windowText" lastClr="000000"/>
                </a:solidFill>
              </a:rPr>
              <a:t>Developing and performing structured training or capacity building sessions for ERC staff and Commissioners.</a:t>
            </a:r>
          </a:p>
          <a:p>
            <a:pPr marL="285750" indent="-285750">
              <a:lnSpc>
                <a:spcPct val="106000"/>
              </a:lnSpc>
              <a:spcAft>
                <a:spcPts val="600"/>
              </a:spcAft>
              <a:buFont typeface="Arial" panose="020B0604020202020204" pitchFamily="34" charset="0"/>
              <a:buChar char="•"/>
            </a:pPr>
            <a:r>
              <a:rPr lang="en-US" sz="1200" dirty="0">
                <a:solidFill>
                  <a:sysClr val="windowText" lastClr="000000"/>
                </a:solidFill>
              </a:rPr>
              <a:t>The Advisors will be responsible for identifying priority capacity and knowledge areas, assessing staff in those areas, developing training materials and modules, and delivering training in a structured manner (e.g., classroom training).</a:t>
            </a:r>
          </a:p>
        </p:txBody>
      </p:sp>
      <p:sp>
        <p:nvSpPr>
          <p:cNvPr id="26" name="Rectangle 25">
            <a:extLst>
              <a:ext uri="{FF2B5EF4-FFF2-40B4-BE49-F238E27FC236}">
                <a16:creationId xmlns:a16="http://schemas.microsoft.com/office/drawing/2014/main" id="{D1EBB395-46F6-E9A7-7B34-BFA54C222F79}"/>
              </a:ext>
            </a:extLst>
          </p:cNvPr>
          <p:cNvSpPr/>
          <p:nvPr/>
        </p:nvSpPr>
        <p:spPr bwMode="gray">
          <a:xfrm>
            <a:off x="553189" y="5350148"/>
            <a:ext cx="1636557" cy="701232"/>
          </a:xfrm>
          <a:prstGeom prst="rect">
            <a:avLst/>
          </a:prstGeom>
          <a:solidFill>
            <a:srgbClr val="0097A9"/>
          </a:solidFill>
          <a:ln w="19050" algn="ctr">
            <a:noFill/>
            <a:miter lim="800000"/>
            <a:headEnd/>
            <a:tailEnd/>
          </a:ln>
        </p:spPr>
        <p:txBody>
          <a:bodyPr wrap="square" lIns="88900" tIns="88900" rIns="88900" bIns="88900" rtlCol="0" anchor="ctr"/>
          <a:lstStyle/>
          <a:p>
            <a:pPr algn="ctr">
              <a:lnSpc>
                <a:spcPct val="106000"/>
              </a:lnSpc>
              <a:spcAft>
                <a:spcPts val="600"/>
              </a:spcAft>
              <a:buFont typeface="Wingdings 2" pitchFamily="18" charset="2"/>
              <a:buNone/>
            </a:pPr>
            <a:r>
              <a:rPr lang="en-US" sz="1200" b="1" dirty="0">
                <a:solidFill>
                  <a:schemeClr val="bg1"/>
                </a:solidFill>
              </a:rPr>
              <a:t>Mentoring ERC Staff and Commissioners</a:t>
            </a:r>
          </a:p>
        </p:txBody>
      </p:sp>
      <p:sp>
        <p:nvSpPr>
          <p:cNvPr id="27" name="Rectangle 26">
            <a:extLst>
              <a:ext uri="{FF2B5EF4-FFF2-40B4-BE49-F238E27FC236}">
                <a16:creationId xmlns:a16="http://schemas.microsoft.com/office/drawing/2014/main" id="{10905D03-6B09-CF5E-DE0F-84DFCBE71013}"/>
              </a:ext>
            </a:extLst>
          </p:cNvPr>
          <p:cNvSpPr/>
          <p:nvPr/>
        </p:nvSpPr>
        <p:spPr bwMode="gray">
          <a:xfrm>
            <a:off x="2334124" y="5350148"/>
            <a:ext cx="9938085" cy="701232"/>
          </a:xfrm>
          <a:prstGeom prst="rect">
            <a:avLst/>
          </a:prstGeom>
          <a:noFill/>
          <a:ln w="3175" algn="ctr">
            <a:solidFill>
              <a:schemeClr val="accent2"/>
            </a:solidFill>
            <a:miter lim="800000"/>
            <a:headEnd/>
            <a:tailEnd/>
          </a:ln>
        </p:spPr>
        <p:txBody>
          <a:bodyPr wrap="square" lIns="88900" tIns="88900" rIns="88900" bIns="88900" rtlCol="0" anchor="ctr"/>
          <a:lstStyle/>
          <a:p>
            <a:pPr marL="285750" indent="-285750">
              <a:lnSpc>
                <a:spcPct val="106000"/>
              </a:lnSpc>
              <a:buFont typeface="Arial" panose="020B0604020202020204" pitchFamily="34" charset="0"/>
              <a:buChar char="•"/>
            </a:pPr>
            <a:r>
              <a:rPr lang="en-US" sz="1200" dirty="0">
                <a:solidFill>
                  <a:sysClr val="windowText" lastClr="000000"/>
                </a:solidFill>
              </a:rPr>
              <a:t>Mentoring or on-the-job training for ERC staff and Commissioners. </a:t>
            </a:r>
          </a:p>
          <a:p>
            <a:pPr marL="285750" indent="-285750">
              <a:lnSpc>
                <a:spcPct val="106000"/>
              </a:lnSpc>
              <a:buFont typeface="Arial" panose="020B0604020202020204" pitchFamily="34" charset="0"/>
              <a:buChar char="•"/>
            </a:pPr>
            <a:r>
              <a:rPr lang="en-US" sz="1200" dirty="0">
                <a:solidFill>
                  <a:sysClr val="windowText" lastClr="000000"/>
                </a:solidFill>
              </a:rPr>
              <a:t>In this capacity, rather than acting as resources for conducting specific regulatory work, the Advisors will support ERC staff and Commissioners and provide guidance as they conduct their own work.</a:t>
            </a:r>
          </a:p>
        </p:txBody>
      </p:sp>
      <p:sp>
        <p:nvSpPr>
          <p:cNvPr id="28" name="Rectangle 27">
            <a:extLst>
              <a:ext uri="{FF2B5EF4-FFF2-40B4-BE49-F238E27FC236}">
                <a16:creationId xmlns:a16="http://schemas.microsoft.com/office/drawing/2014/main" id="{9B92117D-D331-19E2-37BF-06F293C62257}"/>
              </a:ext>
            </a:extLst>
          </p:cNvPr>
          <p:cNvSpPr/>
          <p:nvPr/>
        </p:nvSpPr>
        <p:spPr bwMode="gray">
          <a:xfrm>
            <a:off x="553189" y="6203780"/>
            <a:ext cx="1636557" cy="1042170"/>
          </a:xfrm>
          <a:prstGeom prst="rect">
            <a:avLst/>
          </a:prstGeom>
          <a:solidFill>
            <a:srgbClr val="012169"/>
          </a:solidFill>
          <a:ln w="19050" algn="ctr">
            <a:noFill/>
            <a:miter lim="800000"/>
            <a:headEnd/>
            <a:tailEnd/>
          </a:ln>
        </p:spPr>
        <p:txBody>
          <a:bodyPr wrap="square" lIns="88900" tIns="88900" rIns="88900" bIns="88900" rtlCol="0" anchor="ctr"/>
          <a:lstStyle/>
          <a:p>
            <a:pPr algn="ctr">
              <a:lnSpc>
                <a:spcPct val="106000"/>
              </a:lnSpc>
              <a:spcAft>
                <a:spcPts val="600"/>
              </a:spcAft>
              <a:buFont typeface="Wingdings 2" pitchFamily="18" charset="2"/>
              <a:buNone/>
            </a:pPr>
            <a:r>
              <a:rPr lang="en-US" sz="1200" b="1" dirty="0">
                <a:solidFill>
                  <a:schemeClr val="bg1"/>
                </a:solidFill>
              </a:rPr>
              <a:t>Thought Leadership and Advisory Support for Sector Reform</a:t>
            </a:r>
          </a:p>
        </p:txBody>
      </p:sp>
      <p:sp>
        <p:nvSpPr>
          <p:cNvPr id="29" name="Rectangle 28">
            <a:extLst>
              <a:ext uri="{FF2B5EF4-FFF2-40B4-BE49-F238E27FC236}">
                <a16:creationId xmlns:a16="http://schemas.microsoft.com/office/drawing/2014/main" id="{F9C12B0F-4BA1-8ABA-7F01-413C7328F033}"/>
              </a:ext>
            </a:extLst>
          </p:cNvPr>
          <p:cNvSpPr/>
          <p:nvPr/>
        </p:nvSpPr>
        <p:spPr bwMode="gray">
          <a:xfrm>
            <a:off x="2334124" y="6203780"/>
            <a:ext cx="9938085" cy="1042170"/>
          </a:xfrm>
          <a:prstGeom prst="rect">
            <a:avLst/>
          </a:prstGeom>
          <a:noFill/>
          <a:ln w="3175" algn="ctr">
            <a:solidFill>
              <a:schemeClr val="accent2"/>
            </a:solidFill>
            <a:miter lim="800000"/>
            <a:headEnd/>
            <a:tailEnd/>
          </a:ln>
        </p:spPr>
        <p:txBody>
          <a:bodyPr wrap="square" lIns="88900" tIns="88900" rIns="88900" bIns="88900" rtlCol="0" anchor="ctr"/>
          <a:lstStyle/>
          <a:p>
            <a:pPr marL="285750" indent="-285750">
              <a:lnSpc>
                <a:spcPct val="106000"/>
              </a:lnSpc>
              <a:buFont typeface="Arial" panose="020B0604020202020204" pitchFamily="34" charset="0"/>
              <a:buChar char="•"/>
            </a:pPr>
            <a:r>
              <a:rPr lang="en-US" sz="1200" dirty="0">
                <a:solidFill>
                  <a:sysClr val="windowText" lastClr="000000"/>
                </a:solidFill>
              </a:rPr>
              <a:t>Supporting thought leadership and advisory support on power sector reform and development in Nepal. </a:t>
            </a:r>
          </a:p>
          <a:p>
            <a:pPr marL="285750" indent="-285750">
              <a:lnSpc>
                <a:spcPct val="106000"/>
              </a:lnSpc>
              <a:buFont typeface="Arial" panose="020B0604020202020204" pitchFamily="34" charset="0"/>
              <a:buChar char="•"/>
            </a:pPr>
            <a:r>
              <a:rPr lang="en-US" sz="1200" dirty="0">
                <a:solidFill>
                  <a:sysClr val="windowText" lastClr="000000"/>
                </a:solidFill>
              </a:rPr>
              <a:t>The Advisors, in coordination with ERC staff and Commissioners, will identify strategic or priority issues needed to help Nepal’s power sector achieve expected goals over the next several years and develop white papers, consultative strategies, or other measures to help advance these causes.</a:t>
            </a:r>
          </a:p>
        </p:txBody>
      </p:sp>
      <p:sp>
        <p:nvSpPr>
          <p:cNvPr id="30" name="TextBox 29">
            <a:extLst>
              <a:ext uri="{FF2B5EF4-FFF2-40B4-BE49-F238E27FC236}">
                <a16:creationId xmlns:a16="http://schemas.microsoft.com/office/drawing/2014/main" id="{33559A68-B59D-2FB9-B834-6411B1C91578}"/>
              </a:ext>
            </a:extLst>
          </p:cNvPr>
          <p:cNvSpPr txBox="1"/>
          <p:nvPr/>
        </p:nvSpPr>
        <p:spPr>
          <a:xfrm>
            <a:off x="12272209" y="441574"/>
            <a:ext cx="1064043" cy="553998"/>
          </a:xfrm>
          <a:prstGeom prst="rect">
            <a:avLst/>
          </a:prstGeom>
          <a:noFill/>
        </p:spPr>
        <p:txBody>
          <a:bodyPr wrap="square" lIns="0" tIns="0" rIns="0" bIns="0" rtlCol="0">
            <a:spAutoFit/>
          </a:bodyPr>
          <a:lstStyle/>
          <a:p>
            <a:pPr algn="ctr">
              <a:spcBef>
                <a:spcPts val="600"/>
              </a:spcBef>
              <a:buSzPct val="100000"/>
            </a:pPr>
            <a:r>
              <a:rPr lang="en-US" sz="1200" b="1" i="1" dirty="0">
                <a:solidFill>
                  <a:srgbClr val="313131"/>
                </a:solidFill>
              </a:rPr>
              <a:t>Expected time to be devoted</a:t>
            </a:r>
          </a:p>
        </p:txBody>
      </p:sp>
      <p:sp>
        <p:nvSpPr>
          <p:cNvPr id="31" name="Rectangle 30">
            <a:extLst>
              <a:ext uri="{FF2B5EF4-FFF2-40B4-BE49-F238E27FC236}">
                <a16:creationId xmlns:a16="http://schemas.microsoft.com/office/drawing/2014/main" id="{1382BF77-6E73-CE00-28CB-B9681E257C59}"/>
              </a:ext>
            </a:extLst>
          </p:cNvPr>
          <p:cNvSpPr/>
          <p:nvPr/>
        </p:nvSpPr>
        <p:spPr bwMode="gray">
          <a:xfrm>
            <a:off x="12392526" y="1170532"/>
            <a:ext cx="943726" cy="1623869"/>
          </a:xfrm>
          <a:prstGeom prst="rect">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rPr>
              <a:t>25%</a:t>
            </a:r>
          </a:p>
        </p:txBody>
      </p:sp>
      <p:sp>
        <p:nvSpPr>
          <p:cNvPr id="32" name="Rectangle 31">
            <a:extLst>
              <a:ext uri="{FF2B5EF4-FFF2-40B4-BE49-F238E27FC236}">
                <a16:creationId xmlns:a16="http://schemas.microsoft.com/office/drawing/2014/main" id="{382FD088-320A-EAB4-C7EB-92A46074F1E1}"/>
              </a:ext>
            </a:extLst>
          </p:cNvPr>
          <p:cNvSpPr/>
          <p:nvPr/>
        </p:nvSpPr>
        <p:spPr bwMode="gray">
          <a:xfrm>
            <a:off x="12390433" y="2959192"/>
            <a:ext cx="943726" cy="1360145"/>
          </a:xfrm>
          <a:prstGeom prst="rect">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rPr>
              <a:t>30%</a:t>
            </a:r>
          </a:p>
        </p:txBody>
      </p:sp>
      <p:sp>
        <p:nvSpPr>
          <p:cNvPr id="33" name="Rectangle 32">
            <a:extLst>
              <a:ext uri="{FF2B5EF4-FFF2-40B4-BE49-F238E27FC236}">
                <a16:creationId xmlns:a16="http://schemas.microsoft.com/office/drawing/2014/main" id="{140D23BD-A953-D0C5-A8AE-2FA455D7C908}"/>
              </a:ext>
            </a:extLst>
          </p:cNvPr>
          <p:cNvSpPr/>
          <p:nvPr/>
        </p:nvSpPr>
        <p:spPr bwMode="gray">
          <a:xfrm>
            <a:off x="12390433" y="4484127"/>
            <a:ext cx="943726" cy="701231"/>
          </a:xfrm>
          <a:prstGeom prst="rect">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rPr>
              <a:t>25%</a:t>
            </a:r>
          </a:p>
        </p:txBody>
      </p:sp>
      <p:sp>
        <p:nvSpPr>
          <p:cNvPr id="34" name="Rectangle 33">
            <a:extLst>
              <a:ext uri="{FF2B5EF4-FFF2-40B4-BE49-F238E27FC236}">
                <a16:creationId xmlns:a16="http://schemas.microsoft.com/office/drawing/2014/main" id="{A5E4B3F3-A7F0-BF61-A777-465751FFC954}"/>
              </a:ext>
            </a:extLst>
          </p:cNvPr>
          <p:cNvSpPr/>
          <p:nvPr/>
        </p:nvSpPr>
        <p:spPr bwMode="gray">
          <a:xfrm>
            <a:off x="12390433" y="5350148"/>
            <a:ext cx="943726" cy="701231"/>
          </a:xfrm>
          <a:prstGeom prst="rect">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rPr>
              <a:t>15%</a:t>
            </a:r>
          </a:p>
        </p:txBody>
      </p:sp>
      <p:sp>
        <p:nvSpPr>
          <p:cNvPr id="35" name="Rectangle 34">
            <a:extLst>
              <a:ext uri="{FF2B5EF4-FFF2-40B4-BE49-F238E27FC236}">
                <a16:creationId xmlns:a16="http://schemas.microsoft.com/office/drawing/2014/main" id="{5A1795D8-531C-F221-8F05-B9F79E7FE8B7}"/>
              </a:ext>
            </a:extLst>
          </p:cNvPr>
          <p:cNvSpPr/>
          <p:nvPr/>
        </p:nvSpPr>
        <p:spPr bwMode="gray">
          <a:xfrm>
            <a:off x="12390433" y="6216169"/>
            <a:ext cx="943726" cy="1029781"/>
          </a:xfrm>
          <a:prstGeom prst="rect">
            <a:avLst/>
          </a:prstGeom>
          <a:solidFill>
            <a:schemeClr val="tx1"/>
          </a:solidFill>
          <a:ln w="19050" algn="ctr">
            <a:solidFill>
              <a:schemeClr val="tx1"/>
            </a:solidFill>
            <a:miter lim="800000"/>
            <a:headEnd/>
            <a:tailEnd/>
          </a:ln>
        </p:spPr>
        <p:txBody>
          <a:bodyPr wrap="square" lIns="88900" tIns="88900" rIns="88900" bIns="88900" rtlCol="0" anchor="ctr"/>
          <a:lstStyle/>
          <a:p>
            <a:pPr algn="ctr">
              <a:lnSpc>
                <a:spcPct val="106000"/>
              </a:lnSpc>
              <a:buFont typeface="Wingdings 2" pitchFamily="18" charset="2"/>
              <a:buNone/>
            </a:pPr>
            <a:r>
              <a:rPr lang="en-US" sz="1600" b="1" dirty="0">
                <a:solidFill>
                  <a:schemeClr val="bg1"/>
                </a:solidFill>
              </a:rPr>
              <a:t>5%</a:t>
            </a:r>
          </a:p>
        </p:txBody>
      </p:sp>
    </p:spTree>
    <p:extLst>
      <p:ext uri="{BB962C8B-B14F-4D97-AF65-F5344CB8AC3E}">
        <p14:creationId xmlns:p14="http://schemas.microsoft.com/office/powerpoint/2010/main" val="2826379245"/>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AD93A7C1-C33D-1A47-7A5A-7E11E692E9B1}"/>
              </a:ext>
            </a:extLst>
          </p:cNvPr>
          <p:cNvGraphicFramePr>
            <a:graphicFrameLocks noChangeAspect="1"/>
          </p:cNvGraphicFramePr>
          <p:nvPr>
            <p:custDataLst>
              <p:tags r:id="rId1"/>
            </p:custDataLst>
            <p:extLst>
              <p:ext uri="{D42A27DB-BD31-4B8C-83A1-F6EECF244321}">
                <p14:modId xmlns:p14="http://schemas.microsoft.com/office/powerpoint/2010/main" val="31032880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AD93A7C1-C33D-1A47-7A5A-7E11E692E9B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46EC8179-8321-9C2F-2171-46A103EE4119}"/>
              </a:ext>
            </a:extLst>
          </p:cNvPr>
          <p:cNvSpPr>
            <a:spLocks noGrp="1"/>
          </p:cNvSpPr>
          <p:nvPr>
            <p:ph type="title"/>
          </p:nvPr>
        </p:nvSpPr>
        <p:spPr/>
        <p:txBody>
          <a:bodyPr vert="horz"/>
          <a:lstStyle/>
          <a:p>
            <a:r>
              <a:rPr lang="en-US" dirty="0"/>
              <a:t>Deliverables – Year 1</a:t>
            </a:r>
          </a:p>
        </p:txBody>
      </p:sp>
      <p:graphicFrame>
        <p:nvGraphicFramePr>
          <p:cNvPr id="7" name="Table 6">
            <a:extLst>
              <a:ext uri="{FF2B5EF4-FFF2-40B4-BE49-F238E27FC236}">
                <a16:creationId xmlns:a16="http://schemas.microsoft.com/office/drawing/2014/main" id="{954E33D6-31DB-D7E7-7BB6-795F29E95AA9}"/>
              </a:ext>
            </a:extLst>
          </p:cNvPr>
          <p:cNvGraphicFramePr>
            <a:graphicFrameLocks noGrp="1"/>
          </p:cNvGraphicFramePr>
          <p:nvPr>
            <p:extLst>
              <p:ext uri="{D42A27DB-BD31-4B8C-83A1-F6EECF244321}">
                <p14:modId xmlns:p14="http://schemas.microsoft.com/office/powerpoint/2010/main" val="1081624824"/>
              </p:ext>
            </p:extLst>
          </p:nvPr>
        </p:nvGraphicFramePr>
        <p:xfrm>
          <a:off x="553189" y="1028377"/>
          <a:ext cx="12188253" cy="6302547"/>
        </p:xfrm>
        <a:graphic>
          <a:graphicData uri="http://schemas.openxmlformats.org/drawingml/2006/table">
            <a:tbl>
              <a:tblPr firstRow="1" firstCol="1" lastRow="1" lastCol="1" bandRow="1" bandCol="1">
                <a:tableStyleId>{7E9639D4-E3E2-4D34-9284-5A2195B3D0D7}</a:tableStyleId>
              </a:tblPr>
              <a:tblGrid>
                <a:gridCol w="9564845">
                  <a:extLst>
                    <a:ext uri="{9D8B030D-6E8A-4147-A177-3AD203B41FA5}">
                      <a16:colId xmlns:a16="http://schemas.microsoft.com/office/drawing/2014/main" val="538769644"/>
                    </a:ext>
                  </a:extLst>
                </a:gridCol>
                <a:gridCol w="2623408">
                  <a:extLst>
                    <a:ext uri="{9D8B030D-6E8A-4147-A177-3AD203B41FA5}">
                      <a16:colId xmlns:a16="http://schemas.microsoft.com/office/drawing/2014/main" val="3755144262"/>
                    </a:ext>
                  </a:extLst>
                </a:gridCol>
              </a:tblGrid>
              <a:tr h="334757">
                <a:tc>
                  <a:txBody>
                    <a:bodyPr/>
                    <a:lstStyle/>
                    <a:p>
                      <a:pPr marL="67945" marR="0" algn="ctr">
                        <a:lnSpc>
                          <a:spcPts val="1375"/>
                        </a:lnSpc>
                        <a:spcBef>
                          <a:spcPts val="0"/>
                        </a:spcBef>
                        <a:spcAft>
                          <a:spcPts val="0"/>
                        </a:spcAft>
                      </a:pPr>
                      <a:r>
                        <a:rPr lang="en-US" sz="1200" b="1" spc="-10" dirty="0">
                          <a:effectLst/>
                        </a:rPr>
                        <a:t>Activity</a:t>
                      </a:r>
                      <a:endPar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T="91440" marB="91440">
                    <a:lnB w="3175" cap="flat" cmpd="sng" algn="ctr">
                      <a:solidFill>
                        <a:schemeClr val="tx1"/>
                      </a:solidFill>
                      <a:prstDash val="solid"/>
                      <a:round/>
                      <a:headEnd type="none" w="med" len="med"/>
                      <a:tailEnd type="none" w="med" len="med"/>
                    </a:lnB>
                  </a:tcPr>
                </a:tc>
                <a:tc>
                  <a:txBody>
                    <a:bodyPr/>
                    <a:lstStyle/>
                    <a:p>
                      <a:pPr marL="68580" marR="562610" algn="ctr">
                        <a:lnSpc>
                          <a:spcPts val="1380"/>
                        </a:lnSpc>
                        <a:spcBef>
                          <a:spcPts val="0"/>
                        </a:spcBef>
                        <a:spcAft>
                          <a:spcPts val="0"/>
                        </a:spcAft>
                      </a:pPr>
                      <a:r>
                        <a:rPr lang="en-US" sz="1200" b="1" spc="-10" dirty="0">
                          <a:effectLst/>
                        </a:rPr>
                        <a:t>Tentative Timeline</a:t>
                      </a:r>
                      <a:endPar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T="91440" marB="91440">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66173546"/>
                  </a:ext>
                </a:extLst>
              </a:tr>
              <a:tr h="516483">
                <a:tc>
                  <a:txBody>
                    <a:bodyPr/>
                    <a:lstStyle/>
                    <a:p>
                      <a:pPr marL="67945" marR="60325" algn="just">
                        <a:spcBef>
                          <a:spcPts val="0"/>
                        </a:spcBef>
                        <a:spcAft>
                          <a:spcPts val="0"/>
                        </a:spcAft>
                      </a:pPr>
                      <a:r>
                        <a:rPr lang="en-US" sz="1200" b="0" dirty="0">
                          <a:effectLst/>
                        </a:rPr>
                        <a:t>Develop</a:t>
                      </a:r>
                      <a:r>
                        <a:rPr lang="en-US" sz="1200" b="0" spc="-60" dirty="0">
                          <a:effectLst/>
                        </a:rPr>
                        <a:t> </a:t>
                      </a:r>
                      <a:r>
                        <a:rPr lang="en-US" sz="1200" b="0" dirty="0">
                          <a:effectLst/>
                        </a:rPr>
                        <a:t>a</a:t>
                      </a:r>
                      <a:r>
                        <a:rPr lang="en-US" sz="1200" b="0" spc="-65" dirty="0">
                          <a:effectLst/>
                        </a:rPr>
                        <a:t> </a:t>
                      </a:r>
                      <a:r>
                        <a:rPr lang="en-US" sz="1200" b="0" dirty="0">
                          <a:effectLst/>
                        </a:rPr>
                        <a:t>realistic</a:t>
                      </a:r>
                      <a:r>
                        <a:rPr lang="en-US" sz="1200" b="0" spc="-65" dirty="0">
                          <a:effectLst/>
                        </a:rPr>
                        <a:t> </a:t>
                      </a:r>
                      <a:r>
                        <a:rPr lang="en-US" sz="1200" b="0" dirty="0">
                          <a:effectLst/>
                        </a:rPr>
                        <a:t>and</a:t>
                      </a:r>
                      <a:r>
                        <a:rPr lang="en-US" sz="1200" b="0" spc="-60" dirty="0">
                          <a:effectLst/>
                        </a:rPr>
                        <a:t> </a:t>
                      </a:r>
                      <a:r>
                        <a:rPr lang="en-US" sz="1200" b="0" dirty="0">
                          <a:effectLst/>
                        </a:rPr>
                        <a:t>adequate</a:t>
                      </a:r>
                      <a:r>
                        <a:rPr lang="en-US" sz="1200" b="0" spc="-65" dirty="0">
                          <a:effectLst/>
                        </a:rPr>
                        <a:t> </a:t>
                      </a:r>
                      <a:r>
                        <a:rPr lang="en-US" sz="1200" b="0" dirty="0">
                          <a:effectLst/>
                        </a:rPr>
                        <a:t>budget;</a:t>
                      </a:r>
                      <a:r>
                        <a:rPr lang="en-US" sz="1200" b="0" spc="-55" dirty="0">
                          <a:effectLst/>
                        </a:rPr>
                        <a:t> </a:t>
                      </a:r>
                      <a:r>
                        <a:rPr lang="en-US" sz="1200" b="0" dirty="0">
                          <a:effectLst/>
                        </a:rPr>
                        <a:t>identify</a:t>
                      </a:r>
                      <a:r>
                        <a:rPr lang="en-US" sz="1200" b="0" spc="-60" dirty="0">
                          <a:effectLst/>
                        </a:rPr>
                        <a:t> </a:t>
                      </a:r>
                      <a:r>
                        <a:rPr lang="en-US" sz="1200" b="0" dirty="0">
                          <a:effectLst/>
                        </a:rPr>
                        <a:t>funding</a:t>
                      </a:r>
                      <a:r>
                        <a:rPr lang="en-US" sz="1200" b="0" spc="-60" dirty="0">
                          <a:effectLst/>
                        </a:rPr>
                        <a:t> </a:t>
                      </a:r>
                      <a:r>
                        <a:rPr lang="en-US" sz="1200" b="0" dirty="0">
                          <a:effectLst/>
                        </a:rPr>
                        <a:t>requirements</a:t>
                      </a:r>
                      <a:r>
                        <a:rPr lang="en-US" sz="1200" b="0" spc="-55" dirty="0">
                          <a:effectLst/>
                        </a:rPr>
                        <a:t> </a:t>
                      </a:r>
                      <a:r>
                        <a:rPr lang="en-US" sz="1200" b="0" dirty="0">
                          <a:effectLst/>
                        </a:rPr>
                        <a:t>&amp; prepare/execute regulatory directives to meet those needs; create ERC Fund Management Policy</a:t>
                      </a:r>
                      <a:endParaRPr lang="en-US" sz="1200" b="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68580" marR="0" algn="ctr">
                        <a:lnSpc>
                          <a:spcPts val="1375"/>
                        </a:lnSpc>
                        <a:spcBef>
                          <a:spcPts val="0"/>
                        </a:spcBef>
                        <a:spcAft>
                          <a:spcPts val="0"/>
                        </a:spcAft>
                      </a:pPr>
                      <a:r>
                        <a:rPr lang="en-US" sz="1200" b="0" dirty="0">
                          <a:effectLst/>
                        </a:rPr>
                        <a:t>By</a:t>
                      </a:r>
                      <a:r>
                        <a:rPr lang="en-US" sz="1200" b="0" spc="-10" dirty="0">
                          <a:effectLst/>
                        </a:rPr>
                        <a:t> </a:t>
                      </a:r>
                      <a:r>
                        <a:rPr lang="en-US" sz="1200" b="0" dirty="0">
                          <a:effectLst/>
                        </a:rPr>
                        <a:t>Mid-</a:t>
                      </a:r>
                      <a:r>
                        <a:rPr lang="en-US" sz="1200" b="0" spc="-20" dirty="0">
                          <a:effectLst/>
                        </a:rPr>
                        <a:t>2024</a:t>
                      </a:r>
                      <a:endParaRPr lang="en-US" sz="1200" b="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42768279"/>
                  </a:ext>
                </a:extLst>
              </a:tr>
              <a:tr h="515886">
                <a:tc>
                  <a:txBody>
                    <a:bodyPr/>
                    <a:lstStyle/>
                    <a:p>
                      <a:pPr marL="67945" marR="0">
                        <a:spcBef>
                          <a:spcPts val="0"/>
                        </a:spcBef>
                        <a:spcAft>
                          <a:spcPts val="0"/>
                        </a:spcAft>
                      </a:pPr>
                      <a:r>
                        <a:rPr lang="en-US" sz="1200" b="0" dirty="0">
                          <a:effectLst/>
                        </a:rPr>
                        <a:t>ERC</a:t>
                      </a:r>
                      <a:r>
                        <a:rPr lang="en-US" sz="1200" b="0" spc="-15" dirty="0">
                          <a:effectLst/>
                        </a:rPr>
                        <a:t> </a:t>
                      </a:r>
                      <a:r>
                        <a:rPr lang="en-US" sz="1200" b="0" dirty="0">
                          <a:effectLst/>
                        </a:rPr>
                        <a:t>achieves</a:t>
                      </a:r>
                      <a:r>
                        <a:rPr lang="en-US" sz="1200" b="0" spc="-20" dirty="0">
                          <a:effectLst/>
                        </a:rPr>
                        <a:t> </a:t>
                      </a:r>
                      <a:r>
                        <a:rPr lang="en-US" sz="1200" b="0" dirty="0">
                          <a:effectLst/>
                        </a:rPr>
                        <a:t>self-funding</a:t>
                      </a:r>
                      <a:r>
                        <a:rPr lang="en-US" sz="1200" b="0" spc="-20" dirty="0">
                          <a:effectLst/>
                        </a:rPr>
                        <a:t> </a:t>
                      </a:r>
                      <a:r>
                        <a:rPr lang="en-US" sz="1200" b="0" dirty="0">
                          <a:effectLst/>
                        </a:rPr>
                        <a:t>objectives</a:t>
                      </a:r>
                      <a:r>
                        <a:rPr lang="en-US" sz="1200" b="0" spc="-20" dirty="0">
                          <a:effectLst/>
                        </a:rPr>
                        <a:t> </a:t>
                      </a:r>
                      <a:r>
                        <a:rPr lang="en-US" sz="1200" b="0" dirty="0">
                          <a:effectLst/>
                        </a:rPr>
                        <a:t>to</a:t>
                      </a:r>
                      <a:r>
                        <a:rPr lang="en-US" sz="1200" b="0" spc="-20" dirty="0">
                          <a:effectLst/>
                        </a:rPr>
                        <a:t> </a:t>
                      </a:r>
                      <a:r>
                        <a:rPr lang="en-US" sz="1200" b="0" dirty="0">
                          <a:effectLst/>
                        </a:rPr>
                        <a:t>increase</a:t>
                      </a:r>
                      <a:r>
                        <a:rPr lang="en-US" sz="1200" b="0" spc="-15" dirty="0">
                          <a:effectLst/>
                        </a:rPr>
                        <a:t> </a:t>
                      </a:r>
                      <a:r>
                        <a:rPr lang="en-US" sz="1200" b="0" dirty="0">
                          <a:effectLst/>
                        </a:rPr>
                        <a:t>financial</a:t>
                      </a:r>
                      <a:r>
                        <a:rPr lang="en-US" sz="1200" b="0" spc="-20" dirty="0">
                          <a:effectLst/>
                        </a:rPr>
                        <a:t> </a:t>
                      </a:r>
                      <a:r>
                        <a:rPr lang="en-US" sz="1200" b="0" dirty="0">
                          <a:effectLst/>
                        </a:rPr>
                        <a:t>independence from the </a:t>
                      </a:r>
                      <a:r>
                        <a:rPr lang="en-US" sz="1200" b="0" dirty="0" err="1">
                          <a:effectLst/>
                        </a:rPr>
                        <a:t>GoN</a:t>
                      </a:r>
                      <a:r>
                        <a:rPr lang="en-US" sz="1200" b="0" dirty="0">
                          <a:effectLst/>
                        </a:rPr>
                        <a:t> through regulatory levies/fees, etc.</a:t>
                      </a:r>
                      <a:endParaRPr lang="en-US" sz="1200" b="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68580" marR="0" algn="ctr">
                        <a:lnSpc>
                          <a:spcPts val="1375"/>
                        </a:lnSpc>
                        <a:spcBef>
                          <a:spcPts val="0"/>
                        </a:spcBef>
                        <a:spcAft>
                          <a:spcPts val="0"/>
                        </a:spcAft>
                      </a:pPr>
                      <a:r>
                        <a:rPr lang="en-US" sz="1200" b="0" spc="-20">
                          <a:effectLst/>
                        </a:rPr>
                        <a:t>2024</a:t>
                      </a:r>
                      <a:endParaRPr lang="en-US" sz="1200" b="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52401824"/>
                  </a:ext>
                </a:extLst>
              </a:tr>
              <a:tr h="369429">
                <a:tc>
                  <a:txBody>
                    <a:bodyPr/>
                    <a:lstStyle/>
                    <a:p>
                      <a:pPr marL="67945" marR="0">
                        <a:spcBef>
                          <a:spcPts val="0"/>
                        </a:spcBef>
                        <a:spcAft>
                          <a:spcPts val="0"/>
                        </a:spcAft>
                      </a:pPr>
                      <a:r>
                        <a:rPr lang="en-US" sz="1200" b="0" dirty="0">
                          <a:effectLst/>
                        </a:rPr>
                        <a:t>Purchase administrative &amp; logistical support (e.g., computers, printers, etc.) necessary for immediate ERC operation</a:t>
                      </a:r>
                      <a:endParaRPr lang="en-US" sz="1200" b="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68580" marR="0" algn="ctr">
                        <a:lnSpc>
                          <a:spcPts val="1375"/>
                        </a:lnSpc>
                        <a:spcBef>
                          <a:spcPts val="0"/>
                        </a:spcBef>
                        <a:spcAft>
                          <a:spcPts val="0"/>
                        </a:spcAft>
                      </a:pPr>
                      <a:r>
                        <a:rPr lang="en-US" sz="1200" b="0">
                          <a:effectLst/>
                        </a:rPr>
                        <a:t>By</a:t>
                      </a:r>
                      <a:r>
                        <a:rPr lang="en-US" sz="1200" b="0" spc="-20">
                          <a:effectLst/>
                        </a:rPr>
                        <a:t> </a:t>
                      </a:r>
                      <a:r>
                        <a:rPr lang="en-US" sz="1200" b="0">
                          <a:effectLst/>
                        </a:rPr>
                        <a:t>early-</a:t>
                      </a:r>
                      <a:r>
                        <a:rPr lang="en-US" sz="1200" b="0" spc="-20">
                          <a:effectLst/>
                        </a:rPr>
                        <a:t>2025</a:t>
                      </a:r>
                      <a:endParaRPr lang="en-US" sz="1200" b="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89415695"/>
                  </a:ext>
                </a:extLst>
              </a:tr>
              <a:tr h="502137">
                <a:tc>
                  <a:txBody>
                    <a:bodyPr/>
                    <a:lstStyle/>
                    <a:p>
                      <a:pPr marL="67945" marR="60960" algn="just">
                        <a:lnSpc>
                          <a:spcPts val="1380"/>
                        </a:lnSpc>
                        <a:spcBef>
                          <a:spcPts val="0"/>
                        </a:spcBef>
                        <a:spcAft>
                          <a:spcPts val="0"/>
                        </a:spcAft>
                      </a:pPr>
                      <a:r>
                        <a:rPr lang="en-US" sz="1200" b="0" dirty="0">
                          <a:effectLst/>
                        </a:rPr>
                        <a:t>Purchase &amp; installation of Regulatory Information Management System (RIMS) and Docket Management System (DMS), with link to the ERC </a:t>
                      </a:r>
                      <a:r>
                        <a:rPr lang="en-US" sz="1200" b="0" spc="-10" dirty="0">
                          <a:effectLst/>
                        </a:rPr>
                        <a:t>website.</a:t>
                      </a:r>
                      <a:endParaRPr lang="en-US" sz="1200" b="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68580" marR="0" algn="ctr">
                        <a:lnSpc>
                          <a:spcPts val="1375"/>
                        </a:lnSpc>
                        <a:spcBef>
                          <a:spcPts val="0"/>
                        </a:spcBef>
                        <a:spcAft>
                          <a:spcPts val="0"/>
                        </a:spcAft>
                      </a:pPr>
                      <a:r>
                        <a:rPr lang="en-US" sz="1200" b="0">
                          <a:effectLst/>
                        </a:rPr>
                        <a:t>By</a:t>
                      </a:r>
                      <a:r>
                        <a:rPr lang="en-US" sz="1200" b="0" spc="-5">
                          <a:effectLst/>
                        </a:rPr>
                        <a:t> </a:t>
                      </a:r>
                      <a:r>
                        <a:rPr lang="en-US" sz="1200" b="0">
                          <a:effectLst/>
                        </a:rPr>
                        <a:t>late</a:t>
                      </a:r>
                      <a:r>
                        <a:rPr lang="en-US" sz="1200" b="0" spc="-5">
                          <a:effectLst/>
                        </a:rPr>
                        <a:t> </a:t>
                      </a:r>
                      <a:r>
                        <a:rPr lang="en-US" sz="1200" b="0" spc="-20">
                          <a:effectLst/>
                        </a:rPr>
                        <a:t>2025</a:t>
                      </a:r>
                      <a:endParaRPr lang="en-US" sz="1200" b="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8895613"/>
                  </a:ext>
                </a:extLst>
              </a:tr>
              <a:tr h="424425">
                <a:tc>
                  <a:txBody>
                    <a:bodyPr/>
                    <a:lstStyle/>
                    <a:p>
                      <a:pPr marL="67945" marR="0">
                        <a:spcBef>
                          <a:spcPts val="0"/>
                        </a:spcBef>
                        <a:spcAft>
                          <a:spcPts val="0"/>
                        </a:spcAft>
                      </a:pPr>
                      <a:r>
                        <a:rPr lang="en-US" sz="1200" b="0" dirty="0">
                          <a:effectLst/>
                        </a:rPr>
                        <a:t>ERC</a:t>
                      </a:r>
                      <a:r>
                        <a:rPr lang="en-US" sz="1200" b="0" spc="195" dirty="0">
                          <a:effectLst/>
                        </a:rPr>
                        <a:t> </a:t>
                      </a:r>
                      <a:r>
                        <a:rPr lang="en-US" sz="1200" b="0" dirty="0">
                          <a:effectLst/>
                        </a:rPr>
                        <a:t>to</a:t>
                      </a:r>
                      <a:r>
                        <a:rPr lang="en-US" sz="1200" b="0" spc="195" dirty="0">
                          <a:effectLst/>
                        </a:rPr>
                        <a:t> </a:t>
                      </a:r>
                      <a:r>
                        <a:rPr lang="en-US" sz="1200" b="0" dirty="0">
                          <a:effectLst/>
                        </a:rPr>
                        <a:t>establish</a:t>
                      </a:r>
                      <a:r>
                        <a:rPr lang="en-US" sz="1200" b="0" spc="195" dirty="0">
                          <a:effectLst/>
                        </a:rPr>
                        <a:t> </a:t>
                      </a:r>
                      <a:r>
                        <a:rPr lang="en-US" sz="1200" b="0" dirty="0">
                          <a:effectLst/>
                        </a:rPr>
                        <a:t>&amp;</a:t>
                      </a:r>
                      <a:r>
                        <a:rPr lang="en-US" sz="1200" b="0" spc="195" dirty="0">
                          <a:effectLst/>
                        </a:rPr>
                        <a:t> </a:t>
                      </a:r>
                      <a:r>
                        <a:rPr lang="en-US" sz="1200" b="0" dirty="0">
                          <a:effectLst/>
                        </a:rPr>
                        <a:t>implement</a:t>
                      </a:r>
                      <a:r>
                        <a:rPr lang="en-US" sz="1200" b="0" spc="195" dirty="0">
                          <a:effectLst/>
                        </a:rPr>
                        <a:t> </a:t>
                      </a:r>
                      <a:r>
                        <a:rPr lang="en-US" sz="1200" b="0" dirty="0">
                          <a:effectLst/>
                        </a:rPr>
                        <a:t>onboarding</a:t>
                      </a:r>
                      <a:r>
                        <a:rPr lang="en-US" sz="1200" b="0" spc="195" dirty="0">
                          <a:effectLst/>
                        </a:rPr>
                        <a:t> </a:t>
                      </a:r>
                      <a:r>
                        <a:rPr lang="en-US" sz="1200" b="0" dirty="0">
                          <a:effectLst/>
                        </a:rPr>
                        <a:t>program</a:t>
                      </a:r>
                      <a:r>
                        <a:rPr lang="en-US" sz="1200" b="0" spc="195" dirty="0">
                          <a:effectLst/>
                        </a:rPr>
                        <a:t> </a:t>
                      </a:r>
                      <a:r>
                        <a:rPr lang="en-US" sz="1200" b="0" dirty="0">
                          <a:effectLst/>
                        </a:rPr>
                        <a:t>and</a:t>
                      </a:r>
                      <a:r>
                        <a:rPr lang="en-US" sz="1200" b="0" spc="195" dirty="0">
                          <a:effectLst/>
                        </a:rPr>
                        <a:t> </a:t>
                      </a:r>
                      <a:r>
                        <a:rPr lang="en-US" sz="1200" b="0" dirty="0">
                          <a:effectLst/>
                        </a:rPr>
                        <a:t>performance management plan for new staff</a:t>
                      </a:r>
                      <a:endParaRPr lang="en-US" sz="1200" b="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68580" marR="0" algn="ctr">
                        <a:lnSpc>
                          <a:spcPts val="1375"/>
                        </a:lnSpc>
                        <a:spcBef>
                          <a:spcPts val="0"/>
                        </a:spcBef>
                        <a:spcAft>
                          <a:spcPts val="0"/>
                        </a:spcAft>
                      </a:pPr>
                      <a:r>
                        <a:rPr lang="en-US" sz="1200" b="0" dirty="0">
                          <a:effectLst/>
                        </a:rPr>
                        <a:t>By </a:t>
                      </a:r>
                      <a:r>
                        <a:rPr lang="en-US" sz="1200" b="0" spc="-20" dirty="0">
                          <a:effectLst/>
                        </a:rPr>
                        <a:t>2025</a:t>
                      </a:r>
                      <a:endParaRPr lang="en-US" sz="1200" b="0" dirty="0">
                        <a:effectLst/>
                      </a:endParaRPr>
                    </a:p>
                    <a:p>
                      <a:pPr marL="68580" marR="0" algn="ctr">
                        <a:spcBef>
                          <a:spcPts val="0"/>
                        </a:spcBef>
                        <a:spcAft>
                          <a:spcPts val="0"/>
                        </a:spcAft>
                      </a:pPr>
                      <a:r>
                        <a:rPr lang="en-US" sz="1200" b="0" spc="-10" dirty="0">
                          <a:effectLst/>
                        </a:rPr>
                        <a:t>Ongoing</a:t>
                      </a:r>
                      <a:endParaRPr lang="en-US" sz="1200" b="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96028167"/>
                  </a:ext>
                </a:extLst>
              </a:tr>
              <a:tr h="570284">
                <a:tc>
                  <a:txBody>
                    <a:bodyPr/>
                    <a:lstStyle/>
                    <a:p>
                      <a:pPr marL="67945" marR="60325" algn="just">
                        <a:spcBef>
                          <a:spcPts val="0"/>
                        </a:spcBef>
                        <a:spcAft>
                          <a:spcPts val="0"/>
                        </a:spcAft>
                      </a:pPr>
                      <a:r>
                        <a:rPr lang="en-US" sz="1200" b="0" dirty="0">
                          <a:effectLst/>
                        </a:rPr>
                        <a:t>Provide basic substantive training to new staff in areas including regulatory theory &amp; practice; basics of regulatory accounting &amp; finance; technical operations &amp; management in the power sector</a:t>
                      </a:r>
                      <a:endParaRPr lang="en-US" sz="1200" b="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68580" marR="0" algn="ctr">
                        <a:lnSpc>
                          <a:spcPts val="1375"/>
                        </a:lnSpc>
                        <a:spcBef>
                          <a:spcPts val="0"/>
                        </a:spcBef>
                        <a:spcAft>
                          <a:spcPts val="0"/>
                        </a:spcAft>
                      </a:pPr>
                      <a:r>
                        <a:rPr lang="en-US" sz="1200" b="0" spc="-10">
                          <a:effectLst/>
                        </a:rPr>
                        <a:t>2025-</a:t>
                      </a:r>
                      <a:r>
                        <a:rPr lang="en-US" sz="1200" b="0" spc="-20">
                          <a:effectLst/>
                        </a:rPr>
                        <a:t>2026</a:t>
                      </a:r>
                      <a:endParaRPr lang="en-US" sz="1200" b="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81763733"/>
                  </a:ext>
                </a:extLst>
              </a:tr>
              <a:tr h="532025">
                <a:tc>
                  <a:txBody>
                    <a:bodyPr/>
                    <a:lstStyle/>
                    <a:p>
                      <a:pPr marL="67945" marR="61595" algn="just">
                        <a:spcBef>
                          <a:spcPts val="0"/>
                        </a:spcBef>
                        <a:spcAft>
                          <a:spcPts val="0"/>
                        </a:spcAft>
                      </a:pPr>
                      <a:r>
                        <a:rPr lang="en-US" sz="1200" b="0" dirty="0">
                          <a:effectLst/>
                        </a:rPr>
                        <a:t>Develop</a:t>
                      </a:r>
                      <a:r>
                        <a:rPr lang="en-US" sz="1200" b="0" spc="-20" dirty="0">
                          <a:effectLst/>
                        </a:rPr>
                        <a:t> </a:t>
                      </a:r>
                      <a:r>
                        <a:rPr lang="en-US" sz="1200" b="0" dirty="0">
                          <a:effectLst/>
                        </a:rPr>
                        <a:t>skills</a:t>
                      </a:r>
                      <a:r>
                        <a:rPr lang="en-US" sz="1200" b="0" spc="-20" dirty="0">
                          <a:effectLst/>
                        </a:rPr>
                        <a:t> </a:t>
                      </a:r>
                      <a:r>
                        <a:rPr lang="en-US" sz="1200" b="0" dirty="0">
                          <a:effectLst/>
                        </a:rPr>
                        <a:t>and</a:t>
                      </a:r>
                      <a:r>
                        <a:rPr lang="en-US" sz="1200" b="0" spc="-10" dirty="0">
                          <a:effectLst/>
                        </a:rPr>
                        <a:t> </a:t>
                      </a:r>
                      <a:r>
                        <a:rPr lang="en-US" sz="1200" b="0" dirty="0">
                          <a:effectLst/>
                        </a:rPr>
                        <a:t>knowledge</a:t>
                      </a:r>
                      <a:r>
                        <a:rPr lang="en-US" sz="1200" b="0" spc="-15" dirty="0">
                          <a:effectLst/>
                        </a:rPr>
                        <a:t> </a:t>
                      </a:r>
                      <a:r>
                        <a:rPr lang="en-US" sz="1200" b="0" dirty="0">
                          <a:effectLst/>
                        </a:rPr>
                        <a:t>for</a:t>
                      </a:r>
                      <a:r>
                        <a:rPr lang="en-US" sz="1200" b="0" spc="-25" dirty="0">
                          <a:effectLst/>
                        </a:rPr>
                        <a:t> </a:t>
                      </a:r>
                      <a:r>
                        <a:rPr lang="en-US" sz="1200" b="0" dirty="0">
                          <a:effectLst/>
                        </a:rPr>
                        <a:t>Commission</a:t>
                      </a:r>
                      <a:r>
                        <a:rPr lang="en-US" sz="1200" b="0" spc="-20" dirty="0">
                          <a:effectLst/>
                        </a:rPr>
                        <a:t> </a:t>
                      </a:r>
                      <a:r>
                        <a:rPr lang="en-US" sz="1200" b="0" dirty="0">
                          <a:effectLst/>
                        </a:rPr>
                        <a:t>members</a:t>
                      </a:r>
                      <a:r>
                        <a:rPr lang="en-US" sz="1200" b="0" spc="-20" dirty="0">
                          <a:effectLst/>
                        </a:rPr>
                        <a:t> </a:t>
                      </a:r>
                      <a:r>
                        <a:rPr lang="en-US" sz="1200" b="0" dirty="0">
                          <a:effectLst/>
                        </a:rPr>
                        <a:t>and</a:t>
                      </a:r>
                      <a:r>
                        <a:rPr lang="en-US" sz="1200" b="0" spc="-10" dirty="0">
                          <a:effectLst/>
                        </a:rPr>
                        <a:t> </a:t>
                      </a:r>
                      <a:r>
                        <a:rPr lang="en-US" sz="1200" b="0" dirty="0">
                          <a:effectLst/>
                        </a:rPr>
                        <a:t>senior</a:t>
                      </a:r>
                      <a:r>
                        <a:rPr lang="en-US" sz="1200" b="0" spc="-15" dirty="0">
                          <a:effectLst/>
                        </a:rPr>
                        <a:t> </a:t>
                      </a:r>
                      <a:r>
                        <a:rPr lang="en-US" sz="1200" b="0" dirty="0">
                          <a:effectLst/>
                        </a:rPr>
                        <a:t>staff through day-to-day mentoring, study tours, technical short-courses, and international regulatory exchanges</a:t>
                      </a:r>
                      <a:endParaRPr lang="en-US" sz="1200" b="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68580" marR="0" algn="ctr">
                        <a:lnSpc>
                          <a:spcPts val="1375"/>
                        </a:lnSpc>
                        <a:spcBef>
                          <a:spcPts val="0"/>
                        </a:spcBef>
                        <a:spcAft>
                          <a:spcPts val="0"/>
                        </a:spcAft>
                      </a:pPr>
                      <a:r>
                        <a:rPr lang="en-US" sz="1200" b="0" spc="-10">
                          <a:effectLst/>
                        </a:rPr>
                        <a:t>2024-</a:t>
                      </a:r>
                      <a:r>
                        <a:rPr lang="en-US" sz="1200" b="0" spc="-20">
                          <a:effectLst/>
                        </a:rPr>
                        <a:t>2027</a:t>
                      </a:r>
                      <a:endParaRPr lang="en-US" sz="1200" b="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55970689"/>
                  </a:ext>
                </a:extLst>
              </a:tr>
              <a:tr h="502137">
                <a:tc>
                  <a:txBody>
                    <a:bodyPr/>
                    <a:lstStyle/>
                    <a:p>
                      <a:pPr marL="67945" marR="61595" algn="just">
                        <a:lnSpc>
                          <a:spcPts val="1380"/>
                        </a:lnSpc>
                        <a:spcBef>
                          <a:spcPts val="0"/>
                        </a:spcBef>
                        <a:spcAft>
                          <a:spcPts val="0"/>
                        </a:spcAft>
                      </a:pPr>
                      <a:r>
                        <a:rPr lang="en-US" sz="1200" b="0" dirty="0">
                          <a:effectLst/>
                        </a:rPr>
                        <a:t>ERC has adopted procedural rules &amp; substantive</a:t>
                      </a:r>
                      <a:r>
                        <a:rPr lang="en-US" sz="1200" b="0" spc="-5" dirty="0">
                          <a:effectLst/>
                        </a:rPr>
                        <a:t> </a:t>
                      </a:r>
                      <a:r>
                        <a:rPr lang="en-US" sz="1200" b="0" dirty="0">
                          <a:effectLst/>
                        </a:rPr>
                        <a:t>rules including rules of practice &amp; procedure and an operationalized three-tier decision-making </a:t>
                      </a:r>
                      <a:r>
                        <a:rPr lang="en-US" sz="1200" b="0" spc="-10" dirty="0">
                          <a:effectLst/>
                        </a:rPr>
                        <a:t>process</a:t>
                      </a:r>
                      <a:endParaRPr lang="en-US" sz="1200" b="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68580" marR="0" algn="ctr">
                        <a:lnSpc>
                          <a:spcPts val="1375"/>
                        </a:lnSpc>
                        <a:spcBef>
                          <a:spcPts val="0"/>
                        </a:spcBef>
                        <a:spcAft>
                          <a:spcPts val="0"/>
                        </a:spcAft>
                      </a:pPr>
                      <a:r>
                        <a:rPr lang="en-US" sz="1200" b="0" spc="-10">
                          <a:effectLst/>
                        </a:rPr>
                        <a:t>2024-</a:t>
                      </a:r>
                      <a:r>
                        <a:rPr lang="en-US" sz="1200" b="0" spc="-20">
                          <a:effectLst/>
                        </a:rPr>
                        <a:t>2025</a:t>
                      </a:r>
                      <a:endParaRPr lang="en-US" sz="1200" b="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71055913"/>
                  </a:ext>
                </a:extLst>
              </a:tr>
              <a:tr h="377107">
                <a:tc>
                  <a:txBody>
                    <a:bodyPr/>
                    <a:lstStyle/>
                    <a:p>
                      <a:pPr marL="67945" marR="0">
                        <a:lnSpc>
                          <a:spcPts val="1380"/>
                        </a:lnSpc>
                        <a:spcBef>
                          <a:spcPts val="0"/>
                        </a:spcBef>
                        <a:spcAft>
                          <a:spcPts val="0"/>
                        </a:spcAft>
                      </a:pPr>
                      <a:r>
                        <a:rPr lang="en-US" sz="1200" b="0" dirty="0">
                          <a:effectLst/>
                        </a:rPr>
                        <a:t>ERC</a:t>
                      </a:r>
                      <a:r>
                        <a:rPr lang="en-US" sz="1200" b="0" spc="-60" dirty="0">
                          <a:effectLst/>
                        </a:rPr>
                        <a:t> </a:t>
                      </a:r>
                      <a:r>
                        <a:rPr lang="en-US" sz="1200" b="0" dirty="0">
                          <a:effectLst/>
                        </a:rPr>
                        <a:t>installs</a:t>
                      </a:r>
                      <a:r>
                        <a:rPr lang="en-US" sz="1200" b="0" spc="-60" dirty="0">
                          <a:effectLst/>
                        </a:rPr>
                        <a:t> </a:t>
                      </a:r>
                      <a:r>
                        <a:rPr lang="en-US" sz="1200" b="0" dirty="0">
                          <a:effectLst/>
                        </a:rPr>
                        <a:t>&amp;</a:t>
                      </a:r>
                      <a:r>
                        <a:rPr lang="en-US" sz="1200" b="0" spc="-60" dirty="0">
                          <a:effectLst/>
                        </a:rPr>
                        <a:t> </a:t>
                      </a:r>
                      <a:r>
                        <a:rPr lang="en-US" sz="1200" b="0" dirty="0">
                          <a:effectLst/>
                        </a:rPr>
                        <a:t>implements</a:t>
                      </a:r>
                      <a:r>
                        <a:rPr lang="en-US" sz="1200" b="0" spc="-60" dirty="0">
                          <a:effectLst/>
                        </a:rPr>
                        <a:t> </a:t>
                      </a:r>
                      <a:r>
                        <a:rPr lang="en-US" sz="1200" b="0" dirty="0">
                          <a:effectLst/>
                        </a:rPr>
                        <a:t>Regulatory</a:t>
                      </a:r>
                      <a:r>
                        <a:rPr lang="en-US" sz="1200" b="0" spc="-50" dirty="0">
                          <a:effectLst/>
                        </a:rPr>
                        <a:t> </a:t>
                      </a:r>
                      <a:r>
                        <a:rPr lang="en-US" sz="1200" b="0" dirty="0">
                          <a:effectLst/>
                        </a:rPr>
                        <a:t>Information</a:t>
                      </a:r>
                      <a:r>
                        <a:rPr lang="en-US" sz="1200" b="0" spc="-65" dirty="0">
                          <a:effectLst/>
                        </a:rPr>
                        <a:t> </a:t>
                      </a:r>
                      <a:r>
                        <a:rPr lang="en-US" sz="1200" b="0" dirty="0">
                          <a:effectLst/>
                        </a:rPr>
                        <a:t>Management</a:t>
                      </a:r>
                      <a:r>
                        <a:rPr lang="en-US" sz="1200" b="0" spc="-60" dirty="0">
                          <a:effectLst/>
                        </a:rPr>
                        <a:t> </a:t>
                      </a:r>
                      <a:r>
                        <a:rPr lang="en-US" sz="1200" b="0" dirty="0">
                          <a:effectLst/>
                        </a:rPr>
                        <a:t>System and Docket Management System, with links to the ERC website</a:t>
                      </a:r>
                      <a:endParaRPr lang="en-US" sz="1200" b="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68580" marR="0" algn="ctr">
                        <a:lnSpc>
                          <a:spcPts val="1375"/>
                        </a:lnSpc>
                        <a:spcBef>
                          <a:spcPts val="0"/>
                        </a:spcBef>
                        <a:spcAft>
                          <a:spcPts val="0"/>
                        </a:spcAft>
                      </a:pPr>
                      <a:r>
                        <a:rPr lang="en-US" sz="1200" b="0" spc="-10" dirty="0">
                          <a:effectLst/>
                        </a:rPr>
                        <a:t>2025-</a:t>
                      </a:r>
                      <a:r>
                        <a:rPr lang="en-US" sz="1200" b="0" spc="-20" dirty="0">
                          <a:effectLst/>
                        </a:rPr>
                        <a:t>2027</a:t>
                      </a:r>
                      <a:endParaRPr lang="en-US" sz="1200" b="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31711423"/>
                  </a:ext>
                </a:extLst>
              </a:tr>
              <a:tr h="658754">
                <a:tc>
                  <a:txBody>
                    <a:bodyPr/>
                    <a:lstStyle/>
                    <a:p>
                      <a:pPr marL="67945" marR="61595" algn="just">
                        <a:spcBef>
                          <a:spcPts val="0"/>
                        </a:spcBef>
                        <a:spcAft>
                          <a:spcPts val="0"/>
                        </a:spcAft>
                      </a:pPr>
                      <a:r>
                        <a:rPr lang="en-US" sz="1200" b="0" dirty="0">
                          <a:effectLst/>
                        </a:rPr>
                        <a:t>ERC</a:t>
                      </a:r>
                      <a:r>
                        <a:rPr lang="en-US" sz="1200" b="0" spc="-25" dirty="0">
                          <a:effectLst/>
                        </a:rPr>
                        <a:t> </a:t>
                      </a:r>
                      <a:r>
                        <a:rPr lang="en-US" sz="1200" b="0" dirty="0">
                          <a:effectLst/>
                        </a:rPr>
                        <a:t>to</a:t>
                      </a:r>
                      <a:r>
                        <a:rPr lang="en-US" sz="1200" b="0" spc="-25" dirty="0">
                          <a:effectLst/>
                        </a:rPr>
                        <a:t> </a:t>
                      </a:r>
                      <a:r>
                        <a:rPr lang="en-US" sz="1200" b="0" dirty="0">
                          <a:effectLst/>
                        </a:rPr>
                        <a:t>develop</a:t>
                      </a:r>
                      <a:r>
                        <a:rPr lang="en-US" sz="1200" b="0" spc="-25" dirty="0">
                          <a:effectLst/>
                        </a:rPr>
                        <a:t> </a:t>
                      </a:r>
                      <a:r>
                        <a:rPr lang="en-US" sz="1200" b="0" dirty="0">
                          <a:effectLst/>
                        </a:rPr>
                        <a:t>system</a:t>
                      </a:r>
                      <a:r>
                        <a:rPr lang="en-US" sz="1200" b="0" spc="-25" dirty="0">
                          <a:effectLst/>
                        </a:rPr>
                        <a:t> </a:t>
                      </a:r>
                      <a:r>
                        <a:rPr lang="en-US" sz="1200" b="0" dirty="0">
                          <a:effectLst/>
                        </a:rPr>
                        <a:t>for</a:t>
                      </a:r>
                      <a:r>
                        <a:rPr lang="en-US" sz="1200" b="0" spc="-30" dirty="0">
                          <a:effectLst/>
                        </a:rPr>
                        <a:t> </a:t>
                      </a:r>
                      <a:r>
                        <a:rPr lang="en-US" sz="1200" b="0" dirty="0">
                          <a:effectLst/>
                        </a:rPr>
                        <a:t>conducting</a:t>
                      </a:r>
                      <a:r>
                        <a:rPr lang="en-US" sz="1200" b="0" spc="-25" dirty="0">
                          <a:effectLst/>
                        </a:rPr>
                        <a:t> </a:t>
                      </a:r>
                      <a:r>
                        <a:rPr lang="en-US" sz="1200" b="0" dirty="0">
                          <a:effectLst/>
                        </a:rPr>
                        <a:t>electronic</a:t>
                      </a:r>
                      <a:r>
                        <a:rPr lang="en-US" sz="1200" b="0" spc="-20" dirty="0">
                          <a:effectLst/>
                        </a:rPr>
                        <a:t> </a:t>
                      </a:r>
                      <a:r>
                        <a:rPr lang="en-US" sz="1200" b="0" dirty="0">
                          <a:effectLst/>
                        </a:rPr>
                        <a:t>hearings</a:t>
                      </a:r>
                      <a:r>
                        <a:rPr lang="en-US" sz="1200" b="0" spc="-25" dirty="0">
                          <a:effectLst/>
                        </a:rPr>
                        <a:t> </a:t>
                      </a:r>
                      <a:r>
                        <a:rPr lang="en-US" sz="1200" b="0" dirty="0">
                          <a:effectLst/>
                        </a:rPr>
                        <a:t>(E-Court)</a:t>
                      </a:r>
                      <a:r>
                        <a:rPr lang="en-US" sz="1200" b="0" spc="-20" dirty="0">
                          <a:effectLst/>
                        </a:rPr>
                        <a:t> </a:t>
                      </a:r>
                      <a:r>
                        <a:rPr lang="en-US" sz="1200" b="0" dirty="0">
                          <a:effectLst/>
                        </a:rPr>
                        <a:t>and other proceedings and infrastructure for acquisition of E-Conference </a:t>
                      </a:r>
                      <a:r>
                        <a:rPr lang="en-US" sz="1200" b="0" spc="-10" dirty="0">
                          <a:effectLst/>
                        </a:rPr>
                        <a:t>facilities</a:t>
                      </a:r>
                      <a:endParaRPr lang="en-US" sz="1200" b="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68580" marR="0" algn="ctr">
                        <a:lnSpc>
                          <a:spcPts val="1370"/>
                        </a:lnSpc>
                        <a:spcBef>
                          <a:spcPts val="0"/>
                        </a:spcBef>
                        <a:spcAft>
                          <a:spcPts val="0"/>
                        </a:spcAft>
                      </a:pPr>
                      <a:r>
                        <a:rPr lang="en-US" sz="1200" b="0" spc="-10" dirty="0">
                          <a:effectLst/>
                        </a:rPr>
                        <a:t>2025-</a:t>
                      </a:r>
                      <a:r>
                        <a:rPr lang="en-US" sz="1200" b="0" spc="-20" dirty="0">
                          <a:effectLst/>
                        </a:rPr>
                        <a:t>2027</a:t>
                      </a:r>
                      <a:endParaRPr lang="en-US" sz="1200" b="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46934410"/>
                  </a:ext>
                </a:extLst>
              </a:tr>
              <a:tr h="502137">
                <a:tc>
                  <a:txBody>
                    <a:bodyPr/>
                    <a:lstStyle/>
                    <a:p>
                      <a:pPr marL="67945" marR="59055" algn="just">
                        <a:lnSpc>
                          <a:spcPts val="1380"/>
                        </a:lnSpc>
                        <a:spcBef>
                          <a:spcPts val="0"/>
                        </a:spcBef>
                        <a:spcAft>
                          <a:spcPts val="0"/>
                        </a:spcAft>
                      </a:pPr>
                      <a:r>
                        <a:rPr lang="en-US" sz="1200" b="0" dirty="0">
                          <a:effectLst/>
                        </a:rPr>
                        <a:t>Develop &amp; implement public engagement &amp; consultation policies &amp; processes to ensure regular, transparent communication with power stakeholders &amp; the general public</a:t>
                      </a:r>
                      <a:endParaRPr lang="en-US" sz="1200" b="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68580" marR="0" algn="ctr">
                        <a:lnSpc>
                          <a:spcPts val="1375"/>
                        </a:lnSpc>
                        <a:spcBef>
                          <a:spcPts val="0"/>
                        </a:spcBef>
                        <a:spcAft>
                          <a:spcPts val="0"/>
                        </a:spcAft>
                      </a:pPr>
                      <a:r>
                        <a:rPr lang="en-US" sz="1200" b="0" dirty="0">
                          <a:effectLst/>
                        </a:rPr>
                        <a:t>Early</a:t>
                      </a:r>
                      <a:r>
                        <a:rPr lang="en-US" sz="1200" b="0" spc="-20" dirty="0">
                          <a:effectLst/>
                        </a:rPr>
                        <a:t> </a:t>
                      </a:r>
                      <a:r>
                        <a:rPr lang="en-US" sz="1200" b="0" dirty="0">
                          <a:effectLst/>
                        </a:rPr>
                        <a:t>2025-</a:t>
                      </a:r>
                      <a:r>
                        <a:rPr lang="en-US" sz="1200" b="0" spc="-20" dirty="0">
                          <a:effectLst/>
                        </a:rPr>
                        <a:t>2026</a:t>
                      </a:r>
                      <a:endParaRPr lang="en-US" sz="1200" b="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82196652"/>
                  </a:ext>
                </a:extLst>
              </a:tr>
            </a:tbl>
          </a:graphicData>
        </a:graphic>
      </p:graphicFrame>
    </p:spTree>
    <p:extLst>
      <p:ext uri="{BB962C8B-B14F-4D97-AF65-F5344CB8AC3E}">
        <p14:creationId xmlns:p14="http://schemas.microsoft.com/office/powerpoint/2010/main" val="3759317079"/>
      </p:ext>
    </p:extLst>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id="{AD93A7C1-C33D-1A47-7A5A-7E11E692E9B1}"/>
              </a:ext>
            </a:extLst>
          </p:cNvPr>
          <p:cNvGraphicFramePr>
            <a:graphicFrameLocks noChangeAspect="1"/>
          </p:cNvGraphicFramePr>
          <p:nvPr>
            <p:custDataLst>
              <p:tags r:id="rId1"/>
            </p:custDataLst>
            <p:extLst>
              <p:ext uri="{D42A27DB-BD31-4B8C-83A1-F6EECF244321}">
                <p14:modId xmlns:p14="http://schemas.microsoft.com/office/powerpoint/2010/main" val="23958533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6" name="think-cell data - do not delete" hidden="1">
                        <a:extLst>
                          <a:ext uri="{FF2B5EF4-FFF2-40B4-BE49-F238E27FC236}">
                            <a16:creationId xmlns:a16="http://schemas.microsoft.com/office/drawing/2014/main" id="{AD93A7C1-C33D-1A47-7A5A-7E11E692E9B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46EC8179-8321-9C2F-2171-46A103EE4119}"/>
              </a:ext>
            </a:extLst>
          </p:cNvPr>
          <p:cNvSpPr>
            <a:spLocks noGrp="1"/>
          </p:cNvSpPr>
          <p:nvPr>
            <p:ph type="title"/>
          </p:nvPr>
        </p:nvSpPr>
        <p:spPr/>
        <p:txBody>
          <a:bodyPr vert="horz"/>
          <a:lstStyle/>
          <a:p>
            <a:r>
              <a:rPr lang="en-US" dirty="0"/>
              <a:t>Deliverables – Year 2</a:t>
            </a:r>
          </a:p>
        </p:txBody>
      </p:sp>
      <p:graphicFrame>
        <p:nvGraphicFramePr>
          <p:cNvPr id="7" name="Table 6">
            <a:extLst>
              <a:ext uri="{FF2B5EF4-FFF2-40B4-BE49-F238E27FC236}">
                <a16:creationId xmlns:a16="http://schemas.microsoft.com/office/drawing/2014/main" id="{954E33D6-31DB-D7E7-7BB6-795F29E95AA9}"/>
              </a:ext>
            </a:extLst>
          </p:cNvPr>
          <p:cNvGraphicFramePr>
            <a:graphicFrameLocks noGrp="1"/>
          </p:cNvGraphicFramePr>
          <p:nvPr>
            <p:extLst>
              <p:ext uri="{D42A27DB-BD31-4B8C-83A1-F6EECF244321}">
                <p14:modId xmlns:p14="http://schemas.microsoft.com/office/powerpoint/2010/main" val="842726746"/>
              </p:ext>
            </p:extLst>
          </p:nvPr>
        </p:nvGraphicFramePr>
        <p:xfrm>
          <a:off x="553189" y="1028377"/>
          <a:ext cx="12188253" cy="4806940"/>
        </p:xfrm>
        <a:graphic>
          <a:graphicData uri="http://schemas.openxmlformats.org/drawingml/2006/table">
            <a:tbl>
              <a:tblPr firstRow="1" firstCol="1" lastRow="1" lastCol="1" bandRow="1" bandCol="1">
                <a:tableStyleId>{7E9639D4-E3E2-4D34-9284-5A2195B3D0D7}</a:tableStyleId>
              </a:tblPr>
              <a:tblGrid>
                <a:gridCol w="9564845">
                  <a:extLst>
                    <a:ext uri="{9D8B030D-6E8A-4147-A177-3AD203B41FA5}">
                      <a16:colId xmlns:a16="http://schemas.microsoft.com/office/drawing/2014/main" val="538769644"/>
                    </a:ext>
                  </a:extLst>
                </a:gridCol>
                <a:gridCol w="2623408">
                  <a:extLst>
                    <a:ext uri="{9D8B030D-6E8A-4147-A177-3AD203B41FA5}">
                      <a16:colId xmlns:a16="http://schemas.microsoft.com/office/drawing/2014/main" val="3755144262"/>
                    </a:ext>
                  </a:extLst>
                </a:gridCol>
              </a:tblGrid>
              <a:tr h="334757">
                <a:tc>
                  <a:txBody>
                    <a:bodyPr/>
                    <a:lstStyle/>
                    <a:p>
                      <a:pPr marL="67945" marR="0" algn="ctr">
                        <a:lnSpc>
                          <a:spcPts val="1375"/>
                        </a:lnSpc>
                        <a:spcBef>
                          <a:spcPts val="0"/>
                        </a:spcBef>
                        <a:spcAft>
                          <a:spcPts val="0"/>
                        </a:spcAft>
                      </a:pPr>
                      <a:r>
                        <a:rPr lang="en-US" sz="1200" b="1" spc="-10" dirty="0">
                          <a:effectLst/>
                          <a:latin typeface="+mn-lt"/>
                        </a:rPr>
                        <a:t>Activity</a:t>
                      </a:r>
                      <a:endParaRPr lang="en-US" sz="1200" b="1" dirty="0">
                        <a:effectLst/>
                        <a:latin typeface="+mn-lt"/>
                        <a:ea typeface="Times New Roman" panose="02020603050405020304" pitchFamily="18" charset="0"/>
                        <a:cs typeface="Times New Roman" panose="02020603050405020304" pitchFamily="18" charset="0"/>
                      </a:endParaRPr>
                    </a:p>
                  </a:txBody>
                  <a:tcPr marT="91440" marB="91440">
                    <a:lnB w="3175" cap="flat" cmpd="sng" algn="ctr">
                      <a:solidFill>
                        <a:schemeClr val="tx1"/>
                      </a:solidFill>
                      <a:prstDash val="solid"/>
                      <a:round/>
                      <a:headEnd type="none" w="med" len="med"/>
                      <a:tailEnd type="none" w="med" len="med"/>
                    </a:lnB>
                  </a:tcPr>
                </a:tc>
                <a:tc>
                  <a:txBody>
                    <a:bodyPr/>
                    <a:lstStyle/>
                    <a:p>
                      <a:pPr marL="68580" marR="562610" algn="ctr">
                        <a:lnSpc>
                          <a:spcPts val="1380"/>
                        </a:lnSpc>
                        <a:spcBef>
                          <a:spcPts val="0"/>
                        </a:spcBef>
                        <a:spcAft>
                          <a:spcPts val="0"/>
                        </a:spcAft>
                      </a:pPr>
                      <a:r>
                        <a:rPr lang="en-US" sz="1200" b="1" spc="-10" dirty="0">
                          <a:effectLst/>
                          <a:latin typeface="+mn-lt"/>
                        </a:rPr>
                        <a:t>Tentative Timeline</a:t>
                      </a:r>
                      <a:endParaRPr lang="en-US" sz="1200" b="1" dirty="0">
                        <a:effectLst/>
                        <a:latin typeface="+mn-lt"/>
                        <a:ea typeface="Times New Roman" panose="02020603050405020304" pitchFamily="18" charset="0"/>
                        <a:cs typeface="Times New Roman" panose="02020603050405020304" pitchFamily="18" charset="0"/>
                      </a:endParaRPr>
                    </a:p>
                  </a:txBody>
                  <a:tcPr marT="91440" marB="91440">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66173546"/>
                  </a:ext>
                </a:extLst>
              </a:tr>
              <a:tr h="635180">
                <a:tc>
                  <a:txBody>
                    <a:bodyPr/>
                    <a:lstStyle/>
                    <a:p>
                      <a:pPr marL="67945" marR="60325" algn="just">
                        <a:lnSpc>
                          <a:spcPts val="1380"/>
                        </a:lnSpc>
                        <a:spcBef>
                          <a:spcPts val="0"/>
                        </a:spcBef>
                        <a:spcAft>
                          <a:spcPts val="0"/>
                        </a:spcAft>
                      </a:pPr>
                      <a:r>
                        <a:rPr lang="en-US" sz="1200" b="0" dirty="0">
                          <a:effectLst/>
                          <a:latin typeface="+mn-lt"/>
                          <a:ea typeface="Times New Roman" panose="02020603050405020304" pitchFamily="18" charset="0"/>
                          <a:cs typeface="Times New Roman" panose="02020603050405020304" pitchFamily="18" charset="0"/>
                        </a:rPr>
                        <a:t>Develop</a:t>
                      </a:r>
                      <a:r>
                        <a:rPr lang="en-US" sz="1200" b="0" spc="-70" dirty="0">
                          <a:effectLst/>
                          <a:latin typeface="+mn-lt"/>
                          <a:ea typeface="Times New Roman" panose="02020603050405020304" pitchFamily="18" charset="0"/>
                          <a:cs typeface="Times New Roman" panose="02020603050405020304" pitchFamily="18" charset="0"/>
                        </a:rPr>
                        <a:t> </a:t>
                      </a:r>
                      <a:r>
                        <a:rPr lang="en-US" sz="1200" b="0" dirty="0">
                          <a:effectLst/>
                          <a:latin typeface="+mn-lt"/>
                          <a:ea typeface="Times New Roman" panose="02020603050405020304" pitchFamily="18" charset="0"/>
                          <a:cs typeface="Times New Roman" panose="02020603050405020304" pitchFamily="18" charset="0"/>
                        </a:rPr>
                        <a:t>and/or</a:t>
                      </a:r>
                      <a:r>
                        <a:rPr lang="en-US" sz="1200" b="0" spc="-75" dirty="0">
                          <a:effectLst/>
                          <a:latin typeface="+mn-lt"/>
                          <a:ea typeface="Times New Roman" panose="02020603050405020304" pitchFamily="18" charset="0"/>
                          <a:cs typeface="Times New Roman" panose="02020603050405020304" pitchFamily="18" charset="0"/>
                        </a:rPr>
                        <a:t> </a:t>
                      </a:r>
                      <a:r>
                        <a:rPr lang="en-US" sz="1200" b="0" dirty="0">
                          <a:effectLst/>
                          <a:latin typeface="+mn-lt"/>
                          <a:ea typeface="Times New Roman" panose="02020603050405020304" pitchFamily="18" charset="0"/>
                          <a:cs typeface="Times New Roman" panose="02020603050405020304" pitchFamily="18" charset="0"/>
                        </a:rPr>
                        <a:t>update</a:t>
                      </a:r>
                      <a:r>
                        <a:rPr lang="en-US" sz="1200" b="0" spc="-75" dirty="0">
                          <a:effectLst/>
                          <a:latin typeface="+mn-lt"/>
                          <a:ea typeface="Times New Roman" panose="02020603050405020304" pitchFamily="18" charset="0"/>
                          <a:cs typeface="Times New Roman" panose="02020603050405020304" pitchFamily="18" charset="0"/>
                        </a:rPr>
                        <a:t> </a:t>
                      </a:r>
                      <a:r>
                        <a:rPr lang="en-US" sz="1200" b="0" dirty="0">
                          <a:effectLst/>
                          <a:latin typeface="+mn-lt"/>
                          <a:ea typeface="Times New Roman" panose="02020603050405020304" pitchFamily="18" charset="0"/>
                          <a:cs typeface="Times New Roman" panose="02020603050405020304" pitchFamily="18" charset="0"/>
                        </a:rPr>
                        <a:t>knowledge</a:t>
                      </a:r>
                      <a:r>
                        <a:rPr lang="en-US" sz="1200" b="0" spc="-75" dirty="0">
                          <a:effectLst/>
                          <a:latin typeface="+mn-lt"/>
                          <a:ea typeface="Times New Roman" panose="02020603050405020304" pitchFamily="18" charset="0"/>
                          <a:cs typeface="Times New Roman" panose="02020603050405020304" pitchFamily="18" charset="0"/>
                        </a:rPr>
                        <a:t> </a:t>
                      </a:r>
                      <a:r>
                        <a:rPr lang="en-US" sz="1200" b="0" dirty="0">
                          <a:effectLst/>
                          <a:latin typeface="+mn-lt"/>
                          <a:ea typeface="Times New Roman" panose="02020603050405020304" pitchFamily="18" charset="0"/>
                          <a:cs typeface="Times New Roman" panose="02020603050405020304" pitchFamily="18" charset="0"/>
                        </a:rPr>
                        <a:t>&amp;</a:t>
                      </a:r>
                      <a:r>
                        <a:rPr lang="en-US" sz="1200" b="0" spc="-60" dirty="0">
                          <a:effectLst/>
                          <a:latin typeface="+mn-lt"/>
                          <a:ea typeface="Times New Roman" panose="02020603050405020304" pitchFamily="18" charset="0"/>
                          <a:cs typeface="Times New Roman" panose="02020603050405020304" pitchFamily="18" charset="0"/>
                        </a:rPr>
                        <a:t> </a:t>
                      </a:r>
                      <a:r>
                        <a:rPr lang="en-US" sz="1200" b="0" dirty="0">
                          <a:effectLst/>
                          <a:latin typeface="+mn-lt"/>
                          <a:ea typeface="Times New Roman" panose="02020603050405020304" pitchFamily="18" charset="0"/>
                          <a:cs typeface="Times New Roman" panose="02020603050405020304" pitchFamily="18" charset="0"/>
                        </a:rPr>
                        <a:t>capacity</a:t>
                      </a:r>
                      <a:r>
                        <a:rPr lang="en-US" sz="1200" b="0" spc="-75" dirty="0">
                          <a:effectLst/>
                          <a:latin typeface="+mn-lt"/>
                          <a:ea typeface="Times New Roman" panose="02020603050405020304" pitchFamily="18" charset="0"/>
                          <a:cs typeface="Times New Roman" panose="02020603050405020304" pitchFamily="18" charset="0"/>
                        </a:rPr>
                        <a:t> </a:t>
                      </a:r>
                      <a:r>
                        <a:rPr lang="en-US" sz="1200" b="0" dirty="0">
                          <a:effectLst/>
                          <a:latin typeface="+mn-lt"/>
                          <a:ea typeface="Times New Roman" panose="02020603050405020304" pitchFamily="18" charset="0"/>
                          <a:cs typeface="Times New Roman" panose="02020603050405020304" pitchFamily="18" charset="0"/>
                        </a:rPr>
                        <a:t>of</a:t>
                      </a:r>
                      <a:r>
                        <a:rPr lang="en-US" sz="1200" b="0" spc="-70" dirty="0">
                          <a:effectLst/>
                          <a:latin typeface="+mn-lt"/>
                          <a:ea typeface="Times New Roman" panose="02020603050405020304" pitchFamily="18" charset="0"/>
                          <a:cs typeface="Times New Roman" panose="02020603050405020304" pitchFamily="18" charset="0"/>
                        </a:rPr>
                        <a:t> </a:t>
                      </a:r>
                      <a:r>
                        <a:rPr lang="en-US" sz="1200" b="0" dirty="0">
                          <a:effectLst/>
                          <a:latin typeface="+mn-lt"/>
                          <a:ea typeface="Times New Roman" panose="02020603050405020304" pitchFamily="18" charset="0"/>
                          <a:cs typeface="Times New Roman" panose="02020603050405020304" pitchFamily="18" charset="0"/>
                        </a:rPr>
                        <a:t>ERC</a:t>
                      </a:r>
                      <a:r>
                        <a:rPr lang="en-US" sz="1200" b="0" spc="-75" dirty="0">
                          <a:effectLst/>
                          <a:latin typeface="+mn-lt"/>
                          <a:ea typeface="Times New Roman" panose="02020603050405020304" pitchFamily="18" charset="0"/>
                          <a:cs typeface="Times New Roman" panose="02020603050405020304" pitchFamily="18" charset="0"/>
                        </a:rPr>
                        <a:t> </a:t>
                      </a:r>
                      <a:r>
                        <a:rPr lang="en-US" sz="1200" b="0" dirty="0">
                          <a:effectLst/>
                          <a:latin typeface="+mn-lt"/>
                          <a:ea typeface="Times New Roman" panose="02020603050405020304" pitchFamily="18" charset="0"/>
                          <a:cs typeface="Times New Roman" panose="02020603050405020304" pitchFamily="18" charset="0"/>
                        </a:rPr>
                        <a:t>staff</a:t>
                      </a:r>
                      <a:r>
                        <a:rPr lang="en-US" sz="1200" b="0" spc="-75" dirty="0">
                          <a:effectLst/>
                          <a:latin typeface="+mn-lt"/>
                          <a:ea typeface="Times New Roman" panose="02020603050405020304" pitchFamily="18" charset="0"/>
                          <a:cs typeface="Times New Roman" panose="02020603050405020304" pitchFamily="18" charset="0"/>
                        </a:rPr>
                        <a:t> </a:t>
                      </a:r>
                      <a:r>
                        <a:rPr lang="en-US" sz="1200" b="0" dirty="0">
                          <a:effectLst/>
                          <a:latin typeface="+mn-lt"/>
                          <a:ea typeface="Times New Roman" panose="02020603050405020304" pitchFamily="18" charset="0"/>
                          <a:cs typeface="Times New Roman" panose="02020603050405020304" pitchFamily="18" charset="0"/>
                        </a:rPr>
                        <a:t>in</a:t>
                      </a:r>
                      <a:r>
                        <a:rPr lang="en-US" sz="1200" b="0" spc="-75" dirty="0">
                          <a:effectLst/>
                          <a:latin typeface="+mn-lt"/>
                          <a:ea typeface="Times New Roman" panose="02020603050405020304" pitchFamily="18" charset="0"/>
                          <a:cs typeface="Times New Roman" panose="02020603050405020304" pitchFamily="18" charset="0"/>
                        </a:rPr>
                        <a:t> </a:t>
                      </a:r>
                      <a:r>
                        <a:rPr lang="en-US" sz="1200" b="0" dirty="0">
                          <a:effectLst/>
                          <a:latin typeface="+mn-lt"/>
                          <a:ea typeface="Times New Roman" panose="02020603050405020304" pitchFamily="18" charset="0"/>
                          <a:cs typeface="Times New Roman" panose="02020603050405020304" pitchFamily="18" charset="0"/>
                        </a:rPr>
                        <a:t>key</a:t>
                      </a:r>
                      <a:r>
                        <a:rPr lang="en-US" sz="1200" b="0" spc="-65" dirty="0">
                          <a:effectLst/>
                          <a:latin typeface="+mn-lt"/>
                          <a:ea typeface="Times New Roman" panose="02020603050405020304" pitchFamily="18" charset="0"/>
                          <a:cs typeface="Times New Roman" panose="02020603050405020304" pitchFamily="18" charset="0"/>
                        </a:rPr>
                        <a:t> </a:t>
                      </a:r>
                      <a:r>
                        <a:rPr lang="en-US" sz="1200" b="0" dirty="0">
                          <a:effectLst/>
                          <a:latin typeface="+mn-lt"/>
                          <a:ea typeface="Times New Roman" panose="02020603050405020304" pitchFamily="18" charset="0"/>
                          <a:cs typeface="Times New Roman" panose="02020603050405020304" pitchFamily="18" charset="0"/>
                        </a:rPr>
                        <a:t>areas</a:t>
                      </a:r>
                      <a:r>
                        <a:rPr lang="en-US" sz="1200" b="0" spc="-75" dirty="0">
                          <a:effectLst/>
                          <a:latin typeface="+mn-lt"/>
                          <a:ea typeface="Times New Roman" panose="02020603050405020304" pitchFamily="18" charset="0"/>
                          <a:cs typeface="Times New Roman" panose="02020603050405020304" pitchFamily="18" charset="0"/>
                        </a:rPr>
                        <a:t> </a:t>
                      </a:r>
                      <a:r>
                        <a:rPr lang="en-US" sz="1200" b="0" dirty="0">
                          <a:effectLst/>
                          <a:latin typeface="+mn-lt"/>
                          <a:ea typeface="Times New Roman" panose="02020603050405020304" pitchFamily="18" charset="0"/>
                          <a:cs typeface="Times New Roman" panose="02020603050405020304" pitchFamily="18" charset="0"/>
                        </a:rPr>
                        <a:t>including elements of a tariff submission, embedded &amp; marginal cost theories; tariff modeling &amp; analysis; IPP project financing; utility accounting, etc.</a:t>
                      </a:r>
                    </a:p>
                  </a:txBody>
                  <a:tcPr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66675" marR="0" algn="ctr">
                        <a:lnSpc>
                          <a:spcPts val="1375"/>
                        </a:lnSpc>
                        <a:spcBef>
                          <a:spcPts val="0"/>
                        </a:spcBef>
                        <a:spcAft>
                          <a:spcPts val="0"/>
                        </a:spcAft>
                      </a:pPr>
                      <a:r>
                        <a:rPr lang="en-US" sz="1200" b="0" dirty="0">
                          <a:effectLst/>
                          <a:latin typeface="+mn-lt"/>
                          <a:ea typeface="Times New Roman" panose="02020603050405020304" pitchFamily="18" charset="0"/>
                          <a:cs typeface="Times New Roman" panose="02020603050405020304" pitchFamily="18" charset="0"/>
                        </a:rPr>
                        <a:t>By</a:t>
                      </a:r>
                      <a:r>
                        <a:rPr lang="en-US" sz="1200" b="0" spc="195" dirty="0">
                          <a:effectLst/>
                          <a:latin typeface="+mn-lt"/>
                          <a:ea typeface="Times New Roman" panose="02020603050405020304" pitchFamily="18" charset="0"/>
                          <a:cs typeface="Times New Roman" panose="02020603050405020304" pitchFamily="18" charset="0"/>
                        </a:rPr>
                        <a:t> </a:t>
                      </a:r>
                      <a:r>
                        <a:rPr lang="en-US" sz="1200" b="0" dirty="0">
                          <a:effectLst/>
                          <a:latin typeface="+mn-lt"/>
                          <a:ea typeface="Times New Roman" panose="02020603050405020304" pitchFamily="18" charset="0"/>
                          <a:cs typeface="Times New Roman" panose="02020603050405020304" pitchFamily="18" charset="0"/>
                        </a:rPr>
                        <a:t>late</a:t>
                      </a:r>
                      <a:r>
                        <a:rPr lang="en-US" sz="1200" b="0" spc="195" dirty="0">
                          <a:effectLst/>
                          <a:latin typeface="+mn-lt"/>
                          <a:ea typeface="Times New Roman" panose="02020603050405020304" pitchFamily="18" charset="0"/>
                          <a:cs typeface="Times New Roman" panose="02020603050405020304" pitchFamily="18" charset="0"/>
                        </a:rPr>
                        <a:t> </a:t>
                      </a:r>
                      <a:r>
                        <a:rPr lang="en-US" sz="1200" b="0" spc="-10" dirty="0">
                          <a:effectLst/>
                          <a:latin typeface="+mn-lt"/>
                          <a:ea typeface="Times New Roman" panose="02020603050405020304" pitchFamily="18" charset="0"/>
                          <a:cs typeface="Times New Roman" panose="02020603050405020304" pitchFamily="18" charset="0"/>
                        </a:rPr>
                        <a:t>2025-</a:t>
                      </a:r>
                      <a:endParaRPr lang="en-US" sz="1200" b="0" dirty="0">
                        <a:effectLst/>
                        <a:latin typeface="+mn-lt"/>
                        <a:ea typeface="Times New Roman" panose="02020603050405020304" pitchFamily="18" charset="0"/>
                        <a:cs typeface="Times New Roman" panose="02020603050405020304" pitchFamily="18" charset="0"/>
                      </a:endParaRPr>
                    </a:p>
                    <a:p>
                      <a:pPr marL="66675" marR="0" algn="ctr">
                        <a:spcBef>
                          <a:spcPts val="0"/>
                        </a:spcBef>
                        <a:spcAft>
                          <a:spcPts val="0"/>
                        </a:spcAft>
                      </a:pPr>
                      <a:r>
                        <a:rPr lang="en-US" sz="1200" b="0" spc="-20" dirty="0">
                          <a:effectLst/>
                          <a:latin typeface="+mn-lt"/>
                          <a:ea typeface="Times New Roman" panose="02020603050405020304" pitchFamily="18" charset="0"/>
                          <a:cs typeface="Times New Roman" panose="02020603050405020304" pitchFamily="18" charset="0"/>
                        </a:rPr>
                        <a:t>2026</a:t>
                      </a:r>
                      <a:endParaRPr lang="en-US" sz="1200" b="0" dirty="0">
                        <a:effectLst/>
                        <a:latin typeface="+mn-lt"/>
                        <a:ea typeface="Times New Roman" panose="02020603050405020304" pitchFamily="18" charset="0"/>
                        <a:cs typeface="Times New Roman" panose="02020603050405020304" pitchFamily="18" charset="0"/>
                      </a:endParaRPr>
                    </a:p>
                  </a:txBody>
                  <a:tcPr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42768279"/>
                  </a:ext>
                </a:extLst>
              </a:tr>
              <a:tr h="635180">
                <a:tc>
                  <a:txBody>
                    <a:bodyPr/>
                    <a:lstStyle/>
                    <a:p>
                      <a:pPr marL="67945" marR="59690" algn="just">
                        <a:lnSpc>
                          <a:spcPts val="1380"/>
                        </a:lnSpc>
                        <a:spcBef>
                          <a:spcPts val="0"/>
                        </a:spcBef>
                        <a:spcAft>
                          <a:spcPts val="0"/>
                        </a:spcAft>
                      </a:pPr>
                      <a:r>
                        <a:rPr lang="en-US" sz="1200" b="0" dirty="0">
                          <a:effectLst/>
                          <a:latin typeface="+mn-lt"/>
                          <a:ea typeface="Times New Roman" panose="02020603050405020304" pitchFamily="18" charset="0"/>
                          <a:cs typeface="Times New Roman" panose="02020603050405020304" pitchFamily="18" charset="0"/>
                        </a:rPr>
                        <a:t>Develop and/or update a tariff methodology, filing requirements &amp; transparent/robust review guidelines. Develop costing &amp; pricing by- laws/directives &amp; guidance on uniform chart of accounts</a:t>
                      </a:r>
                    </a:p>
                  </a:txBody>
                  <a:tcPr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66675" marR="0" algn="ctr">
                        <a:lnSpc>
                          <a:spcPts val="1370"/>
                        </a:lnSpc>
                        <a:spcBef>
                          <a:spcPts val="0"/>
                        </a:spcBef>
                        <a:spcAft>
                          <a:spcPts val="0"/>
                        </a:spcAft>
                      </a:pPr>
                      <a:r>
                        <a:rPr lang="en-US" sz="1200" b="0" dirty="0">
                          <a:effectLst/>
                          <a:latin typeface="+mn-lt"/>
                          <a:ea typeface="Times New Roman" panose="02020603050405020304" pitchFamily="18" charset="0"/>
                          <a:cs typeface="Times New Roman" panose="02020603050405020304" pitchFamily="18" charset="0"/>
                        </a:rPr>
                        <a:t>By</a:t>
                      </a:r>
                      <a:r>
                        <a:rPr lang="en-US" sz="1200" b="0" spc="195" dirty="0">
                          <a:effectLst/>
                          <a:latin typeface="+mn-lt"/>
                          <a:ea typeface="Times New Roman" panose="02020603050405020304" pitchFamily="18" charset="0"/>
                          <a:cs typeface="Times New Roman" panose="02020603050405020304" pitchFamily="18" charset="0"/>
                        </a:rPr>
                        <a:t> </a:t>
                      </a:r>
                      <a:r>
                        <a:rPr lang="en-US" sz="1200" b="0" dirty="0">
                          <a:effectLst/>
                          <a:latin typeface="+mn-lt"/>
                          <a:ea typeface="Times New Roman" panose="02020603050405020304" pitchFamily="18" charset="0"/>
                          <a:cs typeface="Times New Roman" panose="02020603050405020304" pitchFamily="18" charset="0"/>
                        </a:rPr>
                        <a:t>late</a:t>
                      </a:r>
                      <a:r>
                        <a:rPr lang="en-US" sz="1200" b="0" spc="195" dirty="0">
                          <a:effectLst/>
                          <a:latin typeface="+mn-lt"/>
                          <a:ea typeface="Times New Roman" panose="02020603050405020304" pitchFamily="18" charset="0"/>
                          <a:cs typeface="Times New Roman" panose="02020603050405020304" pitchFamily="18" charset="0"/>
                        </a:rPr>
                        <a:t> </a:t>
                      </a:r>
                      <a:r>
                        <a:rPr lang="en-US" sz="1200" b="0" spc="-10" dirty="0">
                          <a:effectLst/>
                          <a:latin typeface="+mn-lt"/>
                          <a:ea typeface="Times New Roman" panose="02020603050405020304" pitchFamily="18" charset="0"/>
                          <a:cs typeface="Times New Roman" panose="02020603050405020304" pitchFamily="18" charset="0"/>
                        </a:rPr>
                        <a:t>2024-</a:t>
                      </a:r>
                      <a:endParaRPr lang="en-US" sz="1200" b="0" dirty="0">
                        <a:effectLst/>
                        <a:latin typeface="+mn-lt"/>
                        <a:ea typeface="Times New Roman" panose="02020603050405020304" pitchFamily="18" charset="0"/>
                        <a:cs typeface="Times New Roman" panose="02020603050405020304" pitchFamily="18" charset="0"/>
                      </a:endParaRPr>
                    </a:p>
                    <a:p>
                      <a:pPr marL="66675" marR="0" algn="ctr">
                        <a:spcBef>
                          <a:spcPts val="0"/>
                        </a:spcBef>
                        <a:spcAft>
                          <a:spcPts val="0"/>
                        </a:spcAft>
                      </a:pPr>
                      <a:r>
                        <a:rPr lang="en-US" sz="1200" b="0" spc="-20" dirty="0">
                          <a:effectLst/>
                          <a:latin typeface="+mn-lt"/>
                          <a:ea typeface="Times New Roman" panose="02020603050405020304" pitchFamily="18" charset="0"/>
                          <a:cs typeface="Times New Roman" panose="02020603050405020304" pitchFamily="18" charset="0"/>
                        </a:rPr>
                        <a:t>2025</a:t>
                      </a:r>
                      <a:endParaRPr lang="en-US" sz="1200" b="0" dirty="0">
                        <a:effectLst/>
                        <a:latin typeface="+mn-lt"/>
                        <a:ea typeface="Times New Roman" panose="02020603050405020304" pitchFamily="18" charset="0"/>
                        <a:cs typeface="Times New Roman" panose="02020603050405020304" pitchFamily="18" charset="0"/>
                      </a:endParaRPr>
                    </a:p>
                  </a:txBody>
                  <a:tcPr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52401824"/>
                  </a:ext>
                </a:extLst>
              </a:tr>
              <a:tr h="635180">
                <a:tc>
                  <a:txBody>
                    <a:bodyPr/>
                    <a:lstStyle/>
                    <a:p>
                      <a:pPr marL="67945" marR="0">
                        <a:lnSpc>
                          <a:spcPts val="1380"/>
                        </a:lnSpc>
                        <a:spcBef>
                          <a:spcPts val="0"/>
                        </a:spcBef>
                        <a:spcAft>
                          <a:spcPts val="0"/>
                        </a:spcAft>
                      </a:pPr>
                      <a:r>
                        <a:rPr lang="en-US" sz="1200" b="0" dirty="0">
                          <a:effectLst/>
                          <a:latin typeface="+mn-lt"/>
                          <a:ea typeface="Times New Roman" panose="02020603050405020304" pitchFamily="18" charset="0"/>
                          <a:cs typeface="Times New Roman" panose="02020603050405020304" pitchFamily="18" charset="0"/>
                        </a:rPr>
                        <a:t>Engage</a:t>
                      </a:r>
                      <a:r>
                        <a:rPr lang="en-US" sz="1200" b="0" spc="-65" dirty="0">
                          <a:effectLst/>
                          <a:latin typeface="+mn-lt"/>
                          <a:ea typeface="Times New Roman" panose="02020603050405020304" pitchFamily="18" charset="0"/>
                          <a:cs typeface="Times New Roman" panose="02020603050405020304" pitchFamily="18" charset="0"/>
                        </a:rPr>
                        <a:t> </a:t>
                      </a:r>
                      <a:r>
                        <a:rPr lang="en-US" sz="1200" b="0" dirty="0">
                          <a:effectLst/>
                          <a:latin typeface="+mn-lt"/>
                          <a:ea typeface="Times New Roman" panose="02020603050405020304" pitchFamily="18" charset="0"/>
                          <a:cs typeface="Times New Roman" panose="02020603050405020304" pitchFamily="18" charset="0"/>
                        </a:rPr>
                        <a:t>with</a:t>
                      </a:r>
                      <a:r>
                        <a:rPr lang="en-US" sz="1200" b="0" spc="-60" dirty="0">
                          <a:effectLst/>
                          <a:latin typeface="+mn-lt"/>
                          <a:ea typeface="Times New Roman" panose="02020603050405020304" pitchFamily="18" charset="0"/>
                          <a:cs typeface="Times New Roman" panose="02020603050405020304" pitchFamily="18" charset="0"/>
                        </a:rPr>
                        <a:t> </a:t>
                      </a:r>
                      <a:r>
                        <a:rPr lang="en-US" sz="1200" b="0" dirty="0">
                          <a:effectLst/>
                          <a:latin typeface="+mn-lt"/>
                          <a:ea typeface="Times New Roman" panose="02020603050405020304" pitchFamily="18" charset="0"/>
                          <a:cs typeface="Times New Roman" panose="02020603050405020304" pitchFamily="18" charset="0"/>
                        </a:rPr>
                        <a:t>NEA</a:t>
                      </a:r>
                      <a:r>
                        <a:rPr lang="en-US" sz="1200" b="0" spc="-60" dirty="0">
                          <a:effectLst/>
                          <a:latin typeface="+mn-lt"/>
                          <a:ea typeface="Times New Roman" panose="02020603050405020304" pitchFamily="18" charset="0"/>
                          <a:cs typeface="Times New Roman" panose="02020603050405020304" pitchFamily="18" charset="0"/>
                        </a:rPr>
                        <a:t> </a:t>
                      </a:r>
                      <a:r>
                        <a:rPr lang="en-US" sz="1200" b="0" dirty="0">
                          <a:effectLst/>
                          <a:latin typeface="+mn-lt"/>
                          <a:ea typeface="Times New Roman" panose="02020603050405020304" pitchFamily="18" charset="0"/>
                          <a:cs typeface="Times New Roman" panose="02020603050405020304" pitchFamily="18" charset="0"/>
                        </a:rPr>
                        <a:t>during</a:t>
                      </a:r>
                      <a:r>
                        <a:rPr lang="en-US" sz="1200" b="0" spc="-60" dirty="0">
                          <a:effectLst/>
                          <a:latin typeface="+mn-lt"/>
                          <a:ea typeface="Times New Roman" panose="02020603050405020304" pitchFamily="18" charset="0"/>
                          <a:cs typeface="Times New Roman" panose="02020603050405020304" pitchFamily="18" charset="0"/>
                        </a:rPr>
                        <a:t> </a:t>
                      </a:r>
                      <a:r>
                        <a:rPr lang="en-US" sz="1200" b="0" dirty="0">
                          <a:effectLst/>
                          <a:latin typeface="+mn-lt"/>
                          <a:ea typeface="Times New Roman" panose="02020603050405020304" pitchFamily="18" charset="0"/>
                          <a:cs typeface="Times New Roman" panose="02020603050405020304" pitchFamily="18" charset="0"/>
                        </a:rPr>
                        <a:t>update</a:t>
                      </a:r>
                      <a:r>
                        <a:rPr lang="en-US" sz="1200" b="0" spc="-65" dirty="0">
                          <a:effectLst/>
                          <a:latin typeface="+mn-lt"/>
                          <a:ea typeface="Times New Roman" panose="02020603050405020304" pitchFamily="18" charset="0"/>
                          <a:cs typeface="Times New Roman" panose="02020603050405020304" pitchFamily="18" charset="0"/>
                        </a:rPr>
                        <a:t> </a:t>
                      </a:r>
                      <a:r>
                        <a:rPr lang="en-US" sz="1200" b="0" dirty="0">
                          <a:effectLst/>
                          <a:latin typeface="+mn-lt"/>
                          <a:ea typeface="Times New Roman" panose="02020603050405020304" pitchFamily="18" charset="0"/>
                          <a:cs typeface="Times New Roman" panose="02020603050405020304" pitchFamily="18" charset="0"/>
                        </a:rPr>
                        <a:t>of</a:t>
                      </a:r>
                      <a:r>
                        <a:rPr lang="en-US" sz="1200" b="0" spc="-60" dirty="0">
                          <a:effectLst/>
                          <a:latin typeface="+mn-lt"/>
                          <a:ea typeface="Times New Roman" panose="02020603050405020304" pitchFamily="18" charset="0"/>
                          <a:cs typeface="Times New Roman" panose="02020603050405020304" pitchFamily="18" charset="0"/>
                        </a:rPr>
                        <a:t> </a:t>
                      </a:r>
                      <a:r>
                        <a:rPr lang="en-US" sz="1200" b="0" dirty="0">
                          <a:effectLst/>
                          <a:latin typeface="+mn-lt"/>
                          <a:ea typeface="Times New Roman" panose="02020603050405020304" pitchFamily="18" charset="0"/>
                          <a:cs typeface="Times New Roman" panose="02020603050405020304" pitchFamily="18" charset="0"/>
                        </a:rPr>
                        <a:t>regulatory</a:t>
                      </a:r>
                      <a:r>
                        <a:rPr lang="en-US" sz="1200" b="0" spc="-60" dirty="0">
                          <a:effectLst/>
                          <a:latin typeface="+mn-lt"/>
                          <a:ea typeface="Times New Roman" panose="02020603050405020304" pitchFamily="18" charset="0"/>
                          <a:cs typeface="Times New Roman" panose="02020603050405020304" pitchFamily="18" charset="0"/>
                        </a:rPr>
                        <a:t> </a:t>
                      </a:r>
                      <a:r>
                        <a:rPr lang="en-US" sz="1200" b="0" dirty="0">
                          <a:effectLst/>
                          <a:latin typeface="+mn-lt"/>
                          <a:ea typeface="Times New Roman" panose="02020603050405020304" pitchFamily="18" charset="0"/>
                          <a:cs typeface="Times New Roman" panose="02020603050405020304" pitchFamily="18" charset="0"/>
                        </a:rPr>
                        <a:t>accounts,</a:t>
                      </a:r>
                      <a:r>
                        <a:rPr lang="en-US" sz="1200" b="0" spc="-60" dirty="0">
                          <a:effectLst/>
                          <a:latin typeface="+mn-lt"/>
                          <a:ea typeface="Times New Roman" panose="02020603050405020304" pitchFamily="18" charset="0"/>
                          <a:cs typeface="Times New Roman" panose="02020603050405020304" pitchFamily="18" charset="0"/>
                        </a:rPr>
                        <a:t> </a:t>
                      </a:r>
                      <a:r>
                        <a:rPr lang="en-US" sz="1200" b="0" dirty="0">
                          <a:effectLst/>
                          <a:latin typeface="+mn-lt"/>
                          <a:ea typeface="Times New Roman" panose="02020603050405020304" pitchFamily="18" charset="0"/>
                          <a:cs typeface="Times New Roman" panose="02020603050405020304" pitchFamily="18" charset="0"/>
                        </a:rPr>
                        <a:t>cost-of-service</a:t>
                      </a:r>
                      <a:r>
                        <a:rPr lang="en-US" sz="1200" b="0" spc="-65" dirty="0">
                          <a:effectLst/>
                          <a:latin typeface="+mn-lt"/>
                          <a:ea typeface="Times New Roman" panose="02020603050405020304" pitchFamily="18" charset="0"/>
                          <a:cs typeface="Times New Roman" panose="02020603050405020304" pitchFamily="18" charset="0"/>
                        </a:rPr>
                        <a:t> </a:t>
                      </a:r>
                      <a:r>
                        <a:rPr lang="en-US" sz="1200" b="0" dirty="0">
                          <a:effectLst/>
                          <a:latin typeface="+mn-lt"/>
                          <a:ea typeface="Times New Roman" panose="02020603050405020304" pitchFamily="18" charset="0"/>
                          <a:cs typeface="Times New Roman" panose="02020603050405020304" pitchFamily="18" charset="0"/>
                        </a:rPr>
                        <a:t>analysis, tariff application preparation</a:t>
                      </a:r>
                    </a:p>
                  </a:txBody>
                  <a:tcPr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66675" marR="0" algn="ctr">
                        <a:lnSpc>
                          <a:spcPts val="1375"/>
                        </a:lnSpc>
                        <a:spcBef>
                          <a:spcPts val="0"/>
                        </a:spcBef>
                        <a:spcAft>
                          <a:spcPts val="0"/>
                        </a:spcAft>
                      </a:pPr>
                      <a:r>
                        <a:rPr lang="en-US" sz="1200" b="0">
                          <a:effectLst/>
                          <a:latin typeface="+mn-lt"/>
                          <a:ea typeface="Times New Roman" panose="02020603050405020304" pitchFamily="18" charset="0"/>
                          <a:cs typeface="Times New Roman" panose="02020603050405020304" pitchFamily="18" charset="0"/>
                        </a:rPr>
                        <a:t>By</a:t>
                      </a:r>
                      <a:r>
                        <a:rPr lang="en-US" sz="1200" b="0" spc="195">
                          <a:effectLst/>
                          <a:latin typeface="+mn-lt"/>
                          <a:ea typeface="Times New Roman" panose="02020603050405020304" pitchFamily="18" charset="0"/>
                          <a:cs typeface="Times New Roman" panose="02020603050405020304" pitchFamily="18" charset="0"/>
                        </a:rPr>
                        <a:t> </a:t>
                      </a:r>
                      <a:r>
                        <a:rPr lang="en-US" sz="1200" b="0">
                          <a:effectLst/>
                          <a:latin typeface="+mn-lt"/>
                          <a:ea typeface="Times New Roman" panose="02020603050405020304" pitchFamily="18" charset="0"/>
                          <a:cs typeface="Times New Roman" panose="02020603050405020304" pitchFamily="18" charset="0"/>
                        </a:rPr>
                        <a:t>late</a:t>
                      </a:r>
                      <a:r>
                        <a:rPr lang="en-US" sz="1200" b="0" spc="195">
                          <a:effectLst/>
                          <a:latin typeface="+mn-lt"/>
                          <a:ea typeface="Times New Roman" panose="02020603050405020304" pitchFamily="18" charset="0"/>
                          <a:cs typeface="Times New Roman" panose="02020603050405020304" pitchFamily="18" charset="0"/>
                        </a:rPr>
                        <a:t> </a:t>
                      </a:r>
                      <a:r>
                        <a:rPr lang="en-US" sz="1200" b="0" spc="-10">
                          <a:effectLst/>
                          <a:latin typeface="+mn-lt"/>
                          <a:ea typeface="Times New Roman" panose="02020603050405020304" pitchFamily="18" charset="0"/>
                          <a:cs typeface="Times New Roman" panose="02020603050405020304" pitchFamily="18" charset="0"/>
                        </a:rPr>
                        <a:t>2024-</a:t>
                      </a:r>
                      <a:endParaRPr lang="en-US" sz="1200" b="0">
                        <a:effectLst/>
                        <a:latin typeface="+mn-lt"/>
                        <a:ea typeface="Times New Roman" panose="02020603050405020304" pitchFamily="18" charset="0"/>
                        <a:cs typeface="Times New Roman" panose="02020603050405020304" pitchFamily="18" charset="0"/>
                      </a:endParaRPr>
                    </a:p>
                    <a:p>
                      <a:pPr marL="66675" marR="0" algn="ctr">
                        <a:lnSpc>
                          <a:spcPts val="1285"/>
                        </a:lnSpc>
                        <a:spcBef>
                          <a:spcPts val="0"/>
                        </a:spcBef>
                        <a:spcAft>
                          <a:spcPts val="0"/>
                        </a:spcAft>
                      </a:pPr>
                      <a:r>
                        <a:rPr lang="en-US" sz="1200" b="0" spc="-20">
                          <a:effectLst/>
                          <a:latin typeface="+mn-lt"/>
                          <a:ea typeface="Times New Roman" panose="02020603050405020304" pitchFamily="18" charset="0"/>
                          <a:cs typeface="Times New Roman" panose="02020603050405020304" pitchFamily="18" charset="0"/>
                        </a:rPr>
                        <a:t>2025</a:t>
                      </a:r>
                      <a:endParaRPr lang="en-US" sz="1200" b="0">
                        <a:effectLst/>
                        <a:latin typeface="+mn-lt"/>
                        <a:ea typeface="Times New Roman" panose="02020603050405020304" pitchFamily="18" charset="0"/>
                        <a:cs typeface="Times New Roman" panose="02020603050405020304" pitchFamily="18" charset="0"/>
                      </a:endParaRPr>
                    </a:p>
                  </a:txBody>
                  <a:tcPr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89415695"/>
                  </a:ext>
                </a:extLst>
              </a:tr>
              <a:tr h="635180">
                <a:tc>
                  <a:txBody>
                    <a:bodyPr/>
                    <a:lstStyle/>
                    <a:p>
                      <a:pPr marL="67945" marR="60325" algn="just">
                        <a:lnSpc>
                          <a:spcPts val="1380"/>
                        </a:lnSpc>
                        <a:spcBef>
                          <a:spcPts val="0"/>
                        </a:spcBef>
                        <a:spcAft>
                          <a:spcPts val="0"/>
                        </a:spcAft>
                      </a:pPr>
                      <a:r>
                        <a:rPr lang="en-US" sz="1200" b="0" dirty="0">
                          <a:effectLst/>
                          <a:latin typeface="+mn-lt"/>
                          <a:ea typeface="Times New Roman" panose="02020603050405020304" pitchFamily="18" charset="0"/>
                          <a:cs typeface="Times New Roman" panose="02020603050405020304" pitchFamily="18" charset="0"/>
                        </a:rPr>
                        <a:t>Conduct transparent, efficient tariff review process &amp; approval of initial tariff application,</a:t>
                      </a:r>
                      <a:r>
                        <a:rPr lang="en-US" sz="1200" b="0" spc="-55" dirty="0">
                          <a:effectLst/>
                          <a:latin typeface="+mn-lt"/>
                          <a:ea typeface="Times New Roman" panose="02020603050405020304" pitchFamily="18" charset="0"/>
                          <a:cs typeface="Times New Roman" panose="02020603050405020304" pitchFamily="18" charset="0"/>
                        </a:rPr>
                        <a:t> </a:t>
                      </a:r>
                      <a:r>
                        <a:rPr lang="en-US" sz="1200" b="0" dirty="0">
                          <a:effectLst/>
                          <a:latin typeface="+mn-lt"/>
                          <a:ea typeface="Times New Roman" panose="02020603050405020304" pitchFamily="18" charset="0"/>
                          <a:cs typeface="Times New Roman" panose="02020603050405020304" pitchFamily="18" charset="0"/>
                        </a:rPr>
                        <a:t>including</a:t>
                      </a:r>
                      <a:r>
                        <a:rPr lang="en-US" sz="1200" b="0" spc="-55" dirty="0">
                          <a:effectLst/>
                          <a:latin typeface="+mn-lt"/>
                          <a:ea typeface="Times New Roman" panose="02020603050405020304" pitchFamily="18" charset="0"/>
                          <a:cs typeface="Times New Roman" panose="02020603050405020304" pitchFamily="18" charset="0"/>
                        </a:rPr>
                        <a:t> </a:t>
                      </a:r>
                      <a:r>
                        <a:rPr lang="en-US" sz="1200" b="0" dirty="0">
                          <a:effectLst/>
                          <a:latin typeface="+mn-lt"/>
                          <a:ea typeface="Times New Roman" panose="02020603050405020304" pitchFamily="18" charset="0"/>
                          <a:cs typeface="Times New Roman" panose="02020603050405020304" pitchFamily="18" charset="0"/>
                        </a:rPr>
                        <a:t>transparent</a:t>
                      </a:r>
                      <a:r>
                        <a:rPr lang="en-US" sz="1200" b="0" spc="-55" dirty="0">
                          <a:effectLst/>
                          <a:latin typeface="+mn-lt"/>
                          <a:ea typeface="Times New Roman" panose="02020603050405020304" pitchFamily="18" charset="0"/>
                          <a:cs typeface="Times New Roman" panose="02020603050405020304" pitchFamily="18" charset="0"/>
                        </a:rPr>
                        <a:t> </a:t>
                      </a:r>
                      <a:r>
                        <a:rPr lang="en-US" sz="1200" b="0" dirty="0">
                          <a:effectLst/>
                          <a:latin typeface="+mn-lt"/>
                          <a:ea typeface="Times New Roman" panose="02020603050405020304" pitchFamily="18" charset="0"/>
                          <a:cs typeface="Times New Roman" panose="02020603050405020304" pitchFamily="18" charset="0"/>
                        </a:rPr>
                        <a:t>stakeholder</a:t>
                      </a:r>
                      <a:r>
                        <a:rPr lang="en-US" sz="1200" b="0" spc="-60" dirty="0">
                          <a:effectLst/>
                          <a:latin typeface="+mn-lt"/>
                          <a:ea typeface="Times New Roman" panose="02020603050405020304" pitchFamily="18" charset="0"/>
                          <a:cs typeface="Times New Roman" panose="02020603050405020304" pitchFamily="18" charset="0"/>
                        </a:rPr>
                        <a:t> </a:t>
                      </a:r>
                      <a:r>
                        <a:rPr lang="en-US" sz="1200" b="0" dirty="0">
                          <a:effectLst/>
                          <a:latin typeface="+mn-lt"/>
                          <a:ea typeface="Times New Roman" panose="02020603050405020304" pitchFamily="18" charset="0"/>
                          <a:cs typeface="Times New Roman" panose="02020603050405020304" pitchFamily="18" charset="0"/>
                        </a:rPr>
                        <a:t>involvement.</a:t>
                      </a:r>
                      <a:r>
                        <a:rPr lang="en-US" sz="1200" b="0" spc="-45" dirty="0">
                          <a:effectLst/>
                          <a:latin typeface="+mn-lt"/>
                          <a:ea typeface="Times New Roman" panose="02020603050405020304" pitchFamily="18" charset="0"/>
                          <a:cs typeface="Times New Roman" panose="02020603050405020304" pitchFamily="18" charset="0"/>
                        </a:rPr>
                        <a:t> </a:t>
                      </a:r>
                      <a:r>
                        <a:rPr lang="en-US" sz="1200" b="0" dirty="0">
                          <a:effectLst/>
                          <a:latin typeface="+mn-lt"/>
                          <a:ea typeface="Times New Roman" panose="02020603050405020304" pitchFamily="18" charset="0"/>
                          <a:cs typeface="Times New Roman" panose="02020603050405020304" pitchFamily="18" charset="0"/>
                        </a:rPr>
                        <a:t>Implement</a:t>
                      </a:r>
                      <a:r>
                        <a:rPr lang="en-US" sz="1200" b="0" spc="-55" dirty="0">
                          <a:effectLst/>
                          <a:latin typeface="+mn-lt"/>
                          <a:ea typeface="Times New Roman" panose="02020603050405020304" pitchFamily="18" charset="0"/>
                          <a:cs typeface="Times New Roman" panose="02020603050405020304" pitchFamily="18" charset="0"/>
                        </a:rPr>
                        <a:t> </a:t>
                      </a:r>
                      <a:r>
                        <a:rPr lang="en-US" sz="1200" b="0" dirty="0">
                          <a:effectLst/>
                          <a:latin typeface="+mn-lt"/>
                          <a:ea typeface="Times New Roman" panose="02020603050405020304" pitchFamily="18" charset="0"/>
                          <a:cs typeface="Times New Roman" panose="02020603050405020304" pitchFamily="18" charset="0"/>
                        </a:rPr>
                        <a:t>in-period reporting &amp; adjustment processes</a:t>
                      </a:r>
                    </a:p>
                  </a:txBody>
                  <a:tcPr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66675" marR="0" algn="ctr">
                        <a:lnSpc>
                          <a:spcPts val="1370"/>
                        </a:lnSpc>
                        <a:spcBef>
                          <a:spcPts val="0"/>
                        </a:spcBef>
                        <a:spcAft>
                          <a:spcPts val="0"/>
                        </a:spcAft>
                      </a:pPr>
                      <a:r>
                        <a:rPr lang="en-US" sz="1200" b="0" dirty="0">
                          <a:effectLst/>
                          <a:latin typeface="+mn-lt"/>
                          <a:ea typeface="Times New Roman" panose="02020603050405020304" pitchFamily="18" charset="0"/>
                          <a:cs typeface="Times New Roman" panose="02020603050405020304" pitchFamily="18" charset="0"/>
                        </a:rPr>
                        <a:t>By</a:t>
                      </a:r>
                      <a:r>
                        <a:rPr lang="en-US" sz="1200" b="0" spc="-10" dirty="0">
                          <a:effectLst/>
                          <a:latin typeface="+mn-lt"/>
                          <a:ea typeface="Times New Roman" panose="02020603050405020304" pitchFamily="18" charset="0"/>
                          <a:cs typeface="Times New Roman" panose="02020603050405020304" pitchFamily="18" charset="0"/>
                        </a:rPr>
                        <a:t> </a:t>
                      </a:r>
                      <a:r>
                        <a:rPr lang="en-US" sz="1200" b="0" dirty="0">
                          <a:effectLst/>
                          <a:latin typeface="+mn-lt"/>
                          <a:ea typeface="Times New Roman" panose="02020603050405020304" pitchFamily="18" charset="0"/>
                          <a:cs typeface="Times New Roman" panose="02020603050405020304" pitchFamily="18" charset="0"/>
                        </a:rPr>
                        <a:t>early</a:t>
                      </a:r>
                      <a:r>
                        <a:rPr lang="en-US" sz="1200" b="0" spc="-5" dirty="0">
                          <a:effectLst/>
                          <a:latin typeface="+mn-lt"/>
                          <a:ea typeface="Times New Roman" panose="02020603050405020304" pitchFamily="18" charset="0"/>
                          <a:cs typeface="Times New Roman" panose="02020603050405020304" pitchFamily="18" charset="0"/>
                        </a:rPr>
                        <a:t> </a:t>
                      </a:r>
                      <a:r>
                        <a:rPr lang="en-US" sz="1200" b="0" spc="-20" dirty="0">
                          <a:effectLst/>
                          <a:latin typeface="+mn-lt"/>
                          <a:ea typeface="Times New Roman" panose="02020603050405020304" pitchFamily="18" charset="0"/>
                          <a:cs typeface="Times New Roman" panose="02020603050405020304" pitchFamily="18" charset="0"/>
                        </a:rPr>
                        <a:t>2025</a:t>
                      </a:r>
                      <a:endParaRPr lang="en-US" sz="1200" b="0" dirty="0">
                        <a:effectLst/>
                        <a:latin typeface="+mn-lt"/>
                        <a:ea typeface="Times New Roman" panose="02020603050405020304" pitchFamily="18" charset="0"/>
                        <a:cs typeface="Times New Roman" panose="02020603050405020304" pitchFamily="18" charset="0"/>
                      </a:endParaRPr>
                    </a:p>
                  </a:txBody>
                  <a:tcPr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8895613"/>
                  </a:ext>
                </a:extLst>
              </a:tr>
              <a:tr h="635180">
                <a:tc>
                  <a:txBody>
                    <a:bodyPr/>
                    <a:lstStyle/>
                    <a:p>
                      <a:pPr marL="67945" marR="60325" algn="just">
                        <a:lnSpc>
                          <a:spcPts val="1350"/>
                        </a:lnSpc>
                        <a:spcBef>
                          <a:spcPts val="0"/>
                        </a:spcBef>
                        <a:spcAft>
                          <a:spcPts val="0"/>
                        </a:spcAft>
                      </a:pPr>
                      <a:r>
                        <a:rPr lang="en-US" sz="1200" b="0">
                          <a:effectLst/>
                          <a:latin typeface="+mn-lt"/>
                          <a:ea typeface="Times New Roman" panose="02020603050405020304" pitchFamily="18" charset="0"/>
                          <a:cs typeface="Times New Roman" panose="02020603050405020304" pitchFamily="18" charset="0"/>
                        </a:rPr>
                        <a:t>Create</a:t>
                      </a:r>
                      <a:r>
                        <a:rPr lang="en-US" sz="1200" b="0" spc="-40">
                          <a:effectLst/>
                          <a:latin typeface="+mn-lt"/>
                          <a:ea typeface="Times New Roman" panose="02020603050405020304" pitchFamily="18" charset="0"/>
                          <a:cs typeface="Times New Roman" panose="02020603050405020304" pitchFamily="18" charset="0"/>
                        </a:rPr>
                        <a:t> </a:t>
                      </a:r>
                      <a:r>
                        <a:rPr lang="en-US" sz="1200" b="0">
                          <a:effectLst/>
                          <a:latin typeface="+mn-lt"/>
                          <a:ea typeface="Times New Roman" panose="02020603050405020304" pitchFamily="18" charset="0"/>
                          <a:cs typeface="Times New Roman" panose="02020603050405020304" pitchFamily="18" charset="0"/>
                        </a:rPr>
                        <a:t>and</a:t>
                      </a:r>
                      <a:r>
                        <a:rPr lang="en-US" sz="1200" b="0" spc="-35">
                          <a:effectLst/>
                          <a:latin typeface="+mn-lt"/>
                          <a:ea typeface="Times New Roman" panose="02020603050405020304" pitchFamily="18" charset="0"/>
                          <a:cs typeface="Times New Roman" panose="02020603050405020304" pitchFamily="18" charset="0"/>
                        </a:rPr>
                        <a:t> </a:t>
                      </a:r>
                      <a:r>
                        <a:rPr lang="en-US" sz="1200" b="0">
                          <a:effectLst/>
                          <a:latin typeface="+mn-lt"/>
                          <a:ea typeface="Times New Roman" panose="02020603050405020304" pitchFamily="18" charset="0"/>
                          <a:cs typeface="Times New Roman" panose="02020603050405020304" pitchFamily="18" charset="0"/>
                        </a:rPr>
                        <a:t>begin</a:t>
                      </a:r>
                      <a:r>
                        <a:rPr lang="en-US" sz="1200" b="0" spc="-35">
                          <a:effectLst/>
                          <a:latin typeface="+mn-lt"/>
                          <a:ea typeface="Times New Roman" panose="02020603050405020304" pitchFamily="18" charset="0"/>
                          <a:cs typeface="Times New Roman" panose="02020603050405020304" pitchFamily="18" charset="0"/>
                        </a:rPr>
                        <a:t> </a:t>
                      </a:r>
                      <a:r>
                        <a:rPr lang="en-US" sz="1200" b="0">
                          <a:effectLst/>
                          <a:latin typeface="+mn-lt"/>
                          <a:ea typeface="Times New Roman" panose="02020603050405020304" pitchFamily="18" charset="0"/>
                          <a:cs typeface="Times New Roman" panose="02020603050405020304" pitchFamily="18" charset="0"/>
                        </a:rPr>
                        <a:t>populating</a:t>
                      </a:r>
                      <a:r>
                        <a:rPr lang="en-US" sz="1200" b="0" spc="-35">
                          <a:effectLst/>
                          <a:latin typeface="+mn-lt"/>
                          <a:ea typeface="Times New Roman" panose="02020603050405020304" pitchFamily="18" charset="0"/>
                          <a:cs typeface="Times New Roman" panose="02020603050405020304" pitchFamily="18" charset="0"/>
                        </a:rPr>
                        <a:t> </a:t>
                      </a:r>
                      <a:r>
                        <a:rPr lang="en-US" sz="1200" b="0">
                          <a:effectLst/>
                          <a:latin typeface="+mn-lt"/>
                          <a:ea typeface="Times New Roman" panose="02020603050405020304" pitchFamily="18" charset="0"/>
                          <a:cs typeface="Times New Roman" panose="02020603050405020304" pitchFamily="18" charset="0"/>
                        </a:rPr>
                        <a:t>database</a:t>
                      </a:r>
                      <a:r>
                        <a:rPr lang="en-US" sz="1200" b="0" spc="-40">
                          <a:effectLst/>
                          <a:latin typeface="+mn-lt"/>
                          <a:ea typeface="Times New Roman" panose="02020603050405020304" pitchFamily="18" charset="0"/>
                          <a:cs typeface="Times New Roman" panose="02020603050405020304" pitchFamily="18" charset="0"/>
                        </a:rPr>
                        <a:t> </a:t>
                      </a:r>
                      <a:r>
                        <a:rPr lang="en-US" sz="1200" b="0">
                          <a:effectLst/>
                          <a:latin typeface="+mn-lt"/>
                          <a:ea typeface="Times New Roman" panose="02020603050405020304" pitchFamily="18" charset="0"/>
                          <a:cs typeface="Times New Roman" panose="02020603050405020304" pitchFamily="18" charset="0"/>
                        </a:rPr>
                        <a:t>of</a:t>
                      </a:r>
                      <a:r>
                        <a:rPr lang="en-US" sz="1200" b="0" spc="-40">
                          <a:effectLst/>
                          <a:latin typeface="+mn-lt"/>
                          <a:ea typeface="Times New Roman" panose="02020603050405020304" pitchFamily="18" charset="0"/>
                          <a:cs typeface="Times New Roman" panose="02020603050405020304" pitchFamily="18" charset="0"/>
                        </a:rPr>
                        <a:t> </a:t>
                      </a:r>
                      <a:r>
                        <a:rPr lang="en-US" sz="1200" b="0">
                          <a:effectLst/>
                          <a:latin typeface="+mn-lt"/>
                          <a:ea typeface="Times New Roman" panose="02020603050405020304" pitchFamily="18" charset="0"/>
                          <a:cs typeface="Times New Roman" panose="02020603050405020304" pitchFamily="18" charset="0"/>
                        </a:rPr>
                        <a:t>cost</a:t>
                      </a:r>
                      <a:r>
                        <a:rPr lang="en-US" sz="1200" b="0" spc="-30">
                          <a:effectLst/>
                          <a:latin typeface="+mn-lt"/>
                          <a:ea typeface="Times New Roman" panose="02020603050405020304" pitchFamily="18" charset="0"/>
                          <a:cs typeface="Times New Roman" panose="02020603050405020304" pitchFamily="18" charset="0"/>
                        </a:rPr>
                        <a:t> </a:t>
                      </a:r>
                      <a:r>
                        <a:rPr lang="en-US" sz="1200" b="0">
                          <a:effectLst/>
                          <a:latin typeface="+mn-lt"/>
                          <a:ea typeface="Times New Roman" panose="02020603050405020304" pitchFamily="18" charset="0"/>
                          <a:cs typeface="Times New Roman" panose="02020603050405020304" pitchFamily="18" charset="0"/>
                        </a:rPr>
                        <a:t>information</a:t>
                      </a:r>
                      <a:r>
                        <a:rPr lang="en-US" sz="1200" b="0" spc="-35">
                          <a:effectLst/>
                          <a:latin typeface="+mn-lt"/>
                          <a:ea typeface="Times New Roman" panose="02020603050405020304" pitchFamily="18" charset="0"/>
                          <a:cs typeface="Times New Roman" panose="02020603050405020304" pitchFamily="18" charset="0"/>
                        </a:rPr>
                        <a:t> </a:t>
                      </a:r>
                      <a:r>
                        <a:rPr lang="en-US" sz="1200" b="0">
                          <a:effectLst/>
                          <a:latin typeface="+mn-lt"/>
                          <a:ea typeface="Times New Roman" panose="02020603050405020304" pitchFamily="18" charset="0"/>
                          <a:cs typeface="Times New Roman" panose="02020603050405020304" pitchFamily="18" charset="0"/>
                        </a:rPr>
                        <a:t>on</a:t>
                      </a:r>
                      <a:r>
                        <a:rPr lang="en-US" sz="1200" b="0" spc="-35">
                          <a:effectLst/>
                          <a:latin typeface="+mn-lt"/>
                          <a:ea typeface="Times New Roman" panose="02020603050405020304" pitchFamily="18" charset="0"/>
                          <a:cs typeface="Times New Roman" panose="02020603050405020304" pitchFamily="18" charset="0"/>
                        </a:rPr>
                        <a:t> </a:t>
                      </a:r>
                      <a:r>
                        <a:rPr lang="en-US" sz="1200" b="0">
                          <a:effectLst/>
                          <a:latin typeface="+mn-lt"/>
                          <a:ea typeface="Times New Roman" panose="02020603050405020304" pitchFamily="18" charset="0"/>
                          <a:cs typeface="Times New Roman" panose="02020603050405020304" pitchFamily="18" charset="0"/>
                        </a:rPr>
                        <a:t>generation</a:t>
                      </a:r>
                      <a:r>
                        <a:rPr lang="en-US" sz="1200" b="0" spc="-35">
                          <a:effectLst/>
                          <a:latin typeface="+mn-lt"/>
                          <a:ea typeface="Times New Roman" panose="02020603050405020304" pitchFamily="18" charset="0"/>
                          <a:cs typeface="Times New Roman" panose="02020603050405020304" pitchFamily="18" charset="0"/>
                        </a:rPr>
                        <a:t> </a:t>
                      </a:r>
                      <a:r>
                        <a:rPr lang="en-US" sz="1200" b="0">
                          <a:effectLst/>
                          <a:latin typeface="+mn-lt"/>
                          <a:ea typeface="Times New Roman" panose="02020603050405020304" pitchFamily="18" charset="0"/>
                          <a:cs typeface="Times New Roman" panose="02020603050405020304" pitchFamily="18" charset="0"/>
                        </a:rPr>
                        <a:t>plants</a:t>
                      </a:r>
                      <a:r>
                        <a:rPr lang="en-US" sz="1200" b="0" spc="-35">
                          <a:effectLst/>
                          <a:latin typeface="+mn-lt"/>
                          <a:ea typeface="Times New Roman" panose="02020603050405020304" pitchFamily="18" charset="0"/>
                          <a:cs typeface="Times New Roman" panose="02020603050405020304" pitchFamily="18" charset="0"/>
                        </a:rPr>
                        <a:t> </a:t>
                      </a:r>
                      <a:r>
                        <a:rPr lang="en-US" sz="1200" b="0">
                          <a:effectLst/>
                          <a:latin typeface="+mn-lt"/>
                          <a:ea typeface="Times New Roman" panose="02020603050405020304" pitchFamily="18" charset="0"/>
                          <a:cs typeface="Times New Roman" panose="02020603050405020304" pitchFamily="18" charset="0"/>
                        </a:rPr>
                        <a:t>in Nepal &amp; contribute to development of ERC IPP Roadmap guiding effective regulation of IPPs</a:t>
                      </a:r>
                    </a:p>
                  </a:txBody>
                  <a:tcPr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66675" marR="0" algn="ctr">
                        <a:spcBef>
                          <a:spcPts val="0"/>
                        </a:spcBef>
                        <a:spcAft>
                          <a:spcPts val="0"/>
                        </a:spcAft>
                      </a:pPr>
                      <a:r>
                        <a:rPr lang="en-US" sz="1200" b="0" spc="-10">
                          <a:effectLst/>
                          <a:latin typeface="+mn-lt"/>
                          <a:ea typeface="Times New Roman" panose="02020603050405020304" pitchFamily="18" charset="0"/>
                          <a:cs typeface="Times New Roman" panose="02020603050405020304" pitchFamily="18" charset="0"/>
                        </a:rPr>
                        <a:t>2025-</a:t>
                      </a:r>
                      <a:r>
                        <a:rPr lang="en-US" sz="1200" b="0" spc="-20">
                          <a:effectLst/>
                          <a:latin typeface="+mn-lt"/>
                          <a:ea typeface="Times New Roman" panose="02020603050405020304" pitchFamily="18" charset="0"/>
                          <a:cs typeface="Times New Roman" panose="02020603050405020304" pitchFamily="18" charset="0"/>
                        </a:rPr>
                        <a:t>2026</a:t>
                      </a:r>
                      <a:endParaRPr lang="en-US" sz="1200" b="0">
                        <a:effectLst/>
                        <a:latin typeface="+mn-lt"/>
                        <a:ea typeface="Times New Roman" panose="02020603050405020304" pitchFamily="18" charset="0"/>
                        <a:cs typeface="Times New Roman" panose="02020603050405020304" pitchFamily="18" charset="0"/>
                      </a:endParaRPr>
                    </a:p>
                  </a:txBody>
                  <a:tcPr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96028167"/>
                  </a:ext>
                </a:extLst>
              </a:tr>
              <a:tr h="635180">
                <a:tc>
                  <a:txBody>
                    <a:bodyPr/>
                    <a:lstStyle/>
                    <a:p>
                      <a:pPr marL="67945" marR="0">
                        <a:spcBef>
                          <a:spcPts val="0"/>
                        </a:spcBef>
                        <a:spcAft>
                          <a:spcPts val="0"/>
                        </a:spcAft>
                      </a:pPr>
                      <a:r>
                        <a:rPr lang="en-US" sz="1200" b="0">
                          <a:effectLst/>
                          <a:latin typeface="+mn-lt"/>
                          <a:ea typeface="Times New Roman" panose="02020603050405020304" pitchFamily="18" charset="0"/>
                          <a:cs typeface="Times New Roman" panose="02020603050405020304" pitchFamily="18" charset="0"/>
                        </a:rPr>
                        <a:t>Establish</a:t>
                      </a:r>
                      <a:r>
                        <a:rPr lang="en-US" sz="1200" b="0" spc="-30">
                          <a:effectLst/>
                          <a:latin typeface="+mn-lt"/>
                          <a:ea typeface="Times New Roman" panose="02020603050405020304" pitchFamily="18" charset="0"/>
                          <a:cs typeface="Times New Roman" panose="02020603050405020304" pitchFamily="18" charset="0"/>
                        </a:rPr>
                        <a:t> </a:t>
                      </a:r>
                      <a:r>
                        <a:rPr lang="en-US" sz="1200" b="0">
                          <a:effectLst/>
                          <a:latin typeface="+mn-lt"/>
                          <a:ea typeface="Times New Roman" panose="02020603050405020304" pitchFamily="18" charset="0"/>
                          <a:cs typeface="Times New Roman" panose="02020603050405020304" pitchFamily="18" charset="0"/>
                        </a:rPr>
                        <a:t>market</a:t>
                      </a:r>
                      <a:r>
                        <a:rPr lang="en-US" sz="1200" b="0" spc="-30">
                          <a:effectLst/>
                          <a:latin typeface="+mn-lt"/>
                          <a:ea typeface="Times New Roman" panose="02020603050405020304" pitchFamily="18" charset="0"/>
                          <a:cs typeface="Times New Roman" panose="02020603050405020304" pitchFamily="18" charset="0"/>
                        </a:rPr>
                        <a:t> </a:t>
                      </a:r>
                      <a:r>
                        <a:rPr lang="en-US" sz="1200" b="0">
                          <a:effectLst/>
                          <a:latin typeface="+mn-lt"/>
                          <a:ea typeface="Times New Roman" panose="02020603050405020304" pitchFamily="18" charset="0"/>
                          <a:cs typeface="Times New Roman" panose="02020603050405020304" pitchFamily="18" charset="0"/>
                        </a:rPr>
                        <a:t>rules/regulations</a:t>
                      </a:r>
                      <a:r>
                        <a:rPr lang="en-US" sz="1200" b="0" spc="-30">
                          <a:effectLst/>
                          <a:latin typeface="+mn-lt"/>
                          <a:ea typeface="Times New Roman" panose="02020603050405020304" pitchFamily="18" charset="0"/>
                          <a:cs typeface="Times New Roman" panose="02020603050405020304" pitchFamily="18" charset="0"/>
                        </a:rPr>
                        <a:t> </a:t>
                      </a:r>
                      <a:r>
                        <a:rPr lang="en-US" sz="1200" b="0">
                          <a:effectLst/>
                          <a:latin typeface="+mn-lt"/>
                          <a:ea typeface="Times New Roman" panose="02020603050405020304" pitchFamily="18" charset="0"/>
                          <a:cs typeface="Times New Roman" panose="02020603050405020304" pitchFamily="18" charset="0"/>
                        </a:rPr>
                        <a:t>regarding</a:t>
                      </a:r>
                      <a:r>
                        <a:rPr lang="en-US" sz="1200" b="0" spc="-30">
                          <a:effectLst/>
                          <a:latin typeface="+mn-lt"/>
                          <a:ea typeface="Times New Roman" panose="02020603050405020304" pitchFamily="18" charset="0"/>
                          <a:cs typeface="Times New Roman" panose="02020603050405020304" pitchFamily="18" charset="0"/>
                        </a:rPr>
                        <a:t> </a:t>
                      </a:r>
                      <a:r>
                        <a:rPr lang="en-US" sz="1200" b="0">
                          <a:effectLst/>
                          <a:latin typeface="+mn-lt"/>
                          <a:ea typeface="Times New Roman" panose="02020603050405020304" pitchFamily="18" charset="0"/>
                          <a:cs typeface="Times New Roman" panose="02020603050405020304" pitchFamily="18" charset="0"/>
                        </a:rPr>
                        <a:t>scheduling,</a:t>
                      </a:r>
                      <a:r>
                        <a:rPr lang="en-US" sz="1200" b="0" spc="-30">
                          <a:effectLst/>
                          <a:latin typeface="+mn-lt"/>
                          <a:ea typeface="Times New Roman" panose="02020603050405020304" pitchFamily="18" charset="0"/>
                          <a:cs typeface="Times New Roman" panose="02020603050405020304" pitchFamily="18" charset="0"/>
                        </a:rPr>
                        <a:t> </a:t>
                      </a:r>
                      <a:r>
                        <a:rPr lang="en-US" sz="1200" b="0">
                          <a:effectLst/>
                          <a:latin typeface="+mn-lt"/>
                          <a:ea typeface="Times New Roman" panose="02020603050405020304" pitchFamily="18" charset="0"/>
                          <a:cs typeface="Times New Roman" panose="02020603050405020304" pitchFamily="18" charset="0"/>
                        </a:rPr>
                        <a:t>dispatch</a:t>
                      </a:r>
                      <a:r>
                        <a:rPr lang="en-US" sz="1200" b="0" spc="-30">
                          <a:effectLst/>
                          <a:latin typeface="+mn-lt"/>
                          <a:ea typeface="Times New Roman" panose="02020603050405020304" pitchFamily="18" charset="0"/>
                          <a:cs typeface="Times New Roman" panose="02020603050405020304" pitchFamily="18" charset="0"/>
                        </a:rPr>
                        <a:t> </a:t>
                      </a:r>
                      <a:r>
                        <a:rPr lang="en-US" sz="1200" b="0">
                          <a:effectLst/>
                          <a:latin typeface="+mn-lt"/>
                          <a:ea typeface="Times New Roman" panose="02020603050405020304" pitchFamily="18" charset="0"/>
                          <a:cs typeface="Times New Roman" panose="02020603050405020304" pitchFamily="18" charset="0"/>
                        </a:rPr>
                        <a:t>and</a:t>
                      </a:r>
                      <a:r>
                        <a:rPr lang="en-US" sz="1200" b="0" spc="-30">
                          <a:effectLst/>
                          <a:latin typeface="+mn-lt"/>
                          <a:ea typeface="Times New Roman" panose="02020603050405020304" pitchFamily="18" charset="0"/>
                          <a:cs typeface="Times New Roman" panose="02020603050405020304" pitchFamily="18" charset="0"/>
                        </a:rPr>
                        <a:t> </a:t>
                      </a:r>
                      <a:r>
                        <a:rPr lang="en-US" sz="1200" b="0">
                          <a:effectLst/>
                          <a:latin typeface="+mn-lt"/>
                          <a:ea typeface="Times New Roman" panose="02020603050405020304" pitchFamily="18" charset="0"/>
                          <a:cs typeface="Times New Roman" panose="02020603050405020304" pitchFamily="18" charset="0"/>
                        </a:rPr>
                        <a:t>settlement in line with efficient system operation to reduce costs of supply</a:t>
                      </a:r>
                    </a:p>
                  </a:txBody>
                  <a:tcPr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66675" marR="0" algn="ctr">
                        <a:lnSpc>
                          <a:spcPts val="1375"/>
                        </a:lnSpc>
                        <a:spcBef>
                          <a:spcPts val="0"/>
                        </a:spcBef>
                        <a:spcAft>
                          <a:spcPts val="0"/>
                        </a:spcAft>
                      </a:pPr>
                      <a:r>
                        <a:rPr lang="en-US" sz="1200" b="0" spc="-10" dirty="0">
                          <a:effectLst/>
                          <a:latin typeface="+mn-lt"/>
                          <a:ea typeface="Times New Roman" panose="02020603050405020304" pitchFamily="18" charset="0"/>
                          <a:cs typeface="Times New Roman" panose="02020603050405020304" pitchFamily="18" charset="0"/>
                        </a:rPr>
                        <a:t>2025-</a:t>
                      </a:r>
                      <a:r>
                        <a:rPr lang="en-US" sz="1200" b="0" spc="-20" dirty="0">
                          <a:effectLst/>
                          <a:latin typeface="+mn-lt"/>
                          <a:ea typeface="Times New Roman" panose="02020603050405020304" pitchFamily="18" charset="0"/>
                          <a:cs typeface="Times New Roman" panose="02020603050405020304" pitchFamily="18" charset="0"/>
                        </a:rPr>
                        <a:t>2027</a:t>
                      </a:r>
                      <a:endParaRPr lang="en-US" sz="1200" b="0" dirty="0">
                        <a:effectLst/>
                        <a:latin typeface="+mn-lt"/>
                        <a:ea typeface="Times New Roman" panose="02020603050405020304" pitchFamily="18" charset="0"/>
                        <a:cs typeface="Times New Roman" panose="02020603050405020304" pitchFamily="18" charset="0"/>
                      </a:endParaRPr>
                    </a:p>
                  </a:txBody>
                  <a:tcPr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81763733"/>
                  </a:ext>
                </a:extLst>
              </a:tr>
              <a:tr h="635180">
                <a:tc>
                  <a:txBody>
                    <a:bodyPr/>
                    <a:lstStyle/>
                    <a:p>
                      <a:pPr marL="67945" marR="0">
                        <a:lnSpc>
                          <a:spcPts val="1375"/>
                        </a:lnSpc>
                        <a:spcBef>
                          <a:spcPts val="0"/>
                        </a:spcBef>
                        <a:spcAft>
                          <a:spcPts val="0"/>
                        </a:spcAft>
                      </a:pPr>
                      <a:r>
                        <a:rPr lang="en-US" sz="1200" b="0" dirty="0">
                          <a:effectLst/>
                          <a:latin typeface="+mn-lt"/>
                          <a:ea typeface="Times New Roman" panose="02020603050405020304" pitchFamily="18" charset="0"/>
                          <a:cs typeface="Times New Roman" panose="02020603050405020304" pitchFamily="18" charset="0"/>
                        </a:rPr>
                        <a:t>Ongoing</a:t>
                      </a:r>
                      <a:r>
                        <a:rPr lang="en-US" sz="1200" b="0" spc="-5" dirty="0">
                          <a:effectLst/>
                          <a:latin typeface="+mn-lt"/>
                          <a:ea typeface="Times New Roman" panose="02020603050405020304" pitchFamily="18" charset="0"/>
                          <a:cs typeface="Times New Roman" panose="02020603050405020304" pitchFamily="18" charset="0"/>
                        </a:rPr>
                        <a:t> </a:t>
                      </a:r>
                      <a:r>
                        <a:rPr lang="en-US" sz="1200" b="0" dirty="0">
                          <a:effectLst/>
                          <a:latin typeface="+mn-lt"/>
                          <a:ea typeface="Times New Roman" panose="02020603050405020304" pitchFamily="18" charset="0"/>
                          <a:cs typeface="Times New Roman" panose="02020603050405020304" pitchFamily="18" charset="0"/>
                        </a:rPr>
                        <a:t>review</a:t>
                      </a:r>
                      <a:r>
                        <a:rPr lang="en-US" sz="1200" b="0" spc="-10" dirty="0">
                          <a:effectLst/>
                          <a:latin typeface="+mn-lt"/>
                          <a:ea typeface="Times New Roman" panose="02020603050405020304" pitchFamily="18" charset="0"/>
                          <a:cs typeface="Times New Roman" panose="02020603050405020304" pitchFamily="18" charset="0"/>
                        </a:rPr>
                        <a:t> </a:t>
                      </a:r>
                      <a:r>
                        <a:rPr lang="en-US" sz="1200" b="0" dirty="0">
                          <a:effectLst/>
                          <a:latin typeface="+mn-lt"/>
                          <a:ea typeface="Times New Roman" panose="02020603050405020304" pitchFamily="18" charset="0"/>
                          <a:cs typeface="Times New Roman" panose="02020603050405020304" pitchFamily="18" charset="0"/>
                        </a:rPr>
                        <a:t>&amp;</a:t>
                      </a:r>
                      <a:r>
                        <a:rPr lang="en-US" sz="1200" b="0" spc="-5" dirty="0">
                          <a:effectLst/>
                          <a:latin typeface="+mn-lt"/>
                          <a:ea typeface="Times New Roman" panose="02020603050405020304" pitchFamily="18" charset="0"/>
                          <a:cs typeface="Times New Roman" panose="02020603050405020304" pitchFamily="18" charset="0"/>
                        </a:rPr>
                        <a:t> </a:t>
                      </a:r>
                      <a:r>
                        <a:rPr lang="en-US" sz="1200" b="0" dirty="0">
                          <a:effectLst/>
                          <a:latin typeface="+mn-lt"/>
                          <a:ea typeface="Times New Roman" panose="02020603050405020304" pitchFamily="18" charset="0"/>
                          <a:cs typeface="Times New Roman" panose="02020603050405020304" pitchFamily="18" charset="0"/>
                        </a:rPr>
                        <a:t>approval of</a:t>
                      </a:r>
                      <a:r>
                        <a:rPr lang="en-US" sz="1200" b="0" spc="-10" dirty="0">
                          <a:effectLst/>
                          <a:latin typeface="+mn-lt"/>
                          <a:ea typeface="Times New Roman" panose="02020603050405020304" pitchFamily="18" charset="0"/>
                          <a:cs typeface="Times New Roman" panose="02020603050405020304" pitchFamily="18" charset="0"/>
                        </a:rPr>
                        <a:t> </a:t>
                      </a:r>
                      <a:r>
                        <a:rPr lang="en-US" sz="1200" b="0" dirty="0">
                          <a:effectLst/>
                          <a:latin typeface="+mn-lt"/>
                          <a:ea typeface="Times New Roman" panose="02020603050405020304" pitchFamily="18" charset="0"/>
                          <a:cs typeface="Times New Roman" panose="02020603050405020304" pitchFamily="18" charset="0"/>
                        </a:rPr>
                        <a:t>PPAs</a:t>
                      </a:r>
                      <a:r>
                        <a:rPr lang="en-US" sz="1200" b="0" spc="-5" dirty="0">
                          <a:effectLst/>
                          <a:latin typeface="+mn-lt"/>
                          <a:ea typeface="Times New Roman" panose="02020603050405020304" pitchFamily="18" charset="0"/>
                          <a:cs typeface="Times New Roman" panose="02020603050405020304" pitchFamily="18" charset="0"/>
                        </a:rPr>
                        <a:t> </a:t>
                      </a:r>
                      <a:r>
                        <a:rPr lang="en-US" sz="1200" b="0" dirty="0">
                          <a:effectLst/>
                          <a:latin typeface="+mn-lt"/>
                          <a:ea typeface="Times New Roman" panose="02020603050405020304" pitchFamily="18" charset="0"/>
                          <a:cs typeface="Times New Roman" panose="02020603050405020304" pitchFamily="18" charset="0"/>
                        </a:rPr>
                        <a:t>and</a:t>
                      </a:r>
                      <a:r>
                        <a:rPr lang="en-US" sz="1200" b="0" spc="-5" dirty="0">
                          <a:effectLst/>
                          <a:latin typeface="+mn-lt"/>
                          <a:ea typeface="Times New Roman" panose="02020603050405020304" pitchFamily="18" charset="0"/>
                          <a:cs typeface="Times New Roman" panose="02020603050405020304" pitchFamily="18" charset="0"/>
                        </a:rPr>
                        <a:t> </a:t>
                      </a:r>
                      <a:r>
                        <a:rPr lang="en-US" sz="1200" b="0" dirty="0">
                          <a:effectLst/>
                          <a:latin typeface="+mn-lt"/>
                          <a:ea typeface="Times New Roman" panose="02020603050405020304" pitchFamily="18" charset="0"/>
                          <a:cs typeface="Times New Roman" panose="02020603050405020304" pitchFamily="18" charset="0"/>
                        </a:rPr>
                        <a:t>new</a:t>
                      </a:r>
                      <a:r>
                        <a:rPr lang="en-US" sz="1200" b="0" spc="-5" dirty="0">
                          <a:effectLst/>
                          <a:latin typeface="+mn-lt"/>
                          <a:ea typeface="Times New Roman" panose="02020603050405020304" pitchFamily="18" charset="0"/>
                          <a:cs typeface="Times New Roman" panose="02020603050405020304" pitchFamily="18" charset="0"/>
                        </a:rPr>
                        <a:t> </a:t>
                      </a:r>
                      <a:r>
                        <a:rPr lang="en-US" sz="1200" b="0" spc="-10" dirty="0">
                          <a:effectLst/>
                          <a:latin typeface="+mn-lt"/>
                          <a:ea typeface="Times New Roman" panose="02020603050405020304" pitchFamily="18" charset="0"/>
                          <a:cs typeface="Times New Roman" panose="02020603050405020304" pitchFamily="18" charset="0"/>
                        </a:rPr>
                        <a:t>projects</a:t>
                      </a:r>
                      <a:endParaRPr lang="en-US" sz="1200" b="0" dirty="0">
                        <a:effectLst/>
                        <a:latin typeface="+mn-lt"/>
                        <a:ea typeface="Times New Roman" panose="02020603050405020304" pitchFamily="18" charset="0"/>
                        <a:cs typeface="Times New Roman" panose="02020603050405020304" pitchFamily="18" charset="0"/>
                      </a:endParaRPr>
                    </a:p>
                  </a:txBody>
                  <a:tcPr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a:txBody>
                    <a:bodyPr/>
                    <a:lstStyle/>
                    <a:p>
                      <a:pPr marL="66675" marR="0" algn="ctr">
                        <a:lnSpc>
                          <a:spcPts val="1375"/>
                        </a:lnSpc>
                        <a:spcBef>
                          <a:spcPts val="0"/>
                        </a:spcBef>
                        <a:spcAft>
                          <a:spcPts val="0"/>
                        </a:spcAft>
                      </a:pPr>
                      <a:r>
                        <a:rPr lang="en-US" sz="1200" b="0" spc="-10" dirty="0">
                          <a:effectLst/>
                          <a:latin typeface="+mn-lt"/>
                          <a:ea typeface="Times New Roman" panose="02020603050405020304" pitchFamily="18" charset="0"/>
                          <a:cs typeface="Times New Roman" panose="02020603050405020304" pitchFamily="18" charset="0"/>
                        </a:rPr>
                        <a:t>Ongoing</a:t>
                      </a:r>
                      <a:endParaRPr lang="en-US" sz="1200" b="0" dirty="0">
                        <a:effectLst/>
                        <a:latin typeface="+mn-lt"/>
                        <a:ea typeface="Times New Roman" panose="02020603050405020304" pitchFamily="18" charset="0"/>
                        <a:cs typeface="Times New Roman" panose="02020603050405020304" pitchFamily="18" charset="0"/>
                      </a:endParaRPr>
                    </a:p>
                  </a:txBody>
                  <a:tcPr marT="91440" marB="91440">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55970689"/>
                  </a:ext>
                </a:extLst>
              </a:tr>
            </a:tbl>
          </a:graphicData>
        </a:graphic>
      </p:graphicFrame>
    </p:spTree>
    <p:extLst>
      <p:ext uri="{BB962C8B-B14F-4D97-AF65-F5344CB8AC3E}">
        <p14:creationId xmlns:p14="http://schemas.microsoft.com/office/powerpoint/2010/main" val="576002237"/>
      </p:ext>
    </p:extLst>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13690C-9456-F4FC-A461-82FB841D951F}"/>
            </a:ext>
          </a:extLst>
        </p:cNvPr>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8AEACFAA-F11B-1D4F-9C59-0CE830C5ED01}"/>
              </a:ext>
            </a:extLst>
          </p:cNvPr>
          <p:cNvGraphicFramePr>
            <a:graphicFrameLocks noChangeAspect="1"/>
          </p:cNvGraphicFramePr>
          <p:nvPr>
            <p:custDataLst>
              <p:tags r:id="rId1"/>
            </p:custDataLst>
            <p:extLst>
              <p:ext uri="{D42A27DB-BD31-4B8C-83A1-F6EECF244321}">
                <p14:modId xmlns:p14="http://schemas.microsoft.com/office/powerpoint/2010/main" val="263634651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6" name="Object 5" hidden="1">
                        <a:extLst>
                          <a:ext uri="{FF2B5EF4-FFF2-40B4-BE49-F238E27FC236}">
                            <a16:creationId xmlns:a16="http://schemas.microsoft.com/office/drawing/2014/main" id="{8AEACFAA-F11B-1D4F-9C59-0CE830C5ED01}"/>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2E6AAB3C-8A56-9783-49E5-7B4F71492E54}"/>
              </a:ext>
            </a:extLst>
          </p:cNvPr>
          <p:cNvSpPr>
            <a:spLocks noGrp="1"/>
          </p:cNvSpPr>
          <p:nvPr>
            <p:ph type="title"/>
          </p:nvPr>
        </p:nvSpPr>
        <p:spPr>
          <a:xfrm>
            <a:off x="553189" y="350134"/>
            <a:ext cx="12490782" cy="465114"/>
          </a:xfrm>
        </p:spPr>
        <p:txBody>
          <a:bodyPr vert="horz"/>
          <a:lstStyle/>
          <a:p>
            <a:r>
              <a:rPr lang="en-IN" dirty="0"/>
              <a:t>Detailed Mapping with respect to coverage of Roadmap Vs. Engagement (1/7)</a:t>
            </a:r>
          </a:p>
        </p:txBody>
      </p:sp>
      <p:graphicFrame>
        <p:nvGraphicFramePr>
          <p:cNvPr id="42" name="Table 41">
            <a:extLst>
              <a:ext uri="{FF2B5EF4-FFF2-40B4-BE49-F238E27FC236}">
                <a16:creationId xmlns:a16="http://schemas.microsoft.com/office/drawing/2014/main" id="{618AECD5-730E-C8EE-DBD0-538F8B7EA157}"/>
              </a:ext>
            </a:extLst>
          </p:cNvPr>
          <p:cNvGraphicFramePr>
            <a:graphicFrameLocks noGrp="1"/>
          </p:cNvGraphicFramePr>
          <p:nvPr>
            <p:extLst>
              <p:ext uri="{D42A27DB-BD31-4B8C-83A1-F6EECF244321}">
                <p14:modId xmlns:p14="http://schemas.microsoft.com/office/powerpoint/2010/main" val="2510726117"/>
              </p:ext>
            </p:extLst>
          </p:nvPr>
        </p:nvGraphicFramePr>
        <p:xfrm>
          <a:off x="648585" y="1230689"/>
          <a:ext cx="11632019" cy="5776040"/>
        </p:xfrm>
        <a:graphic>
          <a:graphicData uri="http://schemas.openxmlformats.org/drawingml/2006/table">
            <a:tbl>
              <a:tblPr/>
              <a:tblGrid>
                <a:gridCol w="645201">
                  <a:extLst>
                    <a:ext uri="{9D8B030D-6E8A-4147-A177-3AD203B41FA5}">
                      <a16:colId xmlns:a16="http://schemas.microsoft.com/office/drawing/2014/main" val="3606631111"/>
                    </a:ext>
                  </a:extLst>
                </a:gridCol>
                <a:gridCol w="4798670">
                  <a:extLst>
                    <a:ext uri="{9D8B030D-6E8A-4147-A177-3AD203B41FA5}">
                      <a16:colId xmlns:a16="http://schemas.microsoft.com/office/drawing/2014/main" val="246797316"/>
                    </a:ext>
                  </a:extLst>
                </a:gridCol>
                <a:gridCol w="903767">
                  <a:extLst>
                    <a:ext uri="{9D8B030D-6E8A-4147-A177-3AD203B41FA5}">
                      <a16:colId xmlns:a16="http://schemas.microsoft.com/office/drawing/2014/main" val="3103273663"/>
                    </a:ext>
                  </a:extLst>
                </a:gridCol>
                <a:gridCol w="5284381">
                  <a:extLst>
                    <a:ext uri="{9D8B030D-6E8A-4147-A177-3AD203B41FA5}">
                      <a16:colId xmlns:a16="http://schemas.microsoft.com/office/drawing/2014/main" val="1533085783"/>
                    </a:ext>
                  </a:extLst>
                </a:gridCol>
              </a:tblGrid>
              <a:tr h="0">
                <a:tc>
                  <a:txBody>
                    <a:bodyPr/>
                    <a:lstStyle/>
                    <a:p>
                      <a:pPr algn="ctr" fontAlgn="ctr"/>
                      <a:r>
                        <a:rPr lang="en-US" sz="1400" b="1" i="0" u="none" strike="noStrike" dirty="0">
                          <a:solidFill>
                            <a:srgbClr val="FFFFFF"/>
                          </a:solidFill>
                          <a:effectLst/>
                          <a:latin typeface="+mj-lt"/>
                        </a:rPr>
                        <a:t>Ref No</a:t>
                      </a:r>
                    </a:p>
                  </a:txBody>
                  <a:tcPr marL="1532" marR="1532" marT="1532"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F243E"/>
                    </a:solidFill>
                  </a:tcPr>
                </a:tc>
                <a:tc>
                  <a:txBody>
                    <a:bodyPr/>
                    <a:lstStyle/>
                    <a:p>
                      <a:pPr algn="ctr" fontAlgn="ctr"/>
                      <a:r>
                        <a:rPr lang="en-US" sz="1400" b="1" i="0" u="none" strike="noStrike" dirty="0">
                          <a:solidFill>
                            <a:srgbClr val="FFFFFF"/>
                          </a:solidFill>
                          <a:effectLst/>
                          <a:latin typeface="+mj-lt"/>
                        </a:rPr>
                        <a:t>Commission’s Activities as outlined in ERC Roadmap</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F243E"/>
                    </a:solidFill>
                  </a:tcPr>
                </a:tc>
                <a:tc>
                  <a:txBody>
                    <a:bodyPr/>
                    <a:lstStyle/>
                    <a:p>
                      <a:pPr algn="ctr" fontAlgn="ctr"/>
                      <a:r>
                        <a:rPr lang="en-US" sz="1400" b="1" i="0" u="none" strike="noStrike" dirty="0">
                          <a:solidFill>
                            <a:srgbClr val="FFFFFF"/>
                          </a:solidFill>
                          <a:effectLst/>
                          <a:latin typeface="+mj-lt"/>
                        </a:rPr>
                        <a:t>Mapping in </a:t>
                      </a:r>
                      <a:r>
                        <a:rPr lang="en-US" sz="1400" b="1" i="0" u="none" strike="noStrike" dirty="0" err="1">
                          <a:solidFill>
                            <a:srgbClr val="FFFFFF"/>
                          </a:solidFill>
                          <a:effectLst/>
                          <a:latin typeface="+mj-lt"/>
                        </a:rPr>
                        <a:t>RfP</a:t>
                      </a:r>
                      <a:endParaRPr lang="en-US" sz="1400" b="1" i="0" u="none" strike="noStrike" dirty="0">
                        <a:solidFill>
                          <a:srgbClr val="FFFFFF"/>
                        </a:solidFill>
                        <a:effectLst/>
                        <a:latin typeface="+mj-lt"/>
                      </a:endParaRP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F243E"/>
                    </a:solidFill>
                  </a:tcPr>
                </a:tc>
                <a:tc>
                  <a:txBody>
                    <a:bodyPr/>
                    <a:lstStyle/>
                    <a:p>
                      <a:pPr algn="ctr" fontAlgn="ctr"/>
                      <a:r>
                        <a:rPr lang="en-US" sz="1400" b="1" i="0" u="none" strike="noStrike" dirty="0">
                          <a:solidFill>
                            <a:srgbClr val="FFFFFF"/>
                          </a:solidFill>
                          <a:effectLst/>
                          <a:latin typeface="+mj-lt"/>
                        </a:rPr>
                        <a:t>Coverage in MCA </a:t>
                      </a:r>
                      <a:r>
                        <a:rPr lang="en-US" sz="1400" b="1" i="0" u="none" strike="noStrike" dirty="0" err="1">
                          <a:solidFill>
                            <a:srgbClr val="FFFFFF"/>
                          </a:solidFill>
                          <a:effectLst/>
                          <a:latin typeface="+mj-lt"/>
                        </a:rPr>
                        <a:t>RfP</a:t>
                      </a:r>
                      <a:endParaRPr lang="en-US" sz="1400" b="1" i="0" u="none" strike="noStrike" dirty="0">
                        <a:solidFill>
                          <a:srgbClr val="FFFFFF"/>
                        </a:solidFill>
                        <a:effectLst/>
                        <a:latin typeface="+mj-lt"/>
                      </a:endParaRPr>
                    </a:p>
                  </a:txBody>
                  <a:tcPr marL="1532" marR="1532" marT="153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F243E"/>
                    </a:solidFill>
                  </a:tcPr>
                </a:tc>
                <a:extLst>
                  <a:ext uri="{0D108BD9-81ED-4DB2-BD59-A6C34878D82A}">
                    <a16:rowId xmlns:a16="http://schemas.microsoft.com/office/drawing/2014/main" val="3974825971"/>
                  </a:ext>
                </a:extLst>
              </a:tr>
              <a:tr h="0">
                <a:tc>
                  <a:txBody>
                    <a:bodyPr/>
                    <a:lstStyle/>
                    <a:p>
                      <a:pPr algn="ctr" fontAlgn="ctr"/>
                      <a:r>
                        <a:rPr lang="en-US" sz="1400" b="1" i="0" u="none" strike="noStrike" dirty="0">
                          <a:solidFill>
                            <a:srgbClr val="000000"/>
                          </a:solidFill>
                          <a:effectLst/>
                          <a:latin typeface="+mj-lt"/>
                        </a:rPr>
                        <a:t>4.2.1</a:t>
                      </a:r>
                    </a:p>
                  </a:txBody>
                  <a:tcPr marL="1532" marR="1532" marT="1532"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BBB59"/>
                    </a:solidFill>
                  </a:tcPr>
                </a:tc>
                <a:tc>
                  <a:txBody>
                    <a:bodyPr/>
                    <a:lstStyle/>
                    <a:p>
                      <a:pPr algn="l" fontAlgn="ctr"/>
                      <a:r>
                        <a:rPr lang="en-US" sz="1400" b="1" i="0" u="none" strike="noStrike" dirty="0">
                          <a:solidFill>
                            <a:srgbClr val="000000"/>
                          </a:solidFill>
                          <a:effectLst/>
                          <a:latin typeface="+mj-lt"/>
                        </a:rPr>
                        <a:t>Technical Management</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BBB59"/>
                    </a:solidFill>
                  </a:tcPr>
                </a:tc>
                <a:tc>
                  <a:txBody>
                    <a:bodyPr/>
                    <a:lstStyle/>
                    <a:p>
                      <a:pPr algn="ctr" fontAlgn="ctr"/>
                      <a:r>
                        <a:rPr lang="en-US" sz="1400" b="1" i="0" u="none" strike="noStrike" dirty="0">
                          <a:solidFill>
                            <a:srgbClr val="000000"/>
                          </a:solidFill>
                          <a:effectLst/>
                          <a:latin typeface="+mj-lt"/>
                        </a:rPr>
                        <a:t> </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BBB59"/>
                    </a:solidFill>
                  </a:tcPr>
                </a:tc>
                <a:tc>
                  <a:txBody>
                    <a:bodyPr/>
                    <a:lstStyle/>
                    <a:p>
                      <a:pPr algn="ctr" fontAlgn="ctr"/>
                      <a:r>
                        <a:rPr lang="en-US" sz="1400" b="1" i="0" u="none" strike="noStrike" dirty="0">
                          <a:solidFill>
                            <a:srgbClr val="000000"/>
                          </a:solidFill>
                          <a:effectLst/>
                          <a:latin typeface="+mj-lt"/>
                        </a:rPr>
                        <a:t> </a:t>
                      </a:r>
                    </a:p>
                  </a:txBody>
                  <a:tcPr marL="1532" marR="1532" marT="153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BBB59"/>
                    </a:solidFill>
                  </a:tcPr>
                </a:tc>
                <a:extLst>
                  <a:ext uri="{0D108BD9-81ED-4DB2-BD59-A6C34878D82A}">
                    <a16:rowId xmlns:a16="http://schemas.microsoft.com/office/drawing/2014/main" val="376198428"/>
                  </a:ext>
                </a:extLst>
              </a:tr>
              <a:tr h="45324">
                <a:tc>
                  <a:txBody>
                    <a:bodyPr/>
                    <a:lstStyle/>
                    <a:p>
                      <a:pPr algn="ctr" fontAlgn="ctr"/>
                      <a:r>
                        <a:rPr lang="en-US" sz="1400" b="0" i="0" u="none" strike="noStrike" dirty="0">
                          <a:solidFill>
                            <a:srgbClr val="000000"/>
                          </a:solidFill>
                          <a:effectLst/>
                          <a:latin typeface="+mj-lt"/>
                        </a:rPr>
                        <a:t>1</a:t>
                      </a:r>
                    </a:p>
                  </a:txBody>
                  <a:tcPr marL="1532" marR="1532" marT="1532"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Implement Nepal Electricity Grid Code, 2023 and review as necessary</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mj-lt"/>
                        </a:rPr>
                        <a:t>20</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ERC to initiate &amp; lead process (with NEA &amp; IPPs) for development of updated Grid Code including planning requirements, connection requirements, metering, technical standards,</a:t>
                      </a:r>
                    </a:p>
                  </a:txBody>
                  <a:tcPr marL="1532" marR="1532" marT="153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0476116"/>
                  </a:ext>
                </a:extLst>
              </a:tr>
              <a:tr h="45324">
                <a:tc>
                  <a:txBody>
                    <a:bodyPr/>
                    <a:lstStyle/>
                    <a:p>
                      <a:pPr algn="ctr" fontAlgn="ctr"/>
                      <a:r>
                        <a:rPr lang="en-US" sz="1400" b="0" i="0" u="none" strike="noStrike" dirty="0">
                          <a:solidFill>
                            <a:srgbClr val="000000"/>
                          </a:solidFill>
                          <a:effectLst/>
                          <a:latin typeface="+mj-lt"/>
                        </a:rPr>
                        <a:t>2</a:t>
                      </a:r>
                    </a:p>
                  </a:txBody>
                  <a:tcPr marL="1532" marR="1532" marT="1532"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Prepare and implement Distribution Code</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mj-lt"/>
                        </a:rPr>
                        <a:t>20a</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Supporting ERC to develop specifications and hire consultants to develop and/or update technical standards and codes (e.g., Grid Code, Planning Code, Distribution Code) or to develop these requirements in-house.</a:t>
                      </a:r>
                    </a:p>
                  </a:txBody>
                  <a:tcPr marL="1532" marR="1532" marT="153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08668759"/>
                  </a:ext>
                </a:extLst>
              </a:tr>
              <a:tr h="0">
                <a:tc>
                  <a:txBody>
                    <a:bodyPr/>
                    <a:lstStyle/>
                    <a:p>
                      <a:pPr algn="ctr" fontAlgn="ctr"/>
                      <a:r>
                        <a:rPr lang="en-US" sz="1400" b="0" i="0" u="none" strike="noStrike" dirty="0">
                          <a:solidFill>
                            <a:srgbClr val="000000"/>
                          </a:solidFill>
                          <a:effectLst/>
                          <a:latin typeface="+mj-lt"/>
                        </a:rPr>
                        <a:t>3</a:t>
                      </a:r>
                    </a:p>
                  </a:txBody>
                  <a:tcPr marL="1532" marR="1532" marT="1532"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Prescribe and review necessary instruments prescribing the responsibilities of power system operator</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400" b="0" i="0" u="none" strike="noStrike" dirty="0">
                        <a:solidFill>
                          <a:srgbClr val="000000"/>
                        </a:solidFill>
                        <a:effectLst/>
                        <a:latin typeface="+mj-lt"/>
                      </a:endParaRP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Not Covered</a:t>
                      </a:r>
                    </a:p>
                  </a:txBody>
                  <a:tcPr marL="1532" marR="1532" marT="153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458808"/>
                  </a:ext>
                </a:extLst>
              </a:tr>
              <a:tr h="0">
                <a:tc>
                  <a:txBody>
                    <a:bodyPr/>
                    <a:lstStyle/>
                    <a:p>
                      <a:pPr algn="ctr" fontAlgn="ctr"/>
                      <a:r>
                        <a:rPr lang="en-US" sz="1400" b="0" i="0" u="none" strike="noStrike" dirty="0">
                          <a:solidFill>
                            <a:srgbClr val="000000"/>
                          </a:solidFill>
                          <a:effectLst/>
                          <a:latin typeface="+mj-lt"/>
                        </a:rPr>
                        <a:t>4</a:t>
                      </a:r>
                    </a:p>
                  </a:txBody>
                  <a:tcPr marL="1532" marR="1532" marT="1532"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Conduct Short-term, Medium-term, and Long-term electricity demand forecast and update it accordingly</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400" b="0" i="0" u="none" strike="noStrike" dirty="0">
                        <a:solidFill>
                          <a:srgbClr val="000000"/>
                        </a:solidFill>
                        <a:effectLst/>
                        <a:latin typeface="+mj-lt"/>
                      </a:endParaRP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Not Covered</a:t>
                      </a:r>
                    </a:p>
                  </a:txBody>
                  <a:tcPr marL="1532" marR="1532" marT="153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82226402"/>
                  </a:ext>
                </a:extLst>
              </a:tr>
              <a:tr h="33993">
                <a:tc>
                  <a:txBody>
                    <a:bodyPr/>
                    <a:lstStyle/>
                    <a:p>
                      <a:pPr algn="ctr" fontAlgn="ctr"/>
                      <a:r>
                        <a:rPr lang="en-US" sz="1400" b="0" i="0" u="none" strike="noStrike" dirty="0">
                          <a:solidFill>
                            <a:srgbClr val="000000"/>
                          </a:solidFill>
                          <a:effectLst/>
                          <a:latin typeface="+mj-lt"/>
                        </a:rPr>
                        <a:t>5</a:t>
                      </a:r>
                    </a:p>
                  </a:txBody>
                  <a:tcPr marL="1532" marR="1532" marT="1532"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Conduct a study to determine the supply electricity mix of electricity to be purchased by the distribution licensees</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mj-lt"/>
                        </a:rPr>
                        <a:t>22e</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Support ERC to establish and enable a system analysis and planning for the generation, transmission and distribution process in Nepal’s power sector.</a:t>
                      </a:r>
                    </a:p>
                  </a:txBody>
                  <a:tcPr marL="1532" marR="1532" marT="153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91834657"/>
                  </a:ext>
                </a:extLst>
              </a:tr>
              <a:tr h="33993">
                <a:tc>
                  <a:txBody>
                    <a:bodyPr/>
                    <a:lstStyle/>
                    <a:p>
                      <a:pPr algn="ctr" fontAlgn="ctr"/>
                      <a:r>
                        <a:rPr lang="en-US" sz="1400" b="0" i="0" u="none" strike="noStrike" dirty="0">
                          <a:solidFill>
                            <a:srgbClr val="000000"/>
                          </a:solidFill>
                          <a:effectLst/>
                          <a:latin typeface="+mj-lt"/>
                        </a:rPr>
                        <a:t>6</a:t>
                      </a:r>
                    </a:p>
                  </a:txBody>
                  <a:tcPr marL="1532" marR="1532" marT="1532"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Prepare and implement a plan to purchase the required electricity at the lowest possible cost by distribution licensees</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mj-lt"/>
                        </a:rPr>
                        <a:t>22e</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Support ERC to establish and enable a system analysis and planning for the generation, transmission and distribution process in Nepal’s power sector.</a:t>
                      </a:r>
                    </a:p>
                  </a:txBody>
                  <a:tcPr marL="1532" marR="1532" marT="153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8378216"/>
                  </a:ext>
                </a:extLst>
              </a:tr>
              <a:tr h="0">
                <a:tc>
                  <a:txBody>
                    <a:bodyPr/>
                    <a:lstStyle/>
                    <a:p>
                      <a:pPr algn="ctr" fontAlgn="ctr"/>
                      <a:r>
                        <a:rPr lang="en-US" sz="1400" b="1" i="0" u="none" strike="noStrike" dirty="0">
                          <a:solidFill>
                            <a:srgbClr val="000000"/>
                          </a:solidFill>
                          <a:effectLst/>
                          <a:latin typeface="+mj-lt"/>
                        </a:rPr>
                        <a:t>4.2.2</a:t>
                      </a:r>
                    </a:p>
                  </a:txBody>
                  <a:tcPr marL="1532" marR="1532" marT="1532"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BBB59"/>
                    </a:solidFill>
                  </a:tcPr>
                </a:tc>
                <a:tc>
                  <a:txBody>
                    <a:bodyPr/>
                    <a:lstStyle/>
                    <a:p>
                      <a:pPr algn="l" fontAlgn="ctr"/>
                      <a:r>
                        <a:rPr lang="en-US" sz="1400" b="1" i="0" u="none" strike="noStrike" dirty="0">
                          <a:solidFill>
                            <a:srgbClr val="000000"/>
                          </a:solidFill>
                          <a:effectLst/>
                          <a:latin typeface="+mj-lt"/>
                        </a:rPr>
                        <a:t>Rate Determination by Licensees</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BBB59"/>
                    </a:solidFill>
                  </a:tcPr>
                </a:tc>
                <a:tc>
                  <a:txBody>
                    <a:bodyPr/>
                    <a:lstStyle/>
                    <a:p>
                      <a:pPr algn="ctr" fontAlgn="ctr"/>
                      <a:r>
                        <a:rPr lang="en-US" sz="1400" b="1" i="0" u="none" strike="noStrike" dirty="0">
                          <a:solidFill>
                            <a:srgbClr val="000000"/>
                          </a:solidFill>
                          <a:effectLst/>
                          <a:latin typeface="+mj-lt"/>
                        </a:rPr>
                        <a:t> </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BBB59"/>
                    </a:solidFill>
                  </a:tcPr>
                </a:tc>
                <a:tc>
                  <a:txBody>
                    <a:bodyPr/>
                    <a:lstStyle/>
                    <a:p>
                      <a:pPr algn="ctr" fontAlgn="ctr"/>
                      <a:r>
                        <a:rPr lang="en-US" sz="1400" b="1" i="0" u="none" strike="noStrike" dirty="0">
                          <a:solidFill>
                            <a:srgbClr val="000000"/>
                          </a:solidFill>
                          <a:effectLst/>
                          <a:latin typeface="+mj-lt"/>
                        </a:rPr>
                        <a:t> </a:t>
                      </a:r>
                    </a:p>
                  </a:txBody>
                  <a:tcPr marL="1532" marR="1532" marT="153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BBB59"/>
                    </a:solidFill>
                  </a:tcPr>
                </a:tc>
                <a:extLst>
                  <a:ext uri="{0D108BD9-81ED-4DB2-BD59-A6C34878D82A}">
                    <a16:rowId xmlns:a16="http://schemas.microsoft.com/office/drawing/2014/main" val="2366213323"/>
                  </a:ext>
                </a:extLst>
              </a:tr>
              <a:tr h="45324">
                <a:tc>
                  <a:txBody>
                    <a:bodyPr/>
                    <a:lstStyle/>
                    <a:p>
                      <a:pPr algn="ctr" fontAlgn="ctr"/>
                      <a:r>
                        <a:rPr lang="en-US" sz="1400" b="0" i="0" u="none" strike="noStrike" dirty="0">
                          <a:solidFill>
                            <a:srgbClr val="000000"/>
                          </a:solidFill>
                          <a:effectLst/>
                          <a:latin typeface="+mj-lt"/>
                        </a:rPr>
                        <a:t>7</a:t>
                      </a:r>
                    </a:p>
                  </a:txBody>
                  <a:tcPr marL="1532" marR="1532" marT="1532"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Conduct necessary studies oriented towards tariff reform</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mj-lt"/>
                        </a:rPr>
                        <a:t>13</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Develop and/or update a tariff methodology, filing requirements &amp; transparent/robust review guidelines. Develop costing &amp; pricing bylaws/directives &amp; guidance on uniform chart of accounts</a:t>
                      </a:r>
                    </a:p>
                  </a:txBody>
                  <a:tcPr marL="1532" marR="1532" marT="153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70197527"/>
                  </a:ext>
                </a:extLst>
              </a:tr>
            </a:tbl>
          </a:graphicData>
        </a:graphic>
      </p:graphicFrame>
      <p:sp>
        <p:nvSpPr>
          <p:cNvPr id="54" name="TextBox 53">
            <a:extLst>
              <a:ext uri="{FF2B5EF4-FFF2-40B4-BE49-F238E27FC236}">
                <a16:creationId xmlns:a16="http://schemas.microsoft.com/office/drawing/2014/main" id="{6A9AC5ED-F89C-BADB-35FC-220DD38812E5}"/>
              </a:ext>
            </a:extLst>
          </p:cNvPr>
          <p:cNvSpPr txBox="1"/>
          <p:nvPr/>
        </p:nvSpPr>
        <p:spPr>
          <a:xfrm>
            <a:off x="10399923" y="7160964"/>
            <a:ext cx="1880681" cy="184666"/>
          </a:xfrm>
          <a:prstGeom prst="rect">
            <a:avLst/>
          </a:prstGeom>
          <a:solidFill>
            <a:schemeClr val="bg2"/>
          </a:solidFill>
        </p:spPr>
        <p:txBody>
          <a:bodyPr wrap="square" lIns="0" tIns="0" rIns="0" bIns="0" rtlCol="0">
            <a:spAutoFit/>
          </a:bodyPr>
          <a:lstStyle/>
          <a:p>
            <a:pPr algn="ctr">
              <a:spcBef>
                <a:spcPts val="600"/>
              </a:spcBef>
              <a:buSzPct val="100000"/>
            </a:pPr>
            <a:r>
              <a:rPr lang="en-US" sz="1200" b="1" dirty="0">
                <a:solidFill>
                  <a:schemeClr val="accent3">
                    <a:lumMod val="75000"/>
                  </a:schemeClr>
                </a:solidFill>
                <a:hlinkClick r:id="rId5" action="ppaction://hlinksldjump"/>
              </a:rPr>
              <a:t>BACK TO MAIN SLIDE</a:t>
            </a:r>
            <a:endParaRPr lang="en-US" sz="1200" b="1" dirty="0">
              <a:solidFill>
                <a:schemeClr val="accent3">
                  <a:lumMod val="75000"/>
                </a:schemeClr>
              </a:solidFill>
            </a:endParaRPr>
          </a:p>
        </p:txBody>
      </p:sp>
    </p:spTree>
    <p:extLst>
      <p:ext uri="{BB962C8B-B14F-4D97-AF65-F5344CB8AC3E}">
        <p14:creationId xmlns:p14="http://schemas.microsoft.com/office/powerpoint/2010/main" val="3850872284"/>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782908-E4EA-DA7E-330E-6DA650F24527}"/>
            </a:ext>
          </a:extLst>
        </p:cNvPr>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168733E8-8284-C17A-7D35-4AA2DF17B8CC}"/>
              </a:ext>
            </a:extLst>
          </p:cNvPr>
          <p:cNvGraphicFramePr>
            <a:graphicFrameLocks noChangeAspect="1"/>
          </p:cNvGraphicFramePr>
          <p:nvPr>
            <p:custDataLst>
              <p:tags r:id="rId1"/>
            </p:custDataLst>
            <p:extLst>
              <p:ext uri="{D42A27DB-BD31-4B8C-83A1-F6EECF244321}">
                <p14:modId xmlns:p14="http://schemas.microsoft.com/office/powerpoint/2010/main" val="33366078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6" name="Object 5" hidden="1">
                        <a:extLst>
                          <a:ext uri="{FF2B5EF4-FFF2-40B4-BE49-F238E27FC236}">
                            <a16:creationId xmlns:a16="http://schemas.microsoft.com/office/drawing/2014/main" id="{168733E8-8284-C17A-7D35-4AA2DF17B8C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ADF7F4DD-117F-96BE-DDA1-CB015A9ABB84}"/>
              </a:ext>
            </a:extLst>
          </p:cNvPr>
          <p:cNvSpPr>
            <a:spLocks noGrp="1"/>
          </p:cNvSpPr>
          <p:nvPr>
            <p:ph type="title"/>
          </p:nvPr>
        </p:nvSpPr>
        <p:spPr>
          <a:xfrm>
            <a:off x="553189" y="350134"/>
            <a:ext cx="12490782" cy="465114"/>
          </a:xfrm>
        </p:spPr>
        <p:txBody>
          <a:bodyPr vert="horz"/>
          <a:lstStyle/>
          <a:p>
            <a:r>
              <a:rPr lang="en-IN" dirty="0"/>
              <a:t>Detailed Mapping with respect to coverage of Roadmap Vs. Engagement (2/7)</a:t>
            </a:r>
          </a:p>
        </p:txBody>
      </p:sp>
      <p:graphicFrame>
        <p:nvGraphicFramePr>
          <p:cNvPr id="42" name="Table 41">
            <a:extLst>
              <a:ext uri="{FF2B5EF4-FFF2-40B4-BE49-F238E27FC236}">
                <a16:creationId xmlns:a16="http://schemas.microsoft.com/office/drawing/2014/main" id="{E36F2CD2-EC56-3A68-0C26-F06C44FE4590}"/>
              </a:ext>
            </a:extLst>
          </p:cNvPr>
          <p:cNvGraphicFramePr>
            <a:graphicFrameLocks noGrp="1"/>
          </p:cNvGraphicFramePr>
          <p:nvPr>
            <p:extLst>
              <p:ext uri="{D42A27DB-BD31-4B8C-83A1-F6EECF244321}">
                <p14:modId xmlns:p14="http://schemas.microsoft.com/office/powerpoint/2010/main" val="162743869"/>
              </p:ext>
            </p:extLst>
          </p:nvPr>
        </p:nvGraphicFramePr>
        <p:xfrm>
          <a:off x="648585" y="1241322"/>
          <a:ext cx="11632019" cy="5134428"/>
        </p:xfrm>
        <a:graphic>
          <a:graphicData uri="http://schemas.openxmlformats.org/drawingml/2006/table">
            <a:tbl>
              <a:tblPr/>
              <a:tblGrid>
                <a:gridCol w="645201">
                  <a:extLst>
                    <a:ext uri="{9D8B030D-6E8A-4147-A177-3AD203B41FA5}">
                      <a16:colId xmlns:a16="http://schemas.microsoft.com/office/drawing/2014/main" val="3606631111"/>
                    </a:ext>
                  </a:extLst>
                </a:gridCol>
                <a:gridCol w="4798670">
                  <a:extLst>
                    <a:ext uri="{9D8B030D-6E8A-4147-A177-3AD203B41FA5}">
                      <a16:colId xmlns:a16="http://schemas.microsoft.com/office/drawing/2014/main" val="246797316"/>
                    </a:ext>
                  </a:extLst>
                </a:gridCol>
                <a:gridCol w="903767">
                  <a:extLst>
                    <a:ext uri="{9D8B030D-6E8A-4147-A177-3AD203B41FA5}">
                      <a16:colId xmlns:a16="http://schemas.microsoft.com/office/drawing/2014/main" val="3103273663"/>
                    </a:ext>
                  </a:extLst>
                </a:gridCol>
                <a:gridCol w="5284381">
                  <a:extLst>
                    <a:ext uri="{9D8B030D-6E8A-4147-A177-3AD203B41FA5}">
                      <a16:colId xmlns:a16="http://schemas.microsoft.com/office/drawing/2014/main" val="1533085783"/>
                    </a:ext>
                  </a:extLst>
                </a:gridCol>
              </a:tblGrid>
              <a:tr h="0">
                <a:tc>
                  <a:txBody>
                    <a:bodyPr/>
                    <a:lstStyle/>
                    <a:p>
                      <a:pPr algn="ctr" fontAlgn="ctr"/>
                      <a:r>
                        <a:rPr lang="en-US" sz="1400" b="1" i="0" u="none" strike="noStrike" dirty="0">
                          <a:solidFill>
                            <a:srgbClr val="FFFFFF"/>
                          </a:solidFill>
                          <a:effectLst/>
                          <a:latin typeface="+mj-lt"/>
                        </a:rPr>
                        <a:t>Ref No</a:t>
                      </a:r>
                    </a:p>
                  </a:txBody>
                  <a:tcPr marL="1532" marR="1532" marT="1532"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F243E"/>
                    </a:solidFill>
                  </a:tcPr>
                </a:tc>
                <a:tc>
                  <a:txBody>
                    <a:bodyPr/>
                    <a:lstStyle/>
                    <a:p>
                      <a:pPr algn="ctr" fontAlgn="ctr"/>
                      <a:r>
                        <a:rPr lang="en-US" sz="1400" b="1" i="0" u="none" strike="noStrike" dirty="0">
                          <a:solidFill>
                            <a:srgbClr val="FFFFFF"/>
                          </a:solidFill>
                          <a:effectLst/>
                          <a:latin typeface="+mj-lt"/>
                        </a:rPr>
                        <a:t>Commission’s Activities as outlined in ERC Roadmap</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F243E"/>
                    </a:solidFill>
                  </a:tcPr>
                </a:tc>
                <a:tc>
                  <a:txBody>
                    <a:bodyPr/>
                    <a:lstStyle/>
                    <a:p>
                      <a:pPr algn="ctr" fontAlgn="ctr"/>
                      <a:r>
                        <a:rPr lang="en-US" sz="1400" b="1" i="0" u="none" strike="noStrike" dirty="0">
                          <a:solidFill>
                            <a:srgbClr val="FFFFFF"/>
                          </a:solidFill>
                          <a:effectLst/>
                          <a:latin typeface="+mj-lt"/>
                        </a:rPr>
                        <a:t>Mapping in </a:t>
                      </a:r>
                      <a:r>
                        <a:rPr lang="en-US" sz="1400" b="1" i="0" u="none" strike="noStrike" dirty="0" err="1">
                          <a:solidFill>
                            <a:srgbClr val="FFFFFF"/>
                          </a:solidFill>
                          <a:effectLst/>
                          <a:latin typeface="+mj-lt"/>
                        </a:rPr>
                        <a:t>RfP</a:t>
                      </a:r>
                      <a:endParaRPr lang="en-US" sz="1400" b="1" i="0" u="none" strike="noStrike" dirty="0">
                        <a:solidFill>
                          <a:srgbClr val="FFFFFF"/>
                        </a:solidFill>
                        <a:effectLst/>
                        <a:latin typeface="+mj-lt"/>
                      </a:endParaRP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F243E"/>
                    </a:solidFill>
                  </a:tcPr>
                </a:tc>
                <a:tc>
                  <a:txBody>
                    <a:bodyPr/>
                    <a:lstStyle/>
                    <a:p>
                      <a:pPr algn="ctr" fontAlgn="ctr"/>
                      <a:r>
                        <a:rPr lang="en-US" sz="1400" b="1" i="0" u="none" strike="noStrike" dirty="0">
                          <a:solidFill>
                            <a:srgbClr val="FFFFFF"/>
                          </a:solidFill>
                          <a:effectLst/>
                          <a:latin typeface="+mj-lt"/>
                        </a:rPr>
                        <a:t>Coverage in MCA </a:t>
                      </a:r>
                      <a:r>
                        <a:rPr lang="en-US" sz="1400" b="1" i="0" u="none" strike="noStrike" dirty="0" err="1">
                          <a:solidFill>
                            <a:srgbClr val="FFFFFF"/>
                          </a:solidFill>
                          <a:effectLst/>
                          <a:latin typeface="+mj-lt"/>
                        </a:rPr>
                        <a:t>RfP</a:t>
                      </a:r>
                      <a:endParaRPr lang="en-US" sz="1400" b="1" i="0" u="none" strike="noStrike" dirty="0">
                        <a:solidFill>
                          <a:srgbClr val="FFFFFF"/>
                        </a:solidFill>
                        <a:effectLst/>
                        <a:latin typeface="+mj-lt"/>
                      </a:endParaRPr>
                    </a:p>
                  </a:txBody>
                  <a:tcPr marL="1532" marR="1532" marT="153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F243E"/>
                    </a:solidFill>
                  </a:tcPr>
                </a:tc>
                <a:extLst>
                  <a:ext uri="{0D108BD9-81ED-4DB2-BD59-A6C34878D82A}">
                    <a16:rowId xmlns:a16="http://schemas.microsoft.com/office/drawing/2014/main" val="3974825971"/>
                  </a:ext>
                </a:extLst>
              </a:tr>
              <a:tr h="0">
                <a:tc>
                  <a:txBody>
                    <a:bodyPr/>
                    <a:lstStyle/>
                    <a:p>
                      <a:pPr algn="ctr" fontAlgn="ctr"/>
                      <a:r>
                        <a:rPr lang="en-US" sz="1400" b="1" i="0" u="none" strike="noStrike" dirty="0">
                          <a:solidFill>
                            <a:srgbClr val="000000"/>
                          </a:solidFill>
                          <a:effectLst/>
                          <a:latin typeface="+mj-lt"/>
                        </a:rPr>
                        <a:t>4.2.2</a:t>
                      </a:r>
                    </a:p>
                  </a:txBody>
                  <a:tcPr marL="1532" marR="1532" marT="1532"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BBB59"/>
                    </a:solidFill>
                  </a:tcPr>
                </a:tc>
                <a:tc>
                  <a:txBody>
                    <a:bodyPr/>
                    <a:lstStyle/>
                    <a:p>
                      <a:pPr algn="l" fontAlgn="ctr"/>
                      <a:r>
                        <a:rPr lang="en-US" sz="1400" b="1" i="0" u="none" strike="noStrike" dirty="0">
                          <a:solidFill>
                            <a:srgbClr val="000000"/>
                          </a:solidFill>
                          <a:effectLst/>
                          <a:latin typeface="+mj-lt"/>
                        </a:rPr>
                        <a:t>Rate Determination by Licensees</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BBB59"/>
                    </a:solidFill>
                  </a:tcPr>
                </a:tc>
                <a:tc>
                  <a:txBody>
                    <a:bodyPr/>
                    <a:lstStyle/>
                    <a:p>
                      <a:pPr algn="ctr" fontAlgn="ctr"/>
                      <a:r>
                        <a:rPr lang="en-US" sz="1400" b="1" i="0" u="none" strike="noStrike" dirty="0">
                          <a:solidFill>
                            <a:srgbClr val="000000"/>
                          </a:solidFill>
                          <a:effectLst/>
                          <a:latin typeface="+mj-lt"/>
                        </a:rPr>
                        <a:t> </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BBB59"/>
                    </a:solidFill>
                  </a:tcPr>
                </a:tc>
                <a:tc>
                  <a:txBody>
                    <a:bodyPr/>
                    <a:lstStyle/>
                    <a:p>
                      <a:pPr algn="ctr" fontAlgn="ctr"/>
                      <a:r>
                        <a:rPr lang="en-US" sz="1400" b="1" i="0" u="none" strike="noStrike" dirty="0">
                          <a:solidFill>
                            <a:srgbClr val="000000"/>
                          </a:solidFill>
                          <a:effectLst/>
                          <a:latin typeface="+mj-lt"/>
                        </a:rPr>
                        <a:t> </a:t>
                      </a:r>
                    </a:p>
                  </a:txBody>
                  <a:tcPr marL="1532" marR="1532" marT="153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BBB59"/>
                    </a:solidFill>
                  </a:tcPr>
                </a:tc>
                <a:extLst>
                  <a:ext uri="{0D108BD9-81ED-4DB2-BD59-A6C34878D82A}">
                    <a16:rowId xmlns:a16="http://schemas.microsoft.com/office/drawing/2014/main" val="2366213323"/>
                  </a:ext>
                </a:extLst>
              </a:tr>
              <a:tr h="0">
                <a:tc>
                  <a:txBody>
                    <a:bodyPr/>
                    <a:lstStyle/>
                    <a:p>
                      <a:pPr algn="ctr" fontAlgn="ctr"/>
                      <a:r>
                        <a:rPr lang="en-US" sz="1400" b="0" i="0" u="none" strike="noStrike" dirty="0">
                          <a:solidFill>
                            <a:srgbClr val="000000"/>
                          </a:solidFill>
                          <a:effectLst/>
                          <a:latin typeface="+mj-lt"/>
                        </a:rPr>
                        <a:t>8</a:t>
                      </a:r>
                    </a:p>
                  </a:txBody>
                  <a:tcPr marL="1532" marR="1532" marT="1532"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Conduct cost of service studies for distribution licensees</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mj-lt"/>
                        </a:rPr>
                        <a:t>14</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Engage with NEA during update of regulatory accounts, cost-of-service analysis, tariff application preparation</a:t>
                      </a:r>
                    </a:p>
                  </a:txBody>
                  <a:tcPr marL="1532" marR="1532" marT="153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28304402"/>
                  </a:ext>
                </a:extLst>
              </a:tr>
              <a:tr h="45324">
                <a:tc>
                  <a:txBody>
                    <a:bodyPr/>
                    <a:lstStyle/>
                    <a:p>
                      <a:pPr algn="ctr" fontAlgn="ctr"/>
                      <a:r>
                        <a:rPr lang="en-US" sz="1400" b="0" i="0" u="none" strike="noStrike" dirty="0">
                          <a:solidFill>
                            <a:srgbClr val="000000"/>
                          </a:solidFill>
                          <a:effectLst/>
                          <a:latin typeface="+mj-lt"/>
                        </a:rPr>
                        <a:t>9</a:t>
                      </a:r>
                    </a:p>
                  </a:txBody>
                  <a:tcPr marL="1532" marR="1532" marT="1532"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Prepare and implement a comprehensive consumer tariff framework</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mj-lt"/>
                        </a:rPr>
                        <a:t>13</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Develop and/or update a tariff methodology, filing requirements &amp; transparent/robust review guidelines. Develop costing &amp; pricing bylaws/directives &amp; guidance on uniform chart of accounts</a:t>
                      </a:r>
                    </a:p>
                  </a:txBody>
                  <a:tcPr marL="1532" marR="1532" marT="153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13934081"/>
                  </a:ext>
                </a:extLst>
              </a:tr>
              <a:tr h="0">
                <a:tc>
                  <a:txBody>
                    <a:bodyPr/>
                    <a:lstStyle/>
                    <a:p>
                      <a:pPr algn="ctr" fontAlgn="ctr"/>
                      <a:r>
                        <a:rPr lang="en-US" sz="1400" b="0" i="0" u="none" strike="noStrike" dirty="0">
                          <a:solidFill>
                            <a:srgbClr val="000000"/>
                          </a:solidFill>
                          <a:effectLst/>
                          <a:latin typeface="+mj-lt"/>
                        </a:rPr>
                        <a:t>10</a:t>
                      </a:r>
                    </a:p>
                  </a:txBody>
                  <a:tcPr marL="1532" marR="1532" marT="1532"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Prepare and implement the template of Power Purchase Agreement</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mj-lt"/>
                        </a:rPr>
                        <a:t>18</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Ongoing review &amp; approval of PPAs and new projects</a:t>
                      </a:r>
                    </a:p>
                  </a:txBody>
                  <a:tcPr marL="1532" marR="1532" marT="153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83727556"/>
                  </a:ext>
                </a:extLst>
              </a:tr>
              <a:tr h="0">
                <a:tc>
                  <a:txBody>
                    <a:bodyPr/>
                    <a:lstStyle/>
                    <a:p>
                      <a:pPr algn="ctr" fontAlgn="ctr"/>
                      <a:r>
                        <a:rPr lang="en-US" sz="1400" b="0" i="0" u="none" strike="noStrike" dirty="0">
                          <a:solidFill>
                            <a:srgbClr val="000000"/>
                          </a:solidFill>
                          <a:effectLst/>
                          <a:latin typeface="+mj-lt"/>
                        </a:rPr>
                        <a:t>11</a:t>
                      </a:r>
                    </a:p>
                  </a:txBody>
                  <a:tcPr marL="1532" marR="1532" marT="1532"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Prepare and implement new directives to foster competition in power purchase of pre-construction projects</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mj-lt"/>
                        </a:rPr>
                        <a:t>18</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Ongoing review &amp; approval of PPAs and new projects</a:t>
                      </a:r>
                    </a:p>
                  </a:txBody>
                  <a:tcPr marL="1532" marR="1532" marT="153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20853910"/>
                  </a:ext>
                </a:extLst>
              </a:tr>
              <a:tr h="0">
                <a:tc>
                  <a:txBody>
                    <a:bodyPr/>
                    <a:lstStyle/>
                    <a:p>
                      <a:pPr algn="ctr" fontAlgn="ctr"/>
                      <a:r>
                        <a:rPr lang="en-US" sz="1400" b="0" i="0" u="none" strike="noStrike" dirty="0">
                          <a:solidFill>
                            <a:srgbClr val="000000"/>
                          </a:solidFill>
                          <a:effectLst/>
                          <a:latin typeface="+mj-lt"/>
                        </a:rPr>
                        <a:t>12</a:t>
                      </a:r>
                    </a:p>
                  </a:txBody>
                  <a:tcPr marL="1532" marR="1532" marT="1532"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Prepare and implement directives related to the second stage of power purchase agreements</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mj-lt"/>
                        </a:rPr>
                        <a:t>18</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Ongoing review &amp; approval of PPAs and new projects</a:t>
                      </a:r>
                    </a:p>
                  </a:txBody>
                  <a:tcPr marL="1532" marR="1532" marT="153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776585733"/>
                  </a:ext>
                </a:extLst>
              </a:tr>
              <a:tr h="45324">
                <a:tc>
                  <a:txBody>
                    <a:bodyPr/>
                    <a:lstStyle/>
                    <a:p>
                      <a:pPr algn="ctr" fontAlgn="ctr"/>
                      <a:r>
                        <a:rPr lang="en-US" sz="1400" b="0" i="0" u="none" strike="noStrike" dirty="0">
                          <a:solidFill>
                            <a:srgbClr val="000000"/>
                          </a:solidFill>
                          <a:effectLst/>
                          <a:latin typeface="+mj-lt"/>
                        </a:rPr>
                        <a:t>13</a:t>
                      </a:r>
                    </a:p>
                  </a:txBody>
                  <a:tcPr marL="1532" marR="1532" marT="1532"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Prepare and implement the directives on Determination of Transmission and Distribution Wheeling Charge</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mj-lt"/>
                        </a:rPr>
                        <a:t>12b</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Develop and conduct training in advanced regulatory knowledge and skills such as utility accounting and finance, cost of capital, cash management, project financing, wheeling and transmission tariffs, and performance-based regulation, among other topics.</a:t>
                      </a:r>
                    </a:p>
                  </a:txBody>
                  <a:tcPr marL="1532" marR="1532" marT="153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63615913"/>
                  </a:ext>
                </a:extLst>
              </a:tr>
              <a:tr h="31814">
                <a:tc>
                  <a:txBody>
                    <a:bodyPr/>
                    <a:lstStyle/>
                    <a:p>
                      <a:pPr algn="ctr" fontAlgn="ctr"/>
                      <a:r>
                        <a:rPr lang="en-US" sz="1400" b="0" i="0" u="none" strike="noStrike" dirty="0">
                          <a:solidFill>
                            <a:srgbClr val="000000"/>
                          </a:solidFill>
                          <a:effectLst/>
                          <a:latin typeface="+mj-lt"/>
                        </a:rPr>
                        <a:t>14</a:t>
                      </a:r>
                    </a:p>
                  </a:txBody>
                  <a:tcPr marL="1532" marR="1532" marT="1532"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Issue the directives on Power Purchase for Energy Storage Project including BESS, Storage Hydropower and Pumped Storage Hydropower.</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400" b="0" i="0" u="none" strike="noStrike" dirty="0">
                        <a:solidFill>
                          <a:srgbClr val="000000"/>
                        </a:solidFill>
                        <a:effectLst/>
                        <a:latin typeface="+mj-lt"/>
                      </a:endParaRP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Not Covered</a:t>
                      </a:r>
                    </a:p>
                  </a:txBody>
                  <a:tcPr marL="1532" marR="1532" marT="153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7961948"/>
                  </a:ext>
                </a:extLst>
              </a:tr>
            </a:tbl>
          </a:graphicData>
        </a:graphic>
      </p:graphicFrame>
      <p:sp>
        <p:nvSpPr>
          <p:cNvPr id="2" name="TextBox 1">
            <a:extLst>
              <a:ext uri="{FF2B5EF4-FFF2-40B4-BE49-F238E27FC236}">
                <a16:creationId xmlns:a16="http://schemas.microsoft.com/office/drawing/2014/main" id="{8D9C5179-BC75-05F6-0DC8-B50FB5993BCB}"/>
              </a:ext>
            </a:extLst>
          </p:cNvPr>
          <p:cNvSpPr txBox="1"/>
          <p:nvPr/>
        </p:nvSpPr>
        <p:spPr>
          <a:xfrm>
            <a:off x="10399923" y="7160964"/>
            <a:ext cx="1880681" cy="184666"/>
          </a:xfrm>
          <a:prstGeom prst="rect">
            <a:avLst/>
          </a:prstGeom>
          <a:solidFill>
            <a:schemeClr val="bg2"/>
          </a:solidFill>
        </p:spPr>
        <p:txBody>
          <a:bodyPr wrap="square" lIns="0" tIns="0" rIns="0" bIns="0" rtlCol="0">
            <a:spAutoFit/>
          </a:bodyPr>
          <a:lstStyle/>
          <a:p>
            <a:pPr algn="ctr">
              <a:spcBef>
                <a:spcPts val="600"/>
              </a:spcBef>
              <a:buSzPct val="100000"/>
            </a:pPr>
            <a:r>
              <a:rPr lang="en-US" sz="1200" b="1" dirty="0">
                <a:solidFill>
                  <a:schemeClr val="accent3">
                    <a:lumMod val="75000"/>
                  </a:schemeClr>
                </a:solidFill>
                <a:hlinkClick r:id="rId5" action="ppaction://hlinksldjump"/>
              </a:rPr>
              <a:t>BACK TO MAIN SLIDE</a:t>
            </a:r>
            <a:endParaRPr lang="en-US" sz="1200" b="1" dirty="0">
              <a:solidFill>
                <a:schemeClr val="accent3">
                  <a:lumMod val="75000"/>
                </a:schemeClr>
              </a:solidFill>
            </a:endParaRPr>
          </a:p>
        </p:txBody>
      </p:sp>
    </p:spTree>
    <p:extLst>
      <p:ext uri="{BB962C8B-B14F-4D97-AF65-F5344CB8AC3E}">
        <p14:creationId xmlns:p14="http://schemas.microsoft.com/office/powerpoint/2010/main" val="2841484910"/>
      </p:ext>
    </p:extLst>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5A30A0-2701-8FC8-F06D-343137584D7A}"/>
            </a:ext>
          </a:extLst>
        </p:cNvPr>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13F935E6-E29E-7111-D324-7FDC45BD74B9}"/>
              </a:ext>
            </a:extLst>
          </p:cNvPr>
          <p:cNvGraphicFramePr>
            <a:graphicFrameLocks noChangeAspect="1"/>
          </p:cNvGraphicFramePr>
          <p:nvPr>
            <p:custDataLst>
              <p:tags r:id="rId1"/>
            </p:custDataLst>
            <p:extLst>
              <p:ext uri="{D42A27DB-BD31-4B8C-83A1-F6EECF244321}">
                <p14:modId xmlns:p14="http://schemas.microsoft.com/office/powerpoint/2010/main" val="41158092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6" name="Object 5" hidden="1">
                        <a:extLst>
                          <a:ext uri="{FF2B5EF4-FFF2-40B4-BE49-F238E27FC236}">
                            <a16:creationId xmlns:a16="http://schemas.microsoft.com/office/drawing/2014/main" id="{13F935E6-E29E-7111-D324-7FDC45BD74B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9505B0AB-C0FD-9A18-8E76-A346CA5A8DFE}"/>
              </a:ext>
            </a:extLst>
          </p:cNvPr>
          <p:cNvSpPr>
            <a:spLocks noGrp="1"/>
          </p:cNvSpPr>
          <p:nvPr>
            <p:ph type="title"/>
          </p:nvPr>
        </p:nvSpPr>
        <p:spPr>
          <a:xfrm>
            <a:off x="553189" y="350134"/>
            <a:ext cx="12490782" cy="465114"/>
          </a:xfrm>
        </p:spPr>
        <p:txBody>
          <a:bodyPr vert="horz"/>
          <a:lstStyle/>
          <a:p>
            <a:r>
              <a:rPr lang="en-IN" dirty="0"/>
              <a:t>Detailed Mapping with respect to coverage of Roadmap Vs. Engagement (3/7)</a:t>
            </a:r>
          </a:p>
        </p:txBody>
      </p:sp>
      <p:graphicFrame>
        <p:nvGraphicFramePr>
          <p:cNvPr id="42" name="Table 41">
            <a:extLst>
              <a:ext uri="{FF2B5EF4-FFF2-40B4-BE49-F238E27FC236}">
                <a16:creationId xmlns:a16="http://schemas.microsoft.com/office/drawing/2014/main" id="{263CA1F1-8F1B-FECC-50AA-392D2ABCD0A5}"/>
              </a:ext>
            </a:extLst>
          </p:cNvPr>
          <p:cNvGraphicFramePr>
            <a:graphicFrameLocks noGrp="1"/>
          </p:cNvGraphicFramePr>
          <p:nvPr>
            <p:extLst>
              <p:ext uri="{D42A27DB-BD31-4B8C-83A1-F6EECF244321}">
                <p14:modId xmlns:p14="http://schemas.microsoft.com/office/powerpoint/2010/main" val="3362147865"/>
              </p:ext>
            </p:extLst>
          </p:nvPr>
        </p:nvGraphicFramePr>
        <p:xfrm>
          <a:off x="648585" y="1241320"/>
          <a:ext cx="11632019" cy="5308337"/>
        </p:xfrm>
        <a:graphic>
          <a:graphicData uri="http://schemas.openxmlformats.org/drawingml/2006/table">
            <a:tbl>
              <a:tblPr/>
              <a:tblGrid>
                <a:gridCol w="645201">
                  <a:extLst>
                    <a:ext uri="{9D8B030D-6E8A-4147-A177-3AD203B41FA5}">
                      <a16:colId xmlns:a16="http://schemas.microsoft.com/office/drawing/2014/main" val="3606631111"/>
                    </a:ext>
                  </a:extLst>
                </a:gridCol>
                <a:gridCol w="4798670">
                  <a:extLst>
                    <a:ext uri="{9D8B030D-6E8A-4147-A177-3AD203B41FA5}">
                      <a16:colId xmlns:a16="http://schemas.microsoft.com/office/drawing/2014/main" val="246797316"/>
                    </a:ext>
                  </a:extLst>
                </a:gridCol>
                <a:gridCol w="903767">
                  <a:extLst>
                    <a:ext uri="{9D8B030D-6E8A-4147-A177-3AD203B41FA5}">
                      <a16:colId xmlns:a16="http://schemas.microsoft.com/office/drawing/2014/main" val="3103273663"/>
                    </a:ext>
                  </a:extLst>
                </a:gridCol>
                <a:gridCol w="5284381">
                  <a:extLst>
                    <a:ext uri="{9D8B030D-6E8A-4147-A177-3AD203B41FA5}">
                      <a16:colId xmlns:a16="http://schemas.microsoft.com/office/drawing/2014/main" val="1533085783"/>
                    </a:ext>
                  </a:extLst>
                </a:gridCol>
              </a:tblGrid>
              <a:tr h="461810">
                <a:tc>
                  <a:txBody>
                    <a:bodyPr/>
                    <a:lstStyle/>
                    <a:p>
                      <a:pPr algn="ctr" fontAlgn="ctr"/>
                      <a:r>
                        <a:rPr lang="en-US" sz="1400" b="1" i="0" u="none" strike="noStrike" dirty="0">
                          <a:solidFill>
                            <a:srgbClr val="FFFFFF"/>
                          </a:solidFill>
                          <a:effectLst/>
                          <a:latin typeface="+mj-lt"/>
                        </a:rPr>
                        <a:t>Ref No</a:t>
                      </a:r>
                    </a:p>
                  </a:txBody>
                  <a:tcPr marL="1532" marR="1532" marT="1532"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F243E"/>
                    </a:solidFill>
                  </a:tcPr>
                </a:tc>
                <a:tc>
                  <a:txBody>
                    <a:bodyPr/>
                    <a:lstStyle/>
                    <a:p>
                      <a:pPr algn="ctr" fontAlgn="ctr"/>
                      <a:r>
                        <a:rPr lang="en-US" sz="1400" b="1" i="0" u="none" strike="noStrike" dirty="0">
                          <a:solidFill>
                            <a:srgbClr val="FFFFFF"/>
                          </a:solidFill>
                          <a:effectLst/>
                          <a:latin typeface="+mj-lt"/>
                        </a:rPr>
                        <a:t>Commission’s Activities as outlined in ERC Roadmap</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F243E"/>
                    </a:solidFill>
                  </a:tcPr>
                </a:tc>
                <a:tc>
                  <a:txBody>
                    <a:bodyPr/>
                    <a:lstStyle/>
                    <a:p>
                      <a:pPr algn="ctr" fontAlgn="ctr"/>
                      <a:r>
                        <a:rPr lang="en-US" sz="1400" b="1" i="0" u="none" strike="noStrike" dirty="0">
                          <a:solidFill>
                            <a:srgbClr val="FFFFFF"/>
                          </a:solidFill>
                          <a:effectLst/>
                          <a:latin typeface="+mj-lt"/>
                        </a:rPr>
                        <a:t>Mapping in </a:t>
                      </a:r>
                      <a:r>
                        <a:rPr lang="en-US" sz="1400" b="1" i="0" u="none" strike="noStrike" dirty="0" err="1">
                          <a:solidFill>
                            <a:srgbClr val="FFFFFF"/>
                          </a:solidFill>
                          <a:effectLst/>
                          <a:latin typeface="+mj-lt"/>
                        </a:rPr>
                        <a:t>RfP</a:t>
                      </a:r>
                      <a:endParaRPr lang="en-US" sz="1400" b="1" i="0" u="none" strike="noStrike" dirty="0">
                        <a:solidFill>
                          <a:srgbClr val="FFFFFF"/>
                        </a:solidFill>
                        <a:effectLst/>
                        <a:latin typeface="+mj-lt"/>
                      </a:endParaRP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F243E"/>
                    </a:solidFill>
                  </a:tcPr>
                </a:tc>
                <a:tc>
                  <a:txBody>
                    <a:bodyPr/>
                    <a:lstStyle/>
                    <a:p>
                      <a:pPr algn="ctr" fontAlgn="ctr"/>
                      <a:r>
                        <a:rPr lang="en-US" sz="1400" b="1" i="0" u="none" strike="noStrike" dirty="0">
                          <a:solidFill>
                            <a:srgbClr val="FFFFFF"/>
                          </a:solidFill>
                          <a:effectLst/>
                          <a:latin typeface="+mj-lt"/>
                        </a:rPr>
                        <a:t>Coverage in MCA </a:t>
                      </a:r>
                      <a:r>
                        <a:rPr lang="en-US" sz="1400" b="1" i="0" u="none" strike="noStrike" dirty="0" err="1">
                          <a:solidFill>
                            <a:srgbClr val="FFFFFF"/>
                          </a:solidFill>
                          <a:effectLst/>
                          <a:latin typeface="+mj-lt"/>
                        </a:rPr>
                        <a:t>RfP</a:t>
                      </a:r>
                      <a:endParaRPr lang="en-US" sz="1400" b="1" i="0" u="none" strike="noStrike" dirty="0">
                        <a:solidFill>
                          <a:srgbClr val="FFFFFF"/>
                        </a:solidFill>
                        <a:effectLst/>
                        <a:latin typeface="+mj-lt"/>
                      </a:endParaRPr>
                    </a:p>
                  </a:txBody>
                  <a:tcPr marL="1532" marR="1532" marT="153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F243E"/>
                    </a:solidFill>
                  </a:tcPr>
                </a:tc>
                <a:extLst>
                  <a:ext uri="{0D108BD9-81ED-4DB2-BD59-A6C34878D82A}">
                    <a16:rowId xmlns:a16="http://schemas.microsoft.com/office/drawing/2014/main" val="3974825971"/>
                  </a:ext>
                </a:extLst>
              </a:tr>
              <a:tr h="231731">
                <a:tc>
                  <a:txBody>
                    <a:bodyPr/>
                    <a:lstStyle/>
                    <a:p>
                      <a:pPr algn="ctr" fontAlgn="ctr"/>
                      <a:r>
                        <a:rPr lang="en-US" sz="1400" b="1" i="0" u="none" strike="noStrike" dirty="0">
                          <a:solidFill>
                            <a:srgbClr val="000000"/>
                          </a:solidFill>
                          <a:effectLst/>
                          <a:latin typeface="+mj-lt"/>
                        </a:rPr>
                        <a:t>4.2.3</a:t>
                      </a:r>
                    </a:p>
                  </a:txBody>
                  <a:tcPr marL="1532" marR="1532" marT="1532"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BBB59"/>
                    </a:solidFill>
                  </a:tcPr>
                </a:tc>
                <a:tc>
                  <a:txBody>
                    <a:bodyPr/>
                    <a:lstStyle/>
                    <a:p>
                      <a:pPr algn="l" fontAlgn="ctr"/>
                      <a:r>
                        <a:rPr lang="en-US" sz="1400" b="1" i="0" u="none" strike="noStrike" dirty="0">
                          <a:solidFill>
                            <a:srgbClr val="000000"/>
                          </a:solidFill>
                          <a:effectLst/>
                          <a:latin typeface="+mj-lt"/>
                        </a:rPr>
                        <a:t>Competition and Consumers’ Rights Protection</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BBB59"/>
                    </a:solidFill>
                  </a:tcPr>
                </a:tc>
                <a:tc>
                  <a:txBody>
                    <a:bodyPr/>
                    <a:lstStyle/>
                    <a:p>
                      <a:pPr algn="ctr" fontAlgn="ctr"/>
                      <a:r>
                        <a:rPr lang="en-US" sz="1400" b="1" i="0" u="none" strike="noStrike" dirty="0">
                          <a:solidFill>
                            <a:srgbClr val="000000"/>
                          </a:solidFill>
                          <a:effectLst/>
                          <a:latin typeface="+mj-lt"/>
                        </a:rPr>
                        <a:t> </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BBB59"/>
                    </a:solidFill>
                  </a:tcPr>
                </a:tc>
                <a:tc>
                  <a:txBody>
                    <a:bodyPr/>
                    <a:lstStyle/>
                    <a:p>
                      <a:pPr algn="ctr" fontAlgn="ctr"/>
                      <a:r>
                        <a:rPr lang="en-US" sz="1400" b="1" i="0" u="none" strike="noStrike" dirty="0">
                          <a:solidFill>
                            <a:srgbClr val="000000"/>
                          </a:solidFill>
                          <a:effectLst/>
                          <a:latin typeface="+mj-lt"/>
                        </a:rPr>
                        <a:t> </a:t>
                      </a:r>
                    </a:p>
                  </a:txBody>
                  <a:tcPr marL="1532" marR="1532" marT="153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BBB59"/>
                    </a:solidFill>
                  </a:tcPr>
                </a:tc>
                <a:extLst>
                  <a:ext uri="{0D108BD9-81ED-4DB2-BD59-A6C34878D82A}">
                    <a16:rowId xmlns:a16="http://schemas.microsoft.com/office/drawing/2014/main" val="2705219110"/>
                  </a:ext>
                </a:extLst>
              </a:tr>
              <a:tr h="461810">
                <a:tc>
                  <a:txBody>
                    <a:bodyPr/>
                    <a:lstStyle/>
                    <a:p>
                      <a:pPr algn="ctr" fontAlgn="ctr"/>
                      <a:r>
                        <a:rPr lang="en-US" sz="1400" b="0" i="0" u="none" strike="noStrike" dirty="0">
                          <a:solidFill>
                            <a:srgbClr val="000000"/>
                          </a:solidFill>
                          <a:effectLst/>
                          <a:latin typeface="+mj-lt"/>
                        </a:rPr>
                        <a:t>15</a:t>
                      </a:r>
                    </a:p>
                  </a:txBody>
                  <a:tcPr marL="1532" marR="1532" marT="1532"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Issue Open Access Directives to Transmission Network</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mj-lt"/>
                        </a:rPr>
                        <a:t>24</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Develop rules &amp; framework for open-access regime for transmission network &amp; support transition process</a:t>
                      </a:r>
                    </a:p>
                  </a:txBody>
                  <a:tcPr marL="1532" marR="1532" marT="153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32649846"/>
                  </a:ext>
                </a:extLst>
              </a:tr>
              <a:tr h="921968">
                <a:tc>
                  <a:txBody>
                    <a:bodyPr/>
                    <a:lstStyle/>
                    <a:p>
                      <a:pPr algn="ctr" fontAlgn="ctr"/>
                      <a:r>
                        <a:rPr lang="en-US" sz="1400" b="0" i="0" u="none" strike="noStrike" dirty="0">
                          <a:solidFill>
                            <a:srgbClr val="000000"/>
                          </a:solidFill>
                          <a:effectLst/>
                          <a:latin typeface="+mj-lt"/>
                        </a:rPr>
                        <a:t>16</a:t>
                      </a:r>
                    </a:p>
                  </a:txBody>
                  <a:tcPr marL="1532" marR="1532" marT="1532"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Issue Directives related to Cross-border Electricity Trade</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mj-lt"/>
                        </a:rPr>
                        <a:t>27a</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Support ERC to develop policy, regulatory reform, tariff model including legal &amp; regulatory framework for electricity market development, regional power pools and cross border power trading.</a:t>
                      </a:r>
                    </a:p>
                  </a:txBody>
                  <a:tcPr marL="1532" marR="1532" marT="153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23963142"/>
                  </a:ext>
                </a:extLst>
              </a:tr>
              <a:tr h="461810">
                <a:tc>
                  <a:txBody>
                    <a:bodyPr/>
                    <a:lstStyle/>
                    <a:p>
                      <a:pPr algn="ctr" fontAlgn="ctr"/>
                      <a:r>
                        <a:rPr lang="en-US" sz="1400" b="0" i="0" u="none" strike="noStrike" dirty="0">
                          <a:solidFill>
                            <a:srgbClr val="000000"/>
                          </a:solidFill>
                          <a:effectLst/>
                          <a:latin typeface="+mj-lt"/>
                        </a:rPr>
                        <a:t>17</a:t>
                      </a:r>
                    </a:p>
                  </a:txBody>
                  <a:tcPr marL="1532" marR="1532" marT="1532"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Install the Citizen’s Charter of Electricity Regulatory Commission</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400" b="0" i="0" u="none" strike="noStrike" dirty="0">
                        <a:solidFill>
                          <a:srgbClr val="000000"/>
                        </a:solidFill>
                        <a:effectLst/>
                        <a:latin typeface="+mj-lt"/>
                      </a:endParaRP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Not Covered</a:t>
                      </a:r>
                    </a:p>
                  </a:txBody>
                  <a:tcPr marL="1532" marR="1532" marT="153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98348186"/>
                  </a:ext>
                </a:extLst>
              </a:tr>
              <a:tr h="461810">
                <a:tc>
                  <a:txBody>
                    <a:bodyPr/>
                    <a:lstStyle/>
                    <a:p>
                      <a:pPr algn="ctr" fontAlgn="ctr"/>
                      <a:r>
                        <a:rPr lang="en-US" sz="1400" b="0" i="0" u="none" strike="noStrike" dirty="0">
                          <a:solidFill>
                            <a:srgbClr val="000000"/>
                          </a:solidFill>
                          <a:effectLst/>
                          <a:latin typeface="+mj-lt"/>
                        </a:rPr>
                        <a:t>18</a:t>
                      </a:r>
                    </a:p>
                  </a:txBody>
                  <a:tcPr marL="1532" marR="1532" marT="1532"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Review the Electricity Consumers’ Rights Protection Directives, 2023</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400" b="0" i="0" u="none" strike="noStrike" dirty="0">
                        <a:solidFill>
                          <a:srgbClr val="000000"/>
                        </a:solidFill>
                        <a:effectLst/>
                        <a:latin typeface="+mj-lt"/>
                      </a:endParaRP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Not Covered</a:t>
                      </a:r>
                    </a:p>
                  </a:txBody>
                  <a:tcPr marL="1532" marR="1532" marT="153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6950766"/>
                  </a:ext>
                </a:extLst>
              </a:tr>
              <a:tr h="921968">
                <a:tc>
                  <a:txBody>
                    <a:bodyPr/>
                    <a:lstStyle/>
                    <a:p>
                      <a:pPr algn="ctr" fontAlgn="ctr"/>
                      <a:r>
                        <a:rPr lang="en-US" sz="1400" b="0" i="0" u="none" strike="noStrike" dirty="0">
                          <a:solidFill>
                            <a:srgbClr val="000000"/>
                          </a:solidFill>
                          <a:effectLst/>
                          <a:latin typeface="+mj-lt"/>
                        </a:rPr>
                        <a:t>19</a:t>
                      </a:r>
                    </a:p>
                  </a:txBody>
                  <a:tcPr marL="1532" marR="1532" marT="1532"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Study of relevance and implementation model of Wholesale Competitive Market</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mj-lt"/>
                        </a:rPr>
                        <a:t>25e</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Conduct advanced training in areas such as dispute resolution, contract management, competitive wholesale markets rules and oversight, competitive bidding for IPP contracts.</a:t>
                      </a:r>
                    </a:p>
                  </a:txBody>
                  <a:tcPr marL="1532" marR="1532" marT="153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11444305"/>
                  </a:ext>
                </a:extLst>
              </a:tr>
              <a:tr h="461810">
                <a:tc>
                  <a:txBody>
                    <a:bodyPr/>
                    <a:lstStyle/>
                    <a:p>
                      <a:pPr algn="ctr" fontAlgn="ctr"/>
                      <a:r>
                        <a:rPr lang="en-US" sz="1400" b="0" i="0" u="none" strike="noStrike" dirty="0">
                          <a:solidFill>
                            <a:srgbClr val="000000"/>
                          </a:solidFill>
                          <a:effectLst/>
                          <a:latin typeface="+mj-lt"/>
                        </a:rPr>
                        <a:t>20</a:t>
                      </a:r>
                    </a:p>
                  </a:txBody>
                  <a:tcPr marL="1532" marR="1532" marT="1532"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Study of implementation model of retail competition included electricity market</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400" b="0" i="0" u="none" strike="noStrike" dirty="0">
                        <a:solidFill>
                          <a:srgbClr val="000000"/>
                        </a:solidFill>
                        <a:effectLst/>
                        <a:latin typeface="+mj-lt"/>
                      </a:endParaRP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Not Covered</a:t>
                      </a:r>
                    </a:p>
                  </a:txBody>
                  <a:tcPr marL="1532" marR="1532" marT="153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906567026"/>
                  </a:ext>
                </a:extLst>
              </a:tr>
              <a:tr h="461810">
                <a:tc>
                  <a:txBody>
                    <a:bodyPr/>
                    <a:lstStyle/>
                    <a:p>
                      <a:pPr algn="ctr" fontAlgn="ctr"/>
                      <a:r>
                        <a:rPr lang="en-US" sz="1400" b="0" i="0" u="none" strike="noStrike" dirty="0">
                          <a:solidFill>
                            <a:srgbClr val="000000"/>
                          </a:solidFill>
                          <a:effectLst/>
                          <a:latin typeface="+mj-lt"/>
                        </a:rPr>
                        <a:t>21</a:t>
                      </a:r>
                    </a:p>
                  </a:txBody>
                  <a:tcPr marL="1532" marR="1532" marT="1532"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Issue Directives related to conditions to be followed by the trade licensees</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mj-lt"/>
                        </a:rPr>
                        <a:t>27</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ERC develops &amp; implements regulations on power trading (regional &amp; domestic)</a:t>
                      </a:r>
                    </a:p>
                  </a:txBody>
                  <a:tcPr marL="1532" marR="1532" marT="153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16028695"/>
                  </a:ext>
                </a:extLst>
              </a:tr>
              <a:tr h="461810">
                <a:tc>
                  <a:txBody>
                    <a:bodyPr/>
                    <a:lstStyle/>
                    <a:p>
                      <a:pPr algn="ctr" fontAlgn="ctr"/>
                      <a:r>
                        <a:rPr lang="en-US" sz="1400" b="0" i="0" u="none" strike="noStrike" dirty="0">
                          <a:solidFill>
                            <a:srgbClr val="000000"/>
                          </a:solidFill>
                          <a:effectLst/>
                          <a:latin typeface="+mj-lt"/>
                        </a:rPr>
                        <a:t>22</a:t>
                      </a:r>
                    </a:p>
                  </a:txBody>
                  <a:tcPr marL="1532" marR="1532" marT="1532"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Conduct sustainability study of Community Rural Electricity Entities (CREEs)</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400" b="0" i="0" u="none" strike="noStrike" dirty="0">
                        <a:solidFill>
                          <a:srgbClr val="000000"/>
                        </a:solidFill>
                        <a:effectLst/>
                        <a:latin typeface="+mj-lt"/>
                      </a:endParaRP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Not Covered</a:t>
                      </a:r>
                    </a:p>
                  </a:txBody>
                  <a:tcPr marL="1532" marR="1532" marT="153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51155697"/>
                  </a:ext>
                </a:extLst>
              </a:tr>
            </a:tbl>
          </a:graphicData>
        </a:graphic>
      </p:graphicFrame>
      <p:sp>
        <p:nvSpPr>
          <p:cNvPr id="2" name="TextBox 1">
            <a:extLst>
              <a:ext uri="{FF2B5EF4-FFF2-40B4-BE49-F238E27FC236}">
                <a16:creationId xmlns:a16="http://schemas.microsoft.com/office/drawing/2014/main" id="{D38007CD-C014-C7AB-9A19-EFF2FC415099}"/>
              </a:ext>
            </a:extLst>
          </p:cNvPr>
          <p:cNvSpPr txBox="1"/>
          <p:nvPr/>
        </p:nvSpPr>
        <p:spPr>
          <a:xfrm>
            <a:off x="10399923" y="7160964"/>
            <a:ext cx="1880681" cy="184666"/>
          </a:xfrm>
          <a:prstGeom prst="rect">
            <a:avLst/>
          </a:prstGeom>
          <a:solidFill>
            <a:schemeClr val="bg2"/>
          </a:solidFill>
        </p:spPr>
        <p:txBody>
          <a:bodyPr wrap="square" lIns="0" tIns="0" rIns="0" bIns="0" rtlCol="0">
            <a:spAutoFit/>
          </a:bodyPr>
          <a:lstStyle/>
          <a:p>
            <a:pPr algn="ctr">
              <a:spcBef>
                <a:spcPts val="600"/>
              </a:spcBef>
              <a:buSzPct val="100000"/>
            </a:pPr>
            <a:r>
              <a:rPr lang="en-US" sz="1200" b="1" dirty="0">
                <a:solidFill>
                  <a:schemeClr val="accent3">
                    <a:lumMod val="75000"/>
                  </a:schemeClr>
                </a:solidFill>
                <a:hlinkClick r:id="rId5" action="ppaction://hlinksldjump"/>
              </a:rPr>
              <a:t>BACK TO MAIN SLIDE</a:t>
            </a:r>
            <a:endParaRPr lang="en-US" sz="1200" b="1" dirty="0">
              <a:solidFill>
                <a:schemeClr val="accent3">
                  <a:lumMod val="75000"/>
                </a:schemeClr>
              </a:solidFill>
            </a:endParaRPr>
          </a:p>
        </p:txBody>
      </p:sp>
    </p:spTree>
    <p:extLst>
      <p:ext uri="{BB962C8B-B14F-4D97-AF65-F5344CB8AC3E}">
        <p14:creationId xmlns:p14="http://schemas.microsoft.com/office/powerpoint/2010/main" val="2044108657"/>
      </p:ext>
    </p:extLst>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A39CA-8EEB-238D-9B05-CFF062718399}"/>
            </a:ext>
          </a:extLst>
        </p:cNvPr>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CE9402CC-6DCB-6243-4F5B-3A1727E8C0F9}"/>
              </a:ext>
            </a:extLst>
          </p:cNvPr>
          <p:cNvGraphicFramePr>
            <a:graphicFrameLocks noChangeAspect="1"/>
          </p:cNvGraphicFramePr>
          <p:nvPr>
            <p:custDataLst>
              <p:tags r:id="rId1"/>
            </p:custDataLst>
            <p:extLst>
              <p:ext uri="{D42A27DB-BD31-4B8C-83A1-F6EECF244321}">
                <p14:modId xmlns:p14="http://schemas.microsoft.com/office/powerpoint/2010/main" val="28606285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6" name="Object 5" hidden="1">
                        <a:extLst>
                          <a:ext uri="{FF2B5EF4-FFF2-40B4-BE49-F238E27FC236}">
                            <a16:creationId xmlns:a16="http://schemas.microsoft.com/office/drawing/2014/main" id="{CE9402CC-6DCB-6243-4F5B-3A1727E8C0F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CF5F349C-62C7-3215-3830-48EFA6F648EB}"/>
              </a:ext>
            </a:extLst>
          </p:cNvPr>
          <p:cNvSpPr>
            <a:spLocks noGrp="1"/>
          </p:cNvSpPr>
          <p:nvPr>
            <p:ph type="title"/>
          </p:nvPr>
        </p:nvSpPr>
        <p:spPr>
          <a:xfrm>
            <a:off x="553189" y="350134"/>
            <a:ext cx="12490782" cy="465114"/>
          </a:xfrm>
        </p:spPr>
        <p:txBody>
          <a:bodyPr vert="horz"/>
          <a:lstStyle/>
          <a:p>
            <a:r>
              <a:rPr lang="en-IN" dirty="0"/>
              <a:t>Detailed Mapping with respect to coverage of Roadmap Vs. Engagement (4/7)</a:t>
            </a:r>
          </a:p>
        </p:txBody>
      </p:sp>
      <p:graphicFrame>
        <p:nvGraphicFramePr>
          <p:cNvPr id="42" name="Table 41">
            <a:extLst>
              <a:ext uri="{FF2B5EF4-FFF2-40B4-BE49-F238E27FC236}">
                <a16:creationId xmlns:a16="http://schemas.microsoft.com/office/drawing/2014/main" id="{B4D7641B-8FAC-1110-3742-F03E21475F09}"/>
              </a:ext>
            </a:extLst>
          </p:cNvPr>
          <p:cNvGraphicFramePr>
            <a:graphicFrameLocks noGrp="1"/>
          </p:cNvGraphicFramePr>
          <p:nvPr>
            <p:extLst>
              <p:ext uri="{D42A27DB-BD31-4B8C-83A1-F6EECF244321}">
                <p14:modId xmlns:p14="http://schemas.microsoft.com/office/powerpoint/2010/main" val="3153431881"/>
              </p:ext>
            </p:extLst>
          </p:nvPr>
        </p:nvGraphicFramePr>
        <p:xfrm>
          <a:off x="648585" y="1241321"/>
          <a:ext cx="11632019" cy="5559616"/>
        </p:xfrm>
        <a:graphic>
          <a:graphicData uri="http://schemas.openxmlformats.org/drawingml/2006/table">
            <a:tbl>
              <a:tblPr/>
              <a:tblGrid>
                <a:gridCol w="645201">
                  <a:extLst>
                    <a:ext uri="{9D8B030D-6E8A-4147-A177-3AD203B41FA5}">
                      <a16:colId xmlns:a16="http://schemas.microsoft.com/office/drawing/2014/main" val="3606631111"/>
                    </a:ext>
                  </a:extLst>
                </a:gridCol>
                <a:gridCol w="4798670">
                  <a:extLst>
                    <a:ext uri="{9D8B030D-6E8A-4147-A177-3AD203B41FA5}">
                      <a16:colId xmlns:a16="http://schemas.microsoft.com/office/drawing/2014/main" val="246797316"/>
                    </a:ext>
                  </a:extLst>
                </a:gridCol>
                <a:gridCol w="903767">
                  <a:extLst>
                    <a:ext uri="{9D8B030D-6E8A-4147-A177-3AD203B41FA5}">
                      <a16:colId xmlns:a16="http://schemas.microsoft.com/office/drawing/2014/main" val="3103273663"/>
                    </a:ext>
                  </a:extLst>
                </a:gridCol>
                <a:gridCol w="5284381">
                  <a:extLst>
                    <a:ext uri="{9D8B030D-6E8A-4147-A177-3AD203B41FA5}">
                      <a16:colId xmlns:a16="http://schemas.microsoft.com/office/drawing/2014/main" val="1533085783"/>
                    </a:ext>
                  </a:extLst>
                </a:gridCol>
              </a:tblGrid>
              <a:tr h="0">
                <a:tc>
                  <a:txBody>
                    <a:bodyPr/>
                    <a:lstStyle/>
                    <a:p>
                      <a:pPr algn="ctr" fontAlgn="ctr"/>
                      <a:r>
                        <a:rPr lang="en-US" sz="1400" b="1" i="0" u="none" strike="noStrike" dirty="0">
                          <a:solidFill>
                            <a:srgbClr val="FFFFFF"/>
                          </a:solidFill>
                          <a:effectLst/>
                          <a:latin typeface="+mj-lt"/>
                        </a:rPr>
                        <a:t>Ref No</a:t>
                      </a:r>
                    </a:p>
                  </a:txBody>
                  <a:tcPr marL="1532" marR="1532" marT="1532"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F243E"/>
                    </a:solidFill>
                  </a:tcPr>
                </a:tc>
                <a:tc>
                  <a:txBody>
                    <a:bodyPr/>
                    <a:lstStyle/>
                    <a:p>
                      <a:pPr algn="ctr" fontAlgn="ctr"/>
                      <a:r>
                        <a:rPr lang="en-US" sz="1400" b="1" i="0" u="none" strike="noStrike" dirty="0">
                          <a:solidFill>
                            <a:srgbClr val="FFFFFF"/>
                          </a:solidFill>
                          <a:effectLst/>
                          <a:latin typeface="+mj-lt"/>
                        </a:rPr>
                        <a:t>Commission’s Activities as outlined in ERC Roadmap</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F243E"/>
                    </a:solidFill>
                  </a:tcPr>
                </a:tc>
                <a:tc>
                  <a:txBody>
                    <a:bodyPr/>
                    <a:lstStyle/>
                    <a:p>
                      <a:pPr algn="ctr" fontAlgn="ctr"/>
                      <a:r>
                        <a:rPr lang="en-US" sz="1400" b="1" i="0" u="none" strike="noStrike" dirty="0">
                          <a:solidFill>
                            <a:srgbClr val="FFFFFF"/>
                          </a:solidFill>
                          <a:effectLst/>
                          <a:latin typeface="+mj-lt"/>
                        </a:rPr>
                        <a:t>Mapping in </a:t>
                      </a:r>
                      <a:r>
                        <a:rPr lang="en-US" sz="1400" b="1" i="0" u="none" strike="noStrike" dirty="0" err="1">
                          <a:solidFill>
                            <a:srgbClr val="FFFFFF"/>
                          </a:solidFill>
                          <a:effectLst/>
                          <a:latin typeface="+mj-lt"/>
                        </a:rPr>
                        <a:t>RfP</a:t>
                      </a:r>
                      <a:endParaRPr lang="en-US" sz="1400" b="1" i="0" u="none" strike="noStrike" dirty="0">
                        <a:solidFill>
                          <a:srgbClr val="FFFFFF"/>
                        </a:solidFill>
                        <a:effectLst/>
                        <a:latin typeface="+mj-lt"/>
                      </a:endParaRP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F243E"/>
                    </a:solidFill>
                  </a:tcPr>
                </a:tc>
                <a:tc>
                  <a:txBody>
                    <a:bodyPr/>
                    <a:lstStyle/>
                    <a:p>
                      <a:pPr algn="ctr" fontAlgn="ctr"/>
                      <a:r>
                        <a:rPr lang="en-US" sz="1400" b="1" i="0" u="none" strike="noStrike" dirty="0">
                          <a:solidFill>
                            <a:srgbClr val="FFFFFF"/>
                          </a:solidFill>
                          <a:effectLst/>
                          <a:latin typeface="+mj-lt"/>
                        </a:rPr>
                        <a:t>Coverage in MCA </a:t>
                      </a:r>
                      <a:r>
                        <a:rPr lang="en-US" sz="1400" b="1" i="0" u="none" strike="noStrike" dirty="0" err="1">
                          <a:solidFill>
                            <a:srgbClr val="FFFFFF"/>
                          </a:solidFill>
                          <a:effectLst/>
                          <a:latin typeface="+mj-lt"/>
                        </a:rPr>
                        <a:t>RfP</a:t>
                      </a:r>
                      <a:endParaRPr lang="en-US" sz="1400" b="1" i="0" u="none" strike="noStrike" dirty="0">
                        <a:solidFill>
                          <a:srgbClr val="FFFFFF"/>
                        </a:solidFill>
                        <a:effectLst/>
                        <a:latin typeface="+mj-lt"/>
                      </a:endParaRPr>
                    </a:p>
                  </a:txBody>
                  <a:tcPr marL="1532" marR="1532" marT="153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F243E"/>
                    </a:solidFill>
                  </a:tcPr>
                </a:tc>
                <a:extLst>
                  <a:ext uri="{0D108BD9-81ED-4DB2-BD59-A6C34878D82A}">
                    <a16:rowId xmlns:a16="http://schemas.microsoft.com/office/drawing/2014/main" val="3974825971"/>
                  </a:ext>
                </a:extLst>
              </a:tr>
              <a:tr h="0">
                <a:tc>
                  <a:txBody>
                    <a:bodyPr/>
                    <a:lstStyle/>
                    <a:p>
                      <a:pPr algn="ctr" fontAlgn="ctr"/>
                      <a:r>
                        <a:rPr lang="en-US" sz="1400" b="1" i="0" u="none" strike="noStrike" dirty="0">
                          <a:solidFill>
                            <a:srgbClr val="000000"/>
                          </a:solidFill>
                          <a:effectLst/>
                          <a:latin typeface="+mj-lt"/>
                        </a:rPr>
                        <a:t>4.2.4</a:t>
                      </a:r>
                    </a:p>
                  </a:txBody>
                  <a:tcPr marL="1532" marR="1532" marT="1532"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BBB59"/>
                    </a:solidFill>
                  </a:tcPr>
                </a:tc>
                <a:tc gridSpan="3">
                  <a:txBody>
                    <a:bodyPr/>
                    <a:lstStyle/>
                    <a:p>
                      <a:pPr algn="l" fontAlgn="ctr"/>
                      <a:r>
                        <a:rPr lang="en-US" sz="1400" b="1" i="0" u="none" strike="noStrike" dirty="0">
                          <a:solidFill>
                            <a:srgbClr val="000000"/>
                          </a:solidFill>
                          <a:effectLst/>
                          <a:latin typeface="+mj-lt"/>
                        </a:rPr>
                        <a:t>Organizational Capacity Development and Corporate Governance </a:t>
                      </a:r>
                    </a:p>
                  </a:txBody>
                  <a:tcPr marL="1532" marR="1532" marT="153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BBB59"/>
                    </a:solidFill>
                  </a:tcPr>
                </a:tc>
                <a:tc hMerge="1">
                  <a:txBody>
                    <a:bodyPr/>
                    <a:lstStyle/>
                    <a:p>
                      <a:endParaRP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BBB59"/>
                    </a:solidFill>
                  </a:tcPr>
                </a:tc>
                <a:tc hMerge="1">
                  <a:txBody>
                    <a:bodyPr/>
                    <a:lstStyle/>
                    <a:p>
                      <a:endParaRPr dirty="0"/>
                    </a:p>
                  </a:txBody>
                  <a:tcPr marL="1532" marR="1532" marT="153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BBB59"/>
                    </a:solidFill>
                  </a:tcPr>
                </a:tc>
                <a:extLst>
                  <a:ext uri="{0D108BD9-81ED-4DB2-BD59-A6C34878D82A}">
                    <a16:rowId xmlns:a16="http://schemas.microsoft.com/office/drawing/2014/main" val="1671950214"/>
                  </a:ext>
                </a:extLst>
              </a:tr>
              <a:tr h="0">
                <a:tc>
                  <a:txBody>
                    <a:bodyPr/>
                    <a:lstStyle/>
                    <a:p>
                      <a:pPr algn="ctr" fontAlgn="ctr"/>
                      <a:r>
                        <a:rPr lang="en-US" sz="1400" b="0" i="0" u="none" strike="noStrike" dirty="0">
                          <a:solidFill>
                            <a:srgbClr val="000000"/>
                          </a:solidFill>
                          <a:effectLst/>
                          <a:latin typeface="+mj-lt"/>
                        </a:rPr>
                        <a:t>23</a:t>
                      </a:r>
                    </a:p>
                  </a:txBody>
                  <a:tcPr marL="1532" marR="1532" marT="1532"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Benchmarking Operating Expenditure of licensees</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400" b="0" i="0" u="none" strike="noStrike" dirty="0">
                        <a:solidFill>
                          <a:srgbClr val="000000"/>
                        </a:solidFill>
                        <a:effectLst/>
                        <a:latin typeface="+mj-lt"/>
                      </a:endParaRP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Not Covered</a:t>
                      </a:r>
                    </a:p>
                  </a:txBody>
                  <a:tcPr marL="1532" marR="1532" marT="153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11861804"/>
                  </a:ext>
                </a:extLst>
              </a:tr>
              <a:tr h="0">
                <a:tc>
                  <a:txBody>
                    <a:bodyPr/>
                    <a:lstStyle/>
                    <a:p>
                      <a:pPr algn="ctr" fontAlgn="ctr"/>
                      <a:r>
                        <a:rPr lang="en-US" sz="1400" b="0" i="0" u="none" strike="noStrike" dirty="0">
                          <a:solidFill>
                            <a:srgbClr val="000000"/>
                          </a:solidFill>
                          <a:effectLst/>
                          <a:latin typeface="+mj-lt"/>
                        </a:rPr>
                        <a:t>24</a:t>
                      </a:r>
                    </a:p>
                  </a:txBody>
                  <a:tcPr marL="1532" marR="1532" marT="1532"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Benchmarking Capital Expenditure of licensees</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400" b="0" i="0" u="none" strike="noStrike" dirty="0">
                        <a:solidFill>
                          <a:srgbClr val="000000"/>
                        </a:solidFill>
                        <a:effectLst/>
                        <a:latin typeface="+mj-lt"/>
                      </a:endParaRP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Not Covered</a:t>
                      </a:r>
                    </a:p>
                  </a:txBody>
                  <a:tcPr marL="1532" marR="1532" marT="153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56677717"/>
                  </a:ext>
                </a:extLst>
              </a:tr>
              <a:tr h="90648">
                <a:tc>
                  <a:txBody>
                    <a:bodyPr/>
                    <a:lstStyle/>
                    <a:p>
                      <a:pPr algn="ctr" fontAlgn="ctr"/>
                      <a:r>
                        <a:rPr lang="en-US" sz="1400" b="0" i="0" u="none" strike="noStrike" dirty="0">
                          <a:solidFill>
                            <a:srgbClr val="000000"/>
                          </a:solidFill>
                          <a:effectLst/>
                          <a:latin typeface="+mj-lt"/>
                        </a:rPr>
                        <a:t>25</a:t>
                      </a:r>
                    </a:p>
                  </a:txBody>
                  <a:tcPr marL="1532" marR="1532" marT="1532"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Measuring key performance indicators of distribution licensees</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mj-lt"/>
                        </a:rPr>
                        <a:t>21a</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Support development of a monitoring regime for Nepal’s power sector including developing key performance indicators and benchmarks related to technical performance and quality of service. Identify, as needed, tools, equipment, and processes for performing regulatory oversight of technical measures (e.g., site visits), and support ERC in reviewing submissions by regulated entities.</a:t>
                      </a:r>
                    </a:p>
                  </a:txBody>
                  <a:tcPr marL="1532" marR="1532" marT="153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29203907"/>
                  </a:ext>
                </a:extLst>
              </a:tr>
              <a:tr h="90648">
                <a:tc>
                  <a:txBody>
                    <a:bodyPr/>
                    <a:lstStyle/>
                    <a:p>
                      <a:pPr algn="ctr" fontAlgn="ctr"/>
                      <a:r>
                        <a:rPr lang="en-US" sz="1400" b="0" i="0" u="none" strike="noStrike" dirty="0">
                          <a:solidFill>
                            <a:srgbClr val="000000"/>
                          </a:solidFill>
                          <a:effectLst/>
                          <a:latin typeface="+mj-lt"/>
                        </a:rPr>
                        <a:t>26</a:t>
                      </a:r>
                    </a:p>
                  </a:txBody>
                  <a:tcPr marL="1532" marR="1532" marT="1532"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Measuring key performance indicators of generation licensees</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mj-lt"/>
                        </a:rPr>
                        <a:t>21a</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Support development of a monitoring regime for Nepal’s power sector including developing key performance indicators and benchmarks related to technical performance and quality of service. Identify, as needed, tools, equipment, and processes for performing regulatory oversight of technical measures (e.g., site visits), and support ERC in reviewing submissions by regulated entities.</a:t>
                      </a:r>
                    </a:p>
                  </a:txBody>
                  <a:tcPr marL="1532" marR="1532" marT="153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46525092"/>
                  </a:ext>
                </a:extLst>
              </a:tr>
              <a:tr h="0">
                <a:tc>
                  <a:txBody>
                    <a:bodyPr/>
                    <a:lstStyle/>
                    <a:p>
                      <a:pPr algn="ctr" fontAlgn="ctr"/>
                      <a:r>
                        <a:rPr lang="en-US" sz="1400" b="0" i="0" u="none" strike="noStrike" dirty="0">
                          <a:solidFill>
                            <a:srgbClr val="000000"/>
                          </a:solidFill>
                          <a:effectLst/>
                          <a:latin typeface="+mj-lt"/>
                        </a:rPr>
                        <a:t>27</a:t>
                      </a:r>
                    </a:p>
                  </a:txBody>
                  <a:tcPr marL="1532" marR="1532" marT="1532"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Issue and implement one or more Directives related to Corporate Governance of Licensees as per necessity</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400" b="0" i="0" u="none" strike="noStrike" dirty="0">
                        <a:solidFill>
                          <a:srgbClr val="000000"/>
                        </a:solidFill>
                        <a:effectLst/>
                        <a:latin typeface="+mj-lt"/>
                      </a:endParaRP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Not Covered</a:t>
                      </a:r>
                    </a:p>
                  </a:txBody>
                  <a:tcPr marL="1532" marR="1532" marT="153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24369483"/>
                  </a:ext>
                </a:extLst>
              </a:tr>
              <a:tr h="0">
                <a:tc>
                  <a:txBody>
                    <a:bodyPr/>
                    <a:lstStyle/>
                    <a:p>
                      <a:pPr algn="ctr" fontAlgn="ctr"/>
                      <a:r>
                        <a:rPr lang="en-US" sz="1400" b="0" i="0" u="none" strike="noStrike" dirty="0">
                          <a:solidFill>
                            <a:srgbClr val="000000"/>
                          </a:solidFill>
                          <a:effectLst/>
                          <a:latin typeface="+mj-lt"/>
                        </a:rPr>
                        <a:t>28</a:t>
                      </a:r>
                    </a:p>
                  </a:txBody>
                  <a:tcPr marL="1532" marR="1532" marT="1532"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Review the existing Directives on Merger, Acquisition, Takeover, Joining, Purchase/Sale of Licenses, etc.</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400" b="0" i="0" u="none" strike="noStrike" dirty="0">
                        <a:solidFill>
                          <a:srgbClr val="000000"/>
                        </a:solidFill>
                        <a:effectLst/>
                        <a:latin typeface="+mj-lt"/>
                      </a:endParaRP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Not Covered</a:t>
                      </a:r>
                    </a:p>
                  </a:txBody>
                  <a:tcPr marL="1532" marR="1532" marT="153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77229357"/>
                  </a:ext>
                </a:extLst>
              </a:tr>
            </a:tbl>
          </a:graphicData>
        </a:graphic>
      </p:graphicFrame>
      <p:sp>
        <p:nvSpPr>
          <p:cNvPr id="2" name="TextBox 1">
            <a:extLst>
              <a:ext uri="{FF2B5EF4-FFF2-40B4-BE49-F238E27FC236}">
                <a16:creationId xmlns:a16="http://schemas.microsoft.com/office/drawing/2014/main" id="{A934EEFB-45AE-C8AA-FE14-4DB838FE4DD2}"/>
              </a:ext>
            </a:extLst>
          </p:cNvPr>
          <p:cNvSpPr txBox="1"/>
          <p:nvPr/>
        </p:nvSpPr>
        <p:spPr>
          <a:xfrm>
            <a:off x="10399923" y="7160964"/>
            <a:ext cx="1880681" cy="184666"/>
          </a:xfrm>
          <a:prstGeom prst="rect">
            <a:avLst/>
          </a:prstGeom>
          <a:solidFill>
            <a:schemeClr val="bg2"/>
          </a:solidFill>
        </p:spPr>
        <p:txBody>
          <a:bodyPr wrap="square" lIns="0" tIns="0" rIns="0" bIns="0" rtlCol="0">
            <a:spAutoFit/>
          </a:bodyPr>
          <a:lstStyle/>
          <a:p>
            <a:pPr algn="ctr">
              <a:spcBef>
                <a:spcPts val="600"/>
              </a:spcBef>
              <a:buSzPct val="100000"/>
            </a:pPr>
            <a:r>
              <a:rPr lang="en-US" sz="1200" b="1" dirty="0">
                <a:solidFill>
                  <a:schemeClr val="accent3">
                    <a:lumMod val="75000"/>
                  </a:schemeClr>
                </a:solidFill>
                <a:hlinkClick r:id="rId5" action="ppaction://hlinksldjump"/>
              </a:rPr>
              <a:t>BACK TO MAIN SLIDE</a:t>
            </a:r>
            <a:endParaRPr lang="en-US" sz="1200" b="1" dirty="0">
              <a:solidFill>
                <a:schemeClr val="accent3">
                  <a:lumMod val="75000"/>
                </a:schemeClr>
              </a:solidFill>
            </a:endParaRPr>
          </a:p>
        </p:txBody>
      </p:sp>
    </p:spTree>
    <p:extLst>
      <p:ext uri="{BB962C8B-B14F-4D97-AF65-F5344CB8AC3E}">
        <p14:creationId xmlns:p14="http://schemas.microsoft.com/office/powerpoint/2010/main" val="652819507"/>
      </p:ext>
    </p:extLst>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FD7379-A7B2-0907-9E25-BFD452C87169}"/>
            </a:ext>
          </a:extLst>
        </p:cNvPr>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D2F3E068-590A-3F36-5F59-FAF8F29CF153}"/>
              </a:ext>
            </a:extLst>
          </p:cNvPr>
          <p:cNvGraphicFramePr>
            <a:graphicFrameLocks noChangeAspect="1"/>
          </p:cNvGraphicFramePr>
          <p:nvPr>
            <p:custDataLst>
              <p:tags r:id="rId1"/>
            </p:custDataLst>
            <p:extLst>
              <p:ext uri="{D42A27DB-BD31-4B8C-83A1-F6EECF244321}">
                <p14:modId xmlns:p14="http://schemas.microsoft.com/office/powerpoint/2010/main" val="169294593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6" name="Object 5" hidden="1">
                        <a:extLst>
                          <a:ext uri="{FF2B5EF4-FFF2-40B4-BE49-F238E27FC236}">
                            <a16:creationId xmlns:a16="http://schemas.microsoft.com/office/drawing/2014/main" id="{D2F3E068-590A-3F36-5F59-FAF8F29CF153}"/>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74A9BE52-5E7C-74F8-8998-6A81D34D0EF6}"/>
              </a:ext>
            </a:extLst>
          </p:cNvPr>
          <p:cNvSpPr>
            <a:spLocks noGrp="1"/>
          </p:cNvSpPr>
          <p:nvPr>
            <p:ph type="title"/>
          </p:nvPr>
        </p:nvSpPr>
        <p:spPr>
          <a:xfrm>
            <a:off x="553189" y="350134"/>
            <a:ext cx="12490782" cy="465114"/>
          </a:xfrm>
        </p:spPr>
        <p:txBody>
          <a:bodyPr vert="horz"/>
          <a:lstStyle/>
          <a:p>
            <a:r>
              <a:rPr lang="en-IN" dirty="0"/>
              <a:t>Detailed Mapping with respect to coverage of Roadmap Vs. Engagement (5/7)</a:t>
            </a:r>
          </a:p>
        </p:txBody>
      </p:sp>
      <p:graphicFrame>
        <p:nvGraphicFramePr>
          <p:cNvPr id="42" name="Table 41">
            <a:extLst>
              <a:ext uri="{FF2B5EF4-FFF2-40B4-BE49-F238E27FC236}">
                <a16:creationId xmlns:a16="http://schemas.microsoft.com/office/drawing/2014/main" id="{B67400B4-3D85-795C-8FFA-6F0D34623491}"/>
              </a:ext>
            </a:extLst>
          </p:cNvPr>
          <p:cNvGraphicFramePr>
            <a:graphicFrameLocks noGrp="1"/>
          </p:cNvGraphicFramePr>
          <p:nvPr>
            <p:extLst>
              <p:ext uri="{D42A27DB-BD31-4B8C-83A1-F6EECF244321}">
                <p14:modId xmlns:p14="http://schemas.microsoft.com/office/powerpoint/2010/main" val="3395391775"/>
              </p:ext>
            </p:extLst>
          </p:nvPr>
        </p:nvGraphicFramePr>
        <p:xfrm>
          <a:off x="648585" y="1241321"/>
          <a:ext cx="11632019" cy="5349320"/>
        </p:xfrm>
        <a:graphic>
          <a:graphicData uri="http://schemas.openxmlformats.org/drawingml/2006/table">
            <a:tbl>
              <a:tblPr/>
              <a:tblGrid>
                <a:gridCol w="645201">
                  <a:extLst>
                    <a:ext uri="{9D8B030D-6E8A-4147-A177-3AD203B41FA5}">
                      <a16:colId xmlns:a16="http://schemas.microsoft.com/office/drawing/2014/main" val="3606631111"/>
                    </a:ext>
                  </a:extLst>
                </a:gridCol>
                <a:gridCol w="4798670">
                  <a:extLst>
                    <a:ext uri="{9D8B030D-6E8A-4147-A177-3AD203B41FA5}">
                      <a16:colId xmlns:a16="http://schemas.microsoft.com/office/drawing/2014/main" val="246797316"/>
                    </a:ext>
                  </a:extLst>
                </a:gridCol>
                <a:gridCol w="903767">
                  <a:extLst>
                    <a:ext uri="{9D8B030D-6E8A-4147-A177-3AD203B41FA5}">
                      <a16:colId xmlns:a16="http://schemas.microsoft.com/office/drawing/2014/main" val="3103273663"/>
                    </a:ext>
                  </a:extLst>
                </a:gridCol>
                <a:gridCol w="5284381">
                  <a:extLst>
                    <a:ext uri="{9D8B030D-6E8A-4147-A177-3AD203B41FA5}">
                      <a16:colId xmlns:a16="http://schemas.microsoft.com/office/drawing/2014/main" val="1533085783"/>
                    </a:ext>
                  </a:extLst>
                </a:gridCol>
              </a:tblGrid>
              <a:tr h="0">
                <a:tc>
                  <a:txBody>
                    <a:bodyPr/>
                    <a:lstStyle/>
                    <a:p>
                      <a:pPr algn="ctr" fontAlgn="ctr"/>
                      <a:r>
                        <a:rPr lang="en-US" sz="1400" b="1" i="0" u="none" strike="noStrike" dirty="0">
                          <a:solidFill>
                            <a:srgbClr val="FFFFFF"/>
                          </a:solidFill>
                          <a:effectLst/>
                          <a:latin typeface="+mj-lt"/>
                        </a:rPr>
                        <a:t>Ref No</a:t>
                      </a:r>
                    </a:p>
                  </a:txBody>
                  <a:tcPr marL="1532" marR="1532" marT="1532"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F243E"/>
                    </a:solidFill>
                  </a:tcPr>
                </a:tc>
                <a:tc>
                  <a:txBody>
                    <a:bodyPr/>
                    <a:lstStyle/>
                    <a:p>
                      <a:pPr algn="ctr" fontAlgn="ctr"/>
                      <a:r>
                        <a:rPr lang="en-US" sz="1400" b="1" i="0" u="none" strike="noStrike" dirty="0">
                          <a:solidFill>
                            <a:srgbClr val="FFFFFF"/>
                          </a:solidFill>
                          <a:effectLst/>
                          <a:latin typeface="+mj-lt"/>
                        </a:rPr>
                        <a:t>Commission’s Activities as outlined in ERC Roadmap</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F243E"/>
                    </a:solidFill>
                  </a:tcPr>
                </a:tc>
                <a:tc>
                  <a:txBody>
                    <a:bodyPr/>
                    <a:lstStyle/>
                    <a:p>
                      <a:pPr algn="ctr" fontAlgn="ctr"/>
                      <a:r>
                        <a:rPr lang="en-US" sz="1400" b="1" i="0" u="none" strike="noStrike" dirty="0">
                          <a:solidFill>
                            <a:srgbClr val="FFFFFF"/>
                          </a:solidFill>
                          <a:effectLst/>
                          <a:latin typeface="+mj-lt"/>
                        </a:rPr>
                        <a:t>Mapping in </a:t>
                      </a:r>
                      <a:r>
                        <a:rPr lang="en-US" sz="1400" b="1" i="0" u="none" strike="noStrike" dirty="0" err="1">
                          <a:solidFill>
                            <a:srgbClr val="FFFFFF"/>
                          </a:solidFill>
                          <a:effectLst/>
                          <a:latin typeface="+mj-lt"/>
                        </a:rPr>
                        <a:t>RfP</a:t>
                      </a:r>
                      <a:endParaRPr lang="en-US" sz="1400" b="1" i="0" u="none" strike="noStrike" dirty="0">
                        <a:solidFill>
                          <a:srgbClr val="FFFFFF"/>
                        </a:solidFill>
                        <a:effectLst/>
                        <a:latin typeface="+mj-lt"/>
                      </a:endParaRP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F243E"/>
                    </a:solidFill>
                  </a:tcPr>
                </a:tc>
                <a:tc>
                  <a:txBody>
                    <a:bodyPr/>
                    <a:lstStyle/>
                    <a:p>
                      <a:pPr algn="ctr" fontAlgn="ctr"/>
                      <a:r>
                        <a:rPr lang="en-US" sz="1400" b="1" i="0" u="none" strike="noStrike" dirty="0">
                          <a:solidFill>
                            <a:srgbClr val="FFFFFF"/>
                          </a:solidFill>
                          <a:effectLst/>
                          <a:latin typeface="+mj-lt"/>
                        </a:rPr>
                        <a:t>Coverage in MCA </a:t>
                      </a:r>
                      <a:r>
                        <a:rPr lang="en-US" sz="1400" b="1" i="0" u="none" strike="noStrike" dirty="0" err="1">
                          <a:solidFill>
                            <a:srgbClr val="FFFFFF"/>
                          </a:solidFill>
                          <a:effectLst/>
                          <a:latin typeface="+mj-lt"/>
                        </a:rPr>
                        <a:t>RfP</a:t>
                      </a:r>
                      <a:endParaRPr lang="en-US" sz="1400" b="1" i="0" u="none" strike="noStrike" dirty="0">
                        <a:solidFill>
                          <a:srgbClr val="FFFFFF"/>
                        </a:solidFill>
                        <a:effectLst/>
                        <a:latin typeface="+mj-lt"/>
                      </a:endParaRPr>
                    </a:p>
                  </a:txBody>
                  <a:tcPr marL="1532" marR="1532" marT="153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F243E"/>
                    </a:solidFill>
                  </a:tcPr>
                </a:tc>
                <a:extLst>
                  <a:ext uri="{0D108BD9-81ED-4DB2-BD59-A6C34878D82A}">
                    <a16:rowId xmlns:a16="http://schemas.microsoft.com/office/drawing/2014/main" val="3974825971"/>
                  </a:ext>
                </a:extLst>
              </a:tr>
              <a:tr h="0">
                <a:tc>
                  <a:txBody>
                    <a:bodyPr/>
                    <a:lstStyle/>
                    <a:p>
                      <a:pPr algn="ctr" fontAlgn="ctr"/>
                      <a:r>
                        <a:rPr lang="en-US" sz="1400" b="1" i="0" u="none" strike="noStrike" dirty="0">
                          <a:solidFill>
                            <a:srgbClr val="000000"/>
                          </a:solidFill>
                          <a:effectLst/>
                          <a:latin typeface="+mj-lt"/>
                        </a:rPr>
                        <a:t>4.2.4</a:t>
                      </a:r>
                    </a:p>
                  </a:txBody>
                  <a:tcPr marL="1532" marR="1532" marT="1532"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BBB59"/>
                    </a:solidFill>
                  </a:tcPr>
                </a:tc>
                <a:tc gridSpan="3">
                  <a:txBody>
                    <a:bodyPr/>
                    <a:lstStyle/>
                    <a:p>
                      <a:pPr algn="l" fontAlgn="ctr"/>
                      <a:r>
                        <a:rPr lang="en-US" sz="1400" b="1" i="0" u="none" strike="noStrike" dirty="0">
                          <a:solidFill>
                            <a:srgbClr val="000000"/>
                          </a:solidFill>
                          <a:effectLst/>
                          <a:latin typeface="+mj-lt"/>
                        </a:rPr>
                        <a:t>Organizational Capacity Development and Corporate Governance </a:t>
                      </a:r>
                    </a:p>
                  </a:txBody>
                  <a:tcPr marL="1532" marR="1532" marT="153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BBB59"/>
                    </a:solidFill>
                  </a:tcPr>
                </a:tc>
                <a:tc hMerge="1">
                  <a:txBody>
                    <a:bodyPr/>
                    <a:lstStyle/>
                    <a:p>
                      <a:endParaRP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BBB59"/>
                    </a:solidFill>
                  </a:tcPr>
                </a:tc>
                <a:tc hMerge="1">
                  <a:txBody>
                    <a:bodyPr/>
                    <a:lstStyle/>
                    <a:p>
                      <a:endParaRPr dirty="0"/>
                    </a:p>
                  </a:txBody>
                  <a:tcPr marL="1532" marR="1532" marT="153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BBB59"/>
                    </a:solidFill>
                  </a:tcPr>
                </a:tc>
                <a:extLst>
                  <a:ext uri="{0D108BD9-81ED-4DB2-BD59-A6C34878D82A}">
                    <a16:rowId xmlns:a16="http://schemas.microsoft.com/office/drawing/2014/main" val="1671950214"/>
                  </a:ext>
                </a:extLst>
              </a:tr>
              <a:tr h="45324">
                <a:tc>
                  <a:txBody>
                    <a:bodyPr/>
                    <a:lstStyle/>
                    <a:p>
                      <a:pPr algn="ctr" fontAlgn="ctr"/>
                      <a:r>
                        <a:rPr lang="en-US" sz="1400" b="0" i="0" u="none" strike="noStrike" dirty="0">
                          <a:solidFill>
                            <a:srgbClr val="000000"/>
                          </a:solidFill>
                          <a:effectLst/>
                          <a:latin typeface="+mj-lt"/>
                        </a:rPr>
                        <a:t>29</a:t>
                      </a:r>
                    </a:p>
                  </a:txBody>
                  <a:tcPr marL="1532" marR="1532" marT="1532"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Prepare and implement workplan on expansion, diversification, and promotions of electricity market.</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mj-lt"/>
                        </a:rPr>
                        <a:t>27a</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Support ERC to develop policy, regulatory reform, tariff model including legal &amp; regulatory framework for electricity market development, regional power pools and cross border power trading.</a:t>
                      </a:r>
                    </a:p>
                  </a:txBody>
                  <a:tcPr marL="1532" marR="1532" marT="153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52240202"/>
                  </a:ext>
                </a:extLst>
              </a:tr>
              <a:tr h="33993">
                <a:tc>
                  <a:txBody>
                    <a:bodyPr/>
                    <a:lstStyle/>
                    <a:p>
                      <a:pPr algn="ctr" fontAlgn="ctr"/>
                      <a:r>
                        <a:rPr lang="en-US" sz="1400" b="0" i="0" u="none" strike="noStrike" dirty="0">
                          <a:solidFill>
                            <a:srgbClr val="000000"/>
                          </a:solidFill>
                          <a:effectLst/>
                          <a:latin typeface="+mj-lt"/>
                        </a:rPr>
                        <a:t>30</a:t>
                      </a:r>
                    </a:p>
                  </a:txBody>
                  <a:tcPr marL="1532" marR="1532" marT="1532"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Prepare and implement Regulatory Accounting Standards</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mj-lt"/>
                        </a:rPr>
                        <a:t>6</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Provide basic substantive training to new staff in areas including regulatory theory &amp; practice; basics of regulatory accounting &amp; finance; technical operations &amp; management</a:t>
                      </a:r>
                    </a:p>
                  </a:txBody>
                  <a:tcPr marL="1532" marR="1532" marT="153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90820574"/>
                  </a:ext>
                </a:extLst>
              </a:tr>
              <a:tr h="45324">
                <a:tc>
                  <a:txBody>
                    <a:bodyPr/>
                    <a:lstStyle/>
                    <a:p>
                      <a:pPr algn="ctr" fontAlgn="ctr"/>
                      <a:r>
                        <a:rPr lang="en-US" sz="1400" b="0" i="0" u="none" strike="noStrike" dirty="0">
                          <a:solidFill>
                            <a:srgbClr val="000000"/>
                          </a:solidFill>
                          <a:effectLst/>
                          <a:latin typeface="+mj-lt"/>
                        </a:rPr>
                        <a:t>31</a:t>
                      </a:r>
                    </a:p>
                  </a:txBody>
                  <a:tcPr marL="1532" marR="1532" marT="1532"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Prepare and implement code of conduct for licensees to protect the interests of general shareholders</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mj-lt"/>
                        </a:rPr>
                        <a:t>25a</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Support ERC in developing substantive regulatory tools and directives on issues including PPA reviews, IPOs/share issuances, dispute resolution, codes of conducts for licenses in Nepal’s power sector, etc.</a:t>
                      </a:r>
                    </a:p>
                  </a:txBody>
                  <a:tcPr marL="1532" marR="1532" marT="153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3372542"/>
                  </a:ext>
                </a:extLst>
              </a:tr>
              <a:tr h="0">
                <a:tc>
                  <a:txBody>
                    <a:bodyPr/>
                    <a:lstStyle/>
                    <a:p>
                      <a:pPr algn="ctr" fontAlgn="ctr"/>
                      <a:r>
                        <a:rPr lang="en-US" sz="1400" b="0" i="0" u="none" strike="noStrike" dirty="0">
                          <a:solidFill>
                            <a:srgbClr val="000000"/>
                          </a:solidFill>
                          <a:effectLst/>
                          <a:latin typeface="+mj-lt"/>
                        </a:rPr>
                        <a:t>32</a:t>
                      </a:r>
                    </a:p>
                  </a:txBody>
                  <a:tcPr marL="1532" marR="1532" marT="1532"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Study and identify project risk mitigation options</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400" b="0" i="0" u="none" strike="noStrike" dirty="0">
                        <a:solidFill>
                          <a:srgbClr val="000000"/>
                        </a:solidFill>
                        <a:effectLst/>
                        <a:latin typeface="+mj-lt"/>
                      </a:endParaRP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Not Covered</a:t>
                      </a:r>
                    </a:p>
                  </a:txBody>
                  <a:tcPr marL="1532" marR="1532" marT="153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45093481"/>
                  </a:ext>
                </a:extLst>
              </a:tr>
              <a:tr h="0">
                <a:tc>
                  <a:txBody>
                    <a:bodyPr/>
                    <a:lstStyle/>
                    <a:p>
                      <a:pPr algn="ctr" fontAlgn="ctr"/>
                      <a:r>
                        <a:rPr lang="en-US" sz="1400" b="1" i="0" u="none" strike="noStrike" dirty="0">
                          <a:solidFill>
                            <a:srgbClr val="000000"/>
                          </a:solidFill>
                          <a:effectLst/>
                          <a:latin typeface="+mj-lt"/>
                        </a:rPr>
                        <a:t>4.2.5</a:t>
                      </a:r>
                    </a:p>
                  </a:txBody>
                  <a:tcPr marL="1532" marR="1532" marT="1532"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BBB59"/>
                    </a:solidFill>
                  </a:tcPr>
                </a:tc>
                <a:tc>
                  <a:txBody>
                    <a:bodyPr/>
                    <a:lstStyle/>
                    <a:p>
                      <a:pPr algn="l" fontAlgn="ctr"/>
                      <a:r>
                        <a:rPr lang="en-US" sz="1400" b="1" i="0" u="none" strike="noStrike" dirty="0">
                          <a:solidFill>
                            <a:srgbClr val="000000"/>
                          </a:solidFill>
                          <a:effectLst/>
                          <a:latin typeface="+mj-lt"/>
                        </a:rPr>
                        <a:t>Dispute Resolution</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BBB59"/>
                    </a:solidFill>
                  </a:tcPr>
                </a:tc>
                <a:tc>
                  <a:txBody>
                    <a:bodyPr/>
                    <a:lstStyle/>
                    <a:p>
                      <a:pPr algn="ctr" fontAlgn="ctr"/>
                      <a:r>
                        <a:rPr lang="en-US" sz="1400" b="1" i="0" u="none" strike="noStrike" dirty="0">
                          <a:solidFill>
                            <a:srgbClr val="000000"/>
                          </a:solidFill>
                          <a:effectLst/>
                          <a:latin typeface="+mj-lt"/>
                        </a:rPr>
                        <a:t> </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BBB59"/>
                    </a:solidFill>
                  </a:tcPr>
                </a:tc>
                <a:tc>
                  <a:txBody>
                    <a:bodyPr/>
                    <a:lstStyle/>
                    <a:p>
                      <a:pPr algn="ctr" fontAlgn="ctr"/>
                      <a:r>
                        <a:rPr lang="en-US" sz="1400" b="1" i="0" u="none" strike="noStrike" dirty="0">
                          <a:solidFill>
                            <a:srgbClr val="000000"/>
                          </a:solidFill>
                          <a:effectLst/>
                          <a:latin typeface="+mj-lt"/>
                        </a:rPr>
                        <a:t> </a:t>
                      </a:r>
                    </a:p>
                  </a:txBody>
                  <a:tcPr marL="1532" marR="1532" marT="153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BBB59"/>
                    </a:solidFill>
                  </a:tcPr>
                </a:tc>
                <a:extLst>
                  <a:ext uri="{0D108BD9-81ED-4DB2-BD59-A6C34878D82A}">
                    <a16:rowId xmlns:a16="http://schemas.microsoft.com/office/drawing/2014/main" val="738437973"/>
                  </a:ext>
                </a:extLst>
              </a:tr>
              <a:tr h="33993">
                <a:tc>
                  <a:txBody>
                    <a:bodyPr/>
                    <a:lstStyle/>
                    <a:p>
                      <a:pPr algn="ctr" fontAlgn="ctr"/>
                      <a:r>
                        <a:rPr lang="en-US" sz="1400" b="0" i="0" u="none" strike="noStrike" dirty="0">
                          <a:solidFill>
                            <a:srgbClr val="000000"/>
                          </a:solidFill>
                          <a:effectLst/>
                          <a:latin typeface="+mj-lt"/>
                        </a:rPr>
                        <a:t>33</a:t>
                      </a:r>
                    </a:p>
                  </a:txBody>
                  <a:tcPr marL="1532" marR="1532" marT="1532"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Issue Bylaws related to Electricity Regulatory Commission Dispute Resolution</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mj-lt"/>
                        </a:rPr>
                        <a:t>25</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Develop knowledge &amp; capacity of ERC staff in key areas including dispute resolution, competitive bidding for power projects, power sector models, restructuring of power sector</a:t>
                      </a:r>
                    </a:p>
                  </a:txBody>
                  <a:tcPr marL="1532" marR="1532" marT="153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26802692"/>
                  </a:ext>
                </a:extLst>
              </a:tr>
              <a:tr h="0">
                <a:tc>
                  <a:txBody>
                    <a:bodyPr/>
                    <a:lstStyle/>
                    <a:p>
                      <a:pPr algn="ctr" fontAlgn="ctr"/>
                      <a:r>
                        <a:rPr lang="en-US" sz="1400" b="1" i="0" u="none" strike="noStrike" dirty="0">
                          <a:solidFill>
                            <a:srgbClr val="000000"/>
                          </a:solidFill>
                          <a:effectLst/>
                          <a:latin typeface="+mj-lt"/>
                        </a:rPr>
                        <a:t>4.2.6</a:t>
                      </a:r>
                    </a:p>
                  </a:txBody>
                  <a:tcPr marL="1532" marR="1532" marT="1532"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BBB59"/>
                    </a:solidFill>
                  </a:tcPr>
                </a:tc>
                <a:tc>
                  <a:txBody>
                    <a:bodyPr/>
                    <a:lstStyle/>
                    <a:p>
                      <a:pPr algn="l" fontAlgn="ctr"/>
                      <a:r>
                        <a:rPr lang="en-US" sz="1400" b="1" i="0" u="none" strike="noStrike">
                          <a:solidFill>
                            <a:srgbClr val="000000"/>
                          </a:solidFill>
                          <a:effectLst/>
                          <a:latin typeface="+mj-lt"/>
                        </a:rPr>
                        <a:t>Review of Decision</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BBB59"/>
                    </a:solidFill>
                  </a:tcPr>
                </a:tc>
                <a:tc>
                  <a:txBody>
                    <a:bodyPr/>
                    <a:lstStyle/>
                    <a:p>
                      <a:pPr algn="ctr" fontAlgn="ctr"/>
                      <a:r>
                        <a:rPr lang="en-US" sz="1400" b="1" i="0" u="none" strike="noStrike">
                          <a:solidFill>
                            <a:srgbClr val="000000"/>
                          </a:solidFill>
                          <a:effectLst/>
                          <a:latin typeface="+mj-lt"/>
                        </a:rPr>
                        <a:t> </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BBB59"/>
                    </a:solidFill>
                  </a:tcPr>
                </a:tc>
                <a:tc>
                  <a:txBody>
                    <a:bodyPr/>
                    <a:lstStyle/>
                    <a:p>
                      <a:pPr algn="ctr" fontAlgn="ctr"/>
                      <a:r>
                        <a:rPr lang="en-US" sz="1400" b="1" i="0" u="none" strike="noStrike">
                          <a:solidFill>
                            <a:srgbClr val="000000"/>
                          </a:solidFill>
                          <a:effectLst/>
                          <a:latin typeface="+mj-lt"/>
                        </a:rPr>
                        <a:t> </a:t>
                      </a:r>
                    </a:p>
                  </a:txBody>
                  <a:tcPr marL="1532" marR="1532" marT="153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BBB59"/>
                    </a:solidFill>
                  </a:tcPr>
                </a:tc>
                <a:extLst>
                  <a:ext uri="{0D108BD9-81ED-4DB2-BD59-A6C34878D82A}">
                    <a16:rowId xmlns:a16="http://schemas.microsoft.com/office/drawing/2014/main" val="3837600704"/>
                  </a:ext>
                </a:extLst>
              </a:tr>
              <a:tr h="45324">
                <a:tc>
                  <a:txBody>
                    <a:bodyPr/>
                    <a:lstStyle/>
                    <a:p>
                      <a:pPr algn="ctr" fontAlgn="ctr"/>
                      <a:r>
                        <a:rPr lang="en-US" sz="1400" b="0" i="0" u="none" strike="noStrike" dirty="0">
                          <a:solidFill>
                            <a:srgbClr val="000000"/>
                          </a:solidFill>
                          <a:effectLst/>
                          <a:latin typeface="+mj-lt"/>
                        </a:rPr>
                        <a:t>34</a:t>
                      </a:r>
                    </a:p>
                  </a:txBody>
                  <a:tcPr marL="1532" marR="1532" marT="1532"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Issue Bylaws related to Review of Decision</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mj-lt"/>
                        </a:rPr>
                        <a:t>13</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Develop and/or update a tariff methodology, filing requirements &amp; transparent/robust review guidelines. Develop costing &amp; pricing bylaws/directives &amp; guidance on uniform chart of accounts</a:t>
                      </a:r>
                    </a:p>
                  </a:txBody>
                  <a:tcPr marL="1532" marR="1532" marT="153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56305977"/>
                  </a:ext>
                </a:extLst>
              </a:tr>
            </a:tbl>
          </a:graphicData>
        </a:graphic>
      </p:graphicFrame>
      <p:sp>
        <p:nvSpPr>
          <p:cNvPr id="2" name="TextBox 1">
            <a:extLst>
              <a:ext uri="{FF2B5EF4-FFF2-40B4-BE49-F238E27FC236}">
                <a16:creationId xmlns:a16="http://schemas.microsoft.com/office/drawing/2014/main" id="{F2614A45-2866-D398-ED58-042B95D40E9A}"/>
              </a:ext>
            </a:extLst>
          </p:cNvPr>
          <p:cNvSpPr txBox="1"/>
          <p:nvPr/>
        </p:nvSpPr>
        <p:spPr>
          <a:xfrm>
            <a:off x="10399923" y="7160964"/>
            <a:ext cx="1880681" cy="184666"/>
          </a:xfrm>
          <a:prstGeom prst="rect">
            <a:avLst/>
          </a:prstGeom>
          <a:solidFill>
            <a:schemeClr val="bg2"/>
          </a:solidFill>
        </p:spPr>
        <p:txBody>
          <a:bodyPr wrap="square" lIns="0" tIns="0" rIns="0" bIns="0" rtlCol="0">
            <a:spAutoFit/>
          </a:bodyPr>
          <a:lstStyle/>
          <a:p>
            <a:pPr algn="ctr">
              <a:spcBef>
                <a:spcPts val="600"/>
              </a:spcBef>
              <a:buSzPct val="100000"/>
            </a:pPr>
            <a:r>
              <a:rPr lang="en-US" sz="1200" b="1" dirty="0">
                <a:solidFill>
                  <a:schemeClr val="accent3">
                    <a:lumMod val="75000"/>
                  </a:schemeClr>
                </a:solidFill>
                <a:hlinkClick r:id="rId5" action="ppaction://hlinksldjump"/>
              </a:rPr>
              <a:t>BACK TO MAIN SLIDE</a:t>
            </a:r>
            <a:endParaRPr lang="en-US" sz="1200" b="1" dirty="0">
              <a:solidFill>
                <a:schemeClr val="accent3">
                  <a:lumMod val="75000"/>
                </a:schemeClr>
              </a:solidFill>
            </a:endParaRPr>
          </a:p>
        </p:txBody>
      </p:sp>
    </p:spTree>
    <p:extLst>
      <p:ext uri="{BB962C8B-B14F-4D97-AF65-F5344CB8AC3E}">
        <p14:creationId xmlns:p14="http://schemas.microsoft.com/office/powerpoint/2010/main" val="60167759"/>
      </p:ext>
    </p:extLst>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D97C7F-D510-F596-E938-C09C1356ED51}"/>
            </a:ext>
          </a:extLst>
        </p:cNvPr>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FD965702-0C89-FC3E-F4A7-B87C87090880}"/>
              </a:ext>
            </a:extLst>
          </p:cNvPr>
          <p:cNvGraphicFramePr>
            <a:graphicFrameLocks noChangeAspect="1"/>
          </p:cNvGraphicFramePr>
          <p:nvPr>
            <p:custDataLst>
              <p:tags r:id="rId1"/>
            </p:custDataLst>
            <p:extLst>
              <p:ext uri="{D42A27DB-BD31-4B8C-83A1-F6EECF244321}">
                <p14:modId xmlns:p14="http://schemas.microsoft.com/office/powerpoint/2010/main" val="10480653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6" name="Object 5" hidden="1">
                        <a:extLst>
                          <a:ext uri="{FF2B5EF4-FFF2-40B4-BE49-F238E27FC236}">
                            <a16:creationId xmlns:a16="http://schemas.microsoft.com/office/drawing/2014/main" id="{FD965702-0C89-FC3E-F4A7-B87C87090880}"/>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D867FFE8-7244-FE1D-B5D6-00F9145FFD54}"/>
              </a:ext>
            </a:extLst>
          </p:cNvPr>
          <p:cNvSpPr>
            <a:spLocks noGrp="1"/>
          </p:cNvSpPr>
          <p:nvPr>
            <p:ph type="title"/>
          </p:nvPr>
        </p:nvSpPr>
        <p:spPr>
          <a:xfrm>
            <a:off x="553189" y="350134"/>
            <a:ext cx="12490782" cy="465114"/>
          </a:xfrm>
        </p:spPr>
        <p:txBody>
          <a:bodyPr vert="horz"/>
          <a:lstStyle/>
          <a:p>
            <a:r>
              <a:rPr lang="en-IN" dirty="0"/>
              <a:t>Detailed Mapping with respect to coverage of Roadmap Vs. Engagement (6/7)</a:t>
            </a:r>
          </a:p>
        </p:txBody>
      </p:sp>
      <p:graphicFrame>
        <p:nvGraphicFramePr>
          <p:cNvPr id="42" name="Table 41">
            <a:extLst>
              <a:ext uri="{FF2B5EF4-FFF2-40B4-BE49-F238E27FC236}">
                <a16:creationId xmlns:a16="http://schemas.microsoft.com/office/drawing/2014/main" id="{1ABE647E-91B1-2933-2856-FE7356A1480D}"/>
              </a:ext>
            </a:extLst>
          </p:cNvPr>
          <p:cNvGraphicFramePr>
            <a:graphicFrameLocks noGrp="1"/>
          </p:cNvGraphicFramePr>
          <p:nvPr>
            <p:extLst>
              <p:ext uri="{D42A27DB-BD31-4B8C-83A1-F6EECF244321}">
                <p14:modId xmlns:p14="http://schemas.microsoft.com/office/powerpoint/2010/main" val="506503412"/>
              </p:ext>
            </p:extLst>
          </p:nvPr>
        </p:nvGraphicFramePr>
        <p:xfrm>
          <a:off x="648585" y="1241321"/>
          <a:ext cx="11632019" cy="5435927"/>
        </p:xfrm>
        <a:graphic>
          <a:graphicData uri="http://schemas.openxmlformats.org/drawingml/2006/table">
            <a:tbl>
              <a:tblPr/>
              <a:tblGrid>
                <a:gridCol w="645201">
                  <a:extLst>
                    <a:ext uri="{9D8B030D-6E8A-4147-A177-3AD203B41FA5}">
                      <a16:colId xmlns:a16="http://schemas.microsoft.com/office/drawing/2014/main" val="3606631111"/>
                    </a:ext>
                  </a:extLst>
                </a:gridCol>
                <a:gridCol w="4798670">
                  <a:extLst>
                    <a:ext uri="{9D8B030D-6E8A-4147-A177-3AD203B41FA5}">
                      <a16:colId xmlns:a16="http://schemas.microsoft.com/office/drawing/2014/main" val="246797316"/>
                    </a:ext>
                  </a:extLst>
                </a:gridCol>
                <a:gridCol w="903767">
                  <a:extLst>
                    <a:ext uri="{9D8B030D-6E8A-4147-A177-3AD203B41FA5}">
                      <a16:colId xmlns:a16="http://schemas.microsoft.com/office/drawing/2014/main" val="3103273663"/>
                    </a:ext>
                  </a:extLst>
                </a:gridCol>
                <a:gridCol w="5284381">
                  <a:extLst>
                    <a:ext uri="{9D8B030D-6E8A-4147-A177-3AD203B41FA5}">
                      <a16:colId xmlns:a16="http://schemas.microsoft.com/office/drawing/2014/main" val="1533085783"/>
                    </a:ext>
                  </a:extLst>
                </a:gridCol>
              </a:tblGrid>
              <a:tr h="472910">
                <a:tc>
                  <a:txBody>
                    <a:bodyPr/>
                    <a:lstStyle/>
                    <a:p>
                      <a:pPr algn="ctr" fontAlgn="ctr"/>
                      <a:r>
                        <a:rPr lang="en-US" sz="1400" b="1" i="0" u="none" strike="noStrike" dirty="0">
                          <a:solidFill>
                            <a:srgbClr val="FFFFFF"/>
                          </a:solidFill>
                          <a:effectLst/>
                          <a:latin typeface="+mj-lt"/>
                        </a:rPr>
                        <a:t>Ref No</a:t>
                      </a:r>
                    </a:p>
                  </a:txBody>
                  <a:tcPr marL="1532" marR="1532" marT="1532"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F243E"/>
                    </a:solidFill>
                  </a:tcPr>
                </a:tc>
                <a:tc>
                  <a:txBody>
                    <a:bodyPr/>
                    <a:lstStyle/>
                    <a:p>
                      <a:pPr algn="ctr" fontAlgn="ctr"/>
                      <a:r>
                        <a:rPr lang="en-US" sz="1400" b="1" i="0" u="none" strike="noStrike" dirty="0">
                          <a:solidFill>
                            <a:srgbClr val="FFFFFF"/>
                          </a:solidFill>
                          <a:effectLst/>
                          <a:latin typeface="+mj-lt"/>
                        </a:rPr>
                        <a:t>Commission’s Activities as outlined in ERC Roadmap</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F243E"/>
                    </a:solidFill>
                  </a:tcPr>
                </a:tc>
                <a:tc>
                  <a:txBody>
                    <a:bodyPr/>
                    <a:lstStyle/>
                    <a:p>
                      <a:pPr algn="ctr" fontAlgn="ctr"/>
                      <a:r>
                        <a:rPr lang="en-US" sz="1400" b="1" i="0" u="none" strike="noStrike" dirty="0">
                          <a:solidFill>
                            <a:srgbClr val="FFFFFF"/>
                          </a:solidFill>
                          <a:effectLst/>
                          <a:latin typeface="+mj-lt"/>
                        </a:rPr>
                        <a:t>Mapping in </a:t>
                      </a:r>
                      <a:r>
                        <a:rPr lang="en-US" sz="1400" b="1" i="0" u="none" strike="noStrike" dirty="0" err="1">
                          <a:solidFill>
                            <a:srgbClr val="FFFFFF"/>
                          </a:solidFill>
                          <a:effectLst/>
                          <a:latin typeface="+mj-lt"/>
                        </a:rPr>
                        <a:t>RfP</a:t>
                      </a:r>
                      <a:endParaRPr lang="en-US" sz="1400" b="1" i="0" u="none" strike="noStrike" dirty="0">
                        <a:solidFill>
                          <a:srgbClr val="FFFFFF"/>
                        </a:solidFill>
                        <a:effectLst/>
                        <a:latin typeface="+mj-lt"/>
                      </a:endParaRP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F243E"/>
                    </a:solidFill>
                  </a:tcPr>
                </a:tc>
                <a:tc>
                  <a:txBody>
                    <a:bodyPr/>
                    <a:lstStyle/>
                    <a:p>
                      <a:pPr algn="ctr" fontAlgn="ctr"/>
                      <a:r>
                        <a:rPr lang="en-US" sz="1400" b="1" i="0" u="none" strike="noStrike" dirty="0">
                          <a:solidFill>
                            <a:srgbClr val="FFFFFF"/>
                          </a:solidFill>
                          <a:effectLst/>
                          <a:latin typeface="+mj-lt"/>
                        </a:rPr>
                        <a:t>Coverage in MCA </a:t>
                      </a:r>
                      <a:r>
                        <a:rPr lang="en-US" sz="1400" b="1" i="0" u="none" strike="noStrike" dirty="0" err="1">
                          <a:solidFill>
                            <a:srgbClr val="FFFFFF"/>
                          </a:solidFill>
                          <a:effectLst/>
                          <a:latin typeface="+mj-lt"/>
                        </a:rPr>
                        <a:t>RfP</a:t>
                      </a:r>
                      <a:endParaRPr lang="en-US" sz="1400" b="1" i="0" u="none" strike="noStrike" dirty="0">
                        <a:solidFill>
                          <a:srgbClr val="FFFFFF"/>
                        </a:solidFill>
                        <a:effectLst/>
                        <a:latin typeface="+mj-lt"/>
                      </a:endParaRPr>
                    </a:p>
                  </a:txBody>
                  <a:tcPr marL="1532" marR="1532" marT="153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F243E"/>
                    </a:solidFill>
                  </a:tcPr>
                </a:tc>
                <a:extLst>
                  <a:ext uri="{0D108BD9-81ED-4DB2-BD59-A6C34878D82A}">
                    <a16:rowId xmlns:a16="http://schemas.microsoft.com/office/drawing/2014/main" val="3974825971"/>
                  </a:ext>
                </a:extLst>
              </a:tr>
              <a:tr h="237301">
                <a:tc>
                  <a:txBody>
                    <a:bodyPr/>
                    <a:lstStyle/>
                    <a:p>
                      <a:pPr algn="ctr" fontAlgn="ctr"/>
                      <a:r>
                        <a:rPr lang="en-US" sz="1400" b="1" i="0" u="none" strike="noStrike" dirty="0">
                          <a:solidFill>
                            <a:srgbClr val="000000"/>
                          </a:solidFill>
                          <a:effectLst/>
                          <a:latin typeface="+mj-lt"/>
                        </a:rPr>
                        <a:t>4.2.7</a:t>
                      </a:r>
                    </a:p>
                  </a:txBody>
                  <a:tcPr marL="1532" marR="1532" marT="1532"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BBB59"/>
                    </a:solidFill>
                  </a:tcPr>
                </a:tc>
                <a:tc>
                  <a:txBody>
                    <a:bodyPr/>
                    <a:lstStyle/>
                    <a:p>
                      <a:pPr algn="l" fontAlgn="ctr"/>
                      <a:r>
                        <a:rPr lang="en-US" sz="1400" b="1" i="0" u="none" strike="noStrike">
                          <a:solidFill>
                            <a:srgbClr val="000000"/>
                          </a:solidFill>
                          <a:effectLst/>
                          <a:latin typeface="+mj-lt"/>
                        </a:rPr>
                        <a:t>Providing Policy Suggestions</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BBB59"/>
                    </a:solidFill>
                  </a:tcPr>
                </a:tc>
                <a:tc>
                  <a:txBody>
                    <a:bodyPr/>
                    <a:lstStyle/>
                    <a:p>
                      <a:pPr algn="ctr" fontAlgn="ctr"/>
                      <a:r>
                        <a:rPr lang="en-US" sz="1400" b="1" i="0" u="none" strike="noStrike">
                          <a:solidFill>
                            <a:srgbClr val="000000"/>
                          </a:solidFill>
                          <a:effectLst/>
                          <a:latin typeface="+mj-lt"/>
                        </a:rPr>
                        <a:t> </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BBB59"/>
                    </a:solidFill>
                  </a:tcPr>
                </a:tc>
                <a:tc>
                  <a:txBody>
                    <a:bodyPr/>
                    <a:lstStyle/>
                    <a:p>
                      <a:pPr algn="ctr" fontAlgn="ctr"/>
                      <a:r>
                        <a:rPr lang="en-US" sz="1400" b="1" i="0" u="none" strike="noStrike" dirty="0">
                          <a:solidFill>
                            <a:srgbClr val="000000"/>
                          </a:solidFill>
                          <a:effectLst/>
                          <a:latin typeface="+mj-lt"/>
                        </a:rPr>
                        <a:t> </a:t>
                      </a:r>
                    </a:p>
                  </a:txBody>
                  <a:tcPr marL="1532" marR="1532" marT="153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BBB59"/>
                    </a:solidFill>
                  </a:tcPr>
                </a:tc>
                <a:extLst>
                  <a:ext uri="{0D108BD9-81ED-4DB2-BD59-A6C34878D82A}">
                    <a16:rowId xmlns:a16="http://schemas.microsoft.com/office/drawing/2014/main" val="3031610492"/>
                  </a:ext>
                </a:extLst>
              </a:tr>
              <a:tr h="708519">
                <a:tc>
                  <a:txBody>
                    <a:bodyPr/>
                    <a:lstStyle/>
                    <a:p>
                      <a:pPr algn="ctr" fontAlgn="ctr"/>
                      <a:r>
                        <a:rPr lang="en-US" sz="1400" b="0" i="0" u="none" strike="noStrike" dirty="0">
                          <a:solidFill>
                            <a:srgbClr val="000000"/>
                          </a:solidFill>
                          <a:effectLst/>
                          <a:latin typeface="+mj-lt"/>
                        </a:rPr>
                        <a:t>35</a:t>
                      </a:r>
                    </a:p>
                  </a:txBody>
                  <a:tcPr marL="1532" marR="1532" marT="1532"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Provide suggestions on matters requested by the </a:t>
                      </a:r>
                      <a:r>
                        <a:rPr lang="en-US" sz="1400" b="0" i="0" u="none" strike="noStrike" dirty="0" err="1">
                          <a:solidFill>
                            <a:srgbClr val="000000"/>
                          </a:solidFill>
                          <a:effectLst/>
                          <a:latin typeface="+mj-lt"/>
                        </a:rPr>
                        <a:t>GoN</a:t>
                      </a:r>
                      <a:endParaRPr lang="en-US" sz="1400" b="0" i="0" u="none" strike="noStrike" dirty="0">
                        <a:solidFill>
                          <a:srgbClr val="000000"/>
                        </a:solidFill>
                        <a:effectLst/>
                        <a:latin typeface="+mj-lt"/>
                      </a:endParaRP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mj-lt"/>
                        </a:rPr>
                        <a:t>31</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Clarifying ERC’s mandate in the power sector and advising the Government on policymaking and power sector development.</a:t>
                      </a:r>
                    </a:p>
                  </a:txBody>
                  <a:tcPr marL="1532" marR="1532" marT="153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44843948"/>
                  </a:ext>
                </a:extLst>
              </a:tr>
              <a:tr h="708519">
                <a:tc>
                  <a:txBody>
                    <a:bodyPr/>
                    <a:lstStyle/>
                    <a:p>
                      <a:pPr algn="ctr" fontAlgn="ctr"/>
                      <a:r>
                        <a:rPr lang="en-US" sz="1400" b="0" i="0" u="none" strike="noStrike" dirty="0">
                          <a:solidFill>
                            <a:srgbClr val="000000"/>
                          </a:solidFill>
                          <a:effectLst/>
                          <a:latin typeface="+mj-lt"/>
                        </a:rPr>
                        <a:t>36</a:t>
                      </a:r>
                    </a:p>
                  </a:txBody>
                  <a:tcPr marL="1532" marR="1532" marT="1532"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Conduct studies on power sector improvement and provide policy-level suggestions to the </a:t>
                      </a:r>
                      <a:r>
                        <a:rPr lang="en-US" sz="1400" b="0" i="0" u="none" strike="noStrike" dirty="0" err="1">
                          <a:solidFill>
                            <a:srgbClr val="000000"/>
                          </a:solidFill>
                          <a:effectLst/>
                          <a:latin typeface="+mj-lt"/>
                        </a:rPr>
                        <a:t>GoN</a:t>
                      </a:r>
                      <a:r>
                        <a:rPr lang="en-US" sz="1400" b="0" i="0" u="none" strike="noStrike" dirty="0">
                          <a:solidFill>
                            <a:srgbClr val="000000"/>
                          </a:solidFill>
                          <a:effectLst/>
                          <a:latin typeface="+mj-lt"/>
                        </a:rPr>
                        <a:t>.</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mj-lt"/>
                        </a:rPr>
                        <a:t>31</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Clarifying ERC’s mandate in the power sector and advising the Government on policymaking and power sector development.</a:t>
                      </a:r>
                    </a:p>
                  </a:txBody>
                  <a:tcPr marL="1532" marR="1532" marT="153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40653740"/>
                  </a:ext>
                </a:extLst>
              </a:tr>
              <a:tr h="944128">
                <a:tc>
                  <a:txBody>
                    <a:bodyPr/>
                    <a:lstStyle/>
                    <a:p>
                      <a:pPr algn="ctr" fontAlgn="ctr"/>
                      <a:r>
                        <a:rPr lang="en-US" sz="1400" b="0" i="0" u="none" strike="noStrike" dirty="0">
                          <a:solidFill>
                            <a:srgbClr val="000000"/>
                          </a:solidFill>
                          <a:effectLst/>
                          <a:latin typeface="+mj-lt"/>
                        </a:rPr>
                        <a:t>37</a:t>
                      </a:r>
                    </a:p>
                  </a:txBody>
                  <a:tcPr marL="1532" marR="1532" marT="1532"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Conduct studies and analyses of prevalent laws in order to clarify the jurisdiction of the Electricity Regulatory Commission and provide policy-level suggestions to the </a:t>
                      </a:r>
                      <a:r>
                        <a:rPr lang="en-US" sz="1400" b="0" i="0" u="none" strike="noStrike" dirty="0" err="1">
                          <a:solidFill>
                            <a:srgbClr val="000000"/>
                          </a:solidFill>
                          <a:effectLst/>
                          <a:latin typeface="+mj-lt"/>
                        </a:rPr>
                        <a:t>GoN</a:t>
                      </a:r>
                      <a:r>
                        <a:rPr lang="en-US" sz="1400" b="0" i="0" u="none" strike="noStrike" dirty="0">
                          <a:solidFill>
                            <a:srgbClr val="000000"/>
                          </a:solidFill>
                          <a:effectLst/>
                          <a:latin typeface="+mj-lt"/>
                        </a:rPr>
                        <a:t>.</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mj-lt"/>
                        </a:rPr>
                        <a:t>31</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Clarifying ERC’s mandate in the power sector and advising the Government on policymaking and power sector development.</a:t>
                      </a:r>
                    </a:p>
                  </a:txBody>
                  <a:tcPr marL="1532" marR="1532" marT="153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12198460"/>
                  </a:ext>
                </a:extLst>
              </a:tr>
              <a:tr h="944128">
                <a:tc>
                  <a:txBody>
                    <a:bodyPr/>
                    <a:lstStyle/>
                    <a:p>
                      <a:pPr algn="ctr" fontAlgn="ctr"/>
                      <a:r>
                        <a:rPr lang="en-US" sz="1400" b="0" i="0" u="none" strike="noStrike" dirty="0">
                          <a:solidFill>
                            <a:srgbClr val="000000"/>
                          </a:solidFill>
                          <a:effectLst/>
                          <a:latin typeface="+mj-lt"/>
                        </a:rPr>
                        <a:t>38</a:t>
                      </a:r>
                    </a:p>
                  </a:txBody>
                  <a:tcPr marL="1532" marR="1532" marT="1532"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Provide policy-level suggestions to the </a:t>
                      </a:r>
                      <a:r>
                        <a:rPr lang="en-US" sz="1400" b="0" i="0" u="none" strike="noStrike" dirty="0" err="1">
                          <a:solidFill>
                            <a:srgbClr val="000000"/>
                          </a:solidFill>
                          <a:effectLst/>
                          <a:latin typeface="+mj-lt"/>
                        </a:rPr>
                        <a:t>GoN</a:t>
                      </a:r>
                      <a:r>
                        <a:rPr lang="en-US" sz="1400" b="0" i="0" u="none" strike="noStrike" dirty="0">
                          <a:solidFill>
                            <a:srgbClr val="000000"/>
                          </a:solidFill>
                          <a:effectLst/>
                          <a:latin typeface="+mj-lt"/>
                        </a:rPr>
                        <a:t> on handover of electricity projects to the </a:t>
                      </a:r>
                      <a:r>
                        <a:rPr lang="en-US" sz="1400" b="0" i="0" u="none" strike="noStrike" dirty="0" err="1">
                          <a:solidFill>
                            <a:srgbClr val="000000"/>
                          </a:solidFill>
                          <a:effectLst/>
                          <a:latin typeface="+mj-lt"/>
                        </a:rPr>
                        <a:t>GoN</a:t>
                      </a:r>
                      <a:r>
                        <a:rPr lang="en-US" sz="1400" b="0" i="0" u="none" strike="noStrike" dirty="0">
                          <a:solidFill>
                            <a:srgbClr val="000000"/>
                          </a:solidFill>
                          <a:effectLst/>
                          <a:latin typeface="+mj-lt"/>
                        </a:rPr>
                        <a:t> post-generation license period.</a:t>
                      </a:r>
                      <a:br>
                        <a:rPr lang="en-US" sz="1400" b="0" i="0" u="none" strike="noStrike" dirty="0">
                          <a:solidFill>
                            <a:srgbClr val="000000"/>
                          </a:solidFill>
                          <a:effectLst/>
                          <a:latin typeface="+mj-lt"/>
                        </a:rPr>
                      </a:br>
                      <a:endParaRPr lang="en-US" sz="1400" b="0" i="0" u="none" strike="noStrike" dirty="0">
                        <a:solidFill>
                          <a:srgbClr val="000000"/>
                        </a:solidFill>
                        <a:effectLst/>
                        <a:latin typeface="+mj-lt"/>
                      </a:endParaRP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mj-lt"/>
                        </a:rPr>
                        <a:t>31</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Clarifying ERC’s mandate in the power sector and advising the Government on policymaking and power sector development.</a:t>
                      </a:r>
                    </a:p>
                  </a:txBody>
                  <a:tcPr marL="1532" marR="1532" marT="153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3866192"/>
                  </a:ext>
                </a:extLst>
              </a:tr>
              <a:tr h="237301">
                <a:tc>
                  <a:txBody>
                    <a:bodyPr/>
                    <a:lstStyle/>
                    <a:p>
                      <a:pPr algn="ctr" fontAlgn="ctr"/>
                      <a:r>
                        <a:rPr lang="en-US" sz="1400" b="1" i="0" u="none" strike="noStrike" dirty="0">
                          <a:solidFill>
                            <a:srgbClr val="000000"/>
                          </a:solidFill>
                          <a:effectLst/>
                          <a:latin typeface="+mj-lt"/>
                        </a:rPr>
                        <a:t>4.2.8</a:t>
                      </a:r>
                    </a:p>
                  </a:txBody>
                  <a:tcPr marL="1532" marR="1532" marT="1532"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BBB59"/>
                    </a:solidFill>
                  </a:tcPr>
                </a:tc>
                <a:tc>
                  <a:txBody>
                    <a:bodyPr/>
                    <a:lstStyle/>
                    <a:p>
                      <a:pPr algn="l" fontAlgn="ctr"/>
                      <a:r>
                        <a:rPr lang="en-US" sz="1400" b="1" i="0" u="none" strike="noStrike">
                          <a:solidFill>
                            <a:srgbClr val="000000"/>
                          </a:solidFill>
                          <a:effectLst/>
                          <a:latin typeface="+mj-lt"/>
                        </a:rPr>
                        <a:t>Investigation and Inspection</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BBB59"/>
                    </a:solidFill>
                  </a:tcPr>
                </a:tc>
                <a:tc>
                  <a:txBody>
                    <a:bodyPr/>
                    <a:lstStyle/>
                    <a:p>
                      <a:pPr algn="ctr" fontAlgn="ctr"/>
                      <a:r>
                        <a:rPr lang="en-US" sz="1400" b="1" i="0" u="none" strike="noStrike">
                          <a:solidFill>
                            <a:srgbClr val="000000"/>
                          </a:solidFill>
                          <a:effectLst/>
                          <a:latin typeface="+mj-lt"/>
                        </a:rPr>
                        <a:t> </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BBB59"/>
                    </a:solidFill>
                  </a:tcPr>
                </a:tc>
                <a:tc>
                  <a:txBody>
                    <a:bodyPr/>
                    <a:lstStyle/>
                    <a:p>
                      <a:pPr algn="ctr" fontAlgn="ctr"/>
                      <a:r>
                        <a:rPr lang="en-US" sz="1400" b="1" i="0" u="none" strike="noStrike">
                          <a:solidFill>
                            <a:srgbClr val="000000"/>
                          </a:solidFill>
                          <a:effectLst/>
                          <a:latin typeface="+mj-lt"/>
                        </a:rPr>
                        <a:t> </a:t>
                      </a:r>
                    </a:p>
                  </a:txBody>
                  <a:tcPr marL="1532" marR="1532" marT="153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BBB59"/>
                    </a:solidFill>
                  </a:tcPr>
                </a:tc>
                <a:extLst>
                  <a:ext uri="{0D108BD9-81ED-4DB2-BD59-A6C34878D82A}">
                    <a16:rowId xmlns:a16="http://schemas.microsoft.com/office/drawing/2014/main" val="3937554557"/>
                  </a:ext>
                </a:extLst>
              </a:tr>
              <a:tr h="472910">
                <a:tc>
                  <a:txBody>
                    <a:bodyPr/>
                    <a:lstStyle/>
                    <a:p>
                      <a:pPr algn="ctr" fontAlgn="ctr"/>
                      <a:r>
                        <a:rPr lang="en-US" sz="1400" b="0" i="0" u="none" strike="noStrike" dirty="0">
                          <a:solidFill>
                            <a:srgbClr val="000000"/>
                          </a:solidFill>
                          <a:effectLst/>
                          <a:latin typeface="+mj-lt"/>
                        </a:rPr>
                        <a:t>39</a:t>
                      </a:r>
                    </a:p>
                  </a:txBody>
                  <a:tcPr marL="1532" marR="1532" marT="1532"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Set legal arrangement for immediate investigation and on- site inspection</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400" b="0" i="0" u="none" strike="noStrike" dirty="0">
                        <a:solidFill>
                          <a:srgbClr val="000000"/>
                        </a:solidFill>
                        <a:effectLst/>
                        <a:latin typeface="+mj-lt"/>
                      </a:endParaRP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Not Covered</a:t>
                      </a:r>
                    </a:p>
                  </a:txBody>
                  <a:tcPr marL="1532" marR="1532" marT="153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7392416"/>
                  </a:ext>
                </a:extLst>
              </a:tr>
              <a:tr h="237301">
                <a:tc>
                  <a:txBody>
                    <a:bodyPr/>
                    <a:lstStyle/>
                    <a:p>
                      <a:pPr algn="ctr" fontAlgn="ctr"/>
                      <a:r>
                        <a:rPr lang="en-US" sz="1400" b="1" i="0" u="none" strike="noStrike" dirty="0">
                          <a:solidFill>
                            <a:srgbClr val="000000"/>
                          </a:solidFill>
                          <a:effectLst/>
                          <a:latin typeface="+mj-lt"/>
                        </a:rPr>
                        <a:t>4.2.9</a:t>
                      </a:r>
                    </a:p>
                  </a:txBody>
                  <a:tcPr marL="1532" marR="1532" marT="1532"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BBB59"/>
                    </a:solidFill>
                  </a:tcPr>
                </a:tc>
                <a:tc>
                  <a:txBody>
                    <a:bodyPr/>
                    <a:lstStyle/>
                    <a:p>
                      <a:pPr algn="l" fontAlgn="ctr"/>
                      <a:r>
                        <a:rPr lang="en-US" sz="1400" b="1" i="0" u="none" strike="noStrike">
                          <a:solidFill>
                            <a:srgbClr val="000000"/>
                          </a:solidFill>
                          <a:effectLst/>
                          <a:latin typeface="+mj-lt"/>
                        </a:rPr>
                        <a:t>Imposing Fines</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BBB59"/>
                    </a:solidFill>
                  </a:tcPr>
                </a:tc>
                <a:tc>
                  <a:txBody>
                    <a:bodyPr/>
                    <a:lstStyle/>
                    <a:p>
                      <a:pPr algn="ctr" fontAlgn="ctr"/>
                      <a:r>
                        <a:rPr lang="en-US" sz="1400" b="1" i="0" u="none" strike="noStrike">
                          <a:solidFill>
                            <a:srgbClr val="000000"/>
                          </a:solidFill>
                          <a:effectLst/>
                          <a:latin typeface="+mj-lt"/>
                        </a:rPr>
                        <a:t> </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BBB59"/>
                    </a:solidFill>
                  </a:tcPr>
                </a:tc>
                <a:tc>
                  <a:txBody>
                    <a:bodyPr/>
                    <a:lstStyle/>
                    <a:p>
                      <a:pPr algn="ctr" fontAlgn="ctr"/>
                      <a:r>
                        <a:rPr lang="en-US" sz="1400" b="1" i="0" u="none" strike="noStrike">
                          <a:solidFill>
                            <a:srgbClr val="000000"/>
                          </a:solidFill>
                          <a:effectLst/>
                          <a:latin typeface="+mj-lt"/>
                        </a:rPr>
                        <a:t> </a:t>
                      </a:r>
                    </a:p>
                  </a:txBody>
                  <a:tcPr marL="1532" marR="1532" marT="153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BBB59"/>
                    </a:solidFill>
                  </a:tcPr>
                </a:tc>
                <a:extLst>
                  <a:ext uri="{0D108BD9-81ED-4DB2-BD59-A6C34878D82A}">
                    <a16:rowId xmlns:a16="http://schemas.microsoft.com/office/drawing/2014/main" val="1697184191"/>
                  </a:ext>
                </a:extLst>
              </a:tr>
              <a:tr h="472910">
                <a:tc>
                  <a:txBody>
                    <a:bodyPr/>
                    <a:lstStyle/>
                    <a:p>
                      <a:pPr algn="ctr" fontAlgn="ctr"/>
                      <a:r>
                        <a:rPr lang="en-US" sz="1400" b="0" i="0" u="none" strike="noStrike" dirty="0">
                          <a:solidFill>
                            <a:srgbClr val="000000"/>
                          </a:solidFill>
                          <a:effectLst/>
                          <a:latin typeface="+mj-lt"/>
                        </a:rPr>
                        <a:t>40</a:t>
                      </a:r>
                    </a:p>
                  </a:txBody>
                  <a:tcPr marL="1532" marR="1532" marT="1532"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Introduce necessary provisions regarding imposition of fines</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400" b="0" i="0" u="none" strike="noStrike" dirty="0">
                        <a:solidFill>
                          <a:srgbClr val="000000"/>
                        </a:solidFill>
                        <a:effectLst/>
                        <a:latin typeface="+mj-lt"/>
                      </a:endParaRP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Not Covered</a:t>
                      </a:r>
                    </a:p>
                  </a:txBody>
                  <a:tcPr marL="1532" marR="1532" marT="153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20324532"/>
                  </a:ext>
                </a:extLst>
              </a:tr>
            </a:tbl>
          </a:graphicData>
        </a:graphic>
      </p:graphicFrame>
      <p:sp>
        <p:nvSpPr>
          <p:cNvPr id="2" name="TextBox 1">
            <a:extLst>
              <a:ext uri="{FF2B5EF4-FFF2-40B4-BE49-F238E27FC236}">
                <a16:creationId xmlns:a16="http://schemas.microsoft.com/office/drawing/2014/main" id="{7A098FDF-D0AC-E8FC-F45F-47C1C496A8AB}"/>
              </a:ext>
            </a:extLst>
          </p:cNvPr>
          <p:cNvSpPr txBox="1"/>
          <p:nvPr/>
        </p:nvSpPr>
        <p:spPr>
          <a:xfrm>
            <a:off x="10399923" y="7160964"/>
            <a:ext cx="1880681" cy="184666"/>
          </a:xfrm>
          <a:prstGeom prst="rect">
            <a:avLst/>
          </a:prstGeom>
          <a:solidFill>
            <a:schemeClr val="bg2"/>
          </a:solidFill>
        </p:spPr>
        <p:txBody>
          <a:bodyPr wrap="square" lIns="0" tIns="0" rIns="0" bIns="0" rtlCol="0">
            <a:spAutoFit/>
          </a:bodyPr>
          <a:lstStyle/>
          <a:p>
            <a:pPr algn="ctr">
              <a:spcBef>
                <a:spcPts val="600"/>
              </a:spcBef>
              <a:buSzPct val="100000"/>
            </a:pPr>
            <a:r>
              <a:rPr lang="en-US" sz="1200" b="1" dirty="0">
                <a:solidFill>
                  <a:schemeClr val="accent3">
                    <a:lumMod val="75000"/>
                  </a:schemeClr>
                </a:solidFill>
                <a:hlinkClick r:id="rId5" action="ppaction://hlinksldjump"/>
              </a:rPr>
              <a:t>BACK TO MAIN SLIDE</a:t>
            </a:r>
            <a:endParaRPr lang="en-US" sz="1200" b="1" dirty="0">
              <a:solidFill>
                <a:schemeClr val="accent3">
                  <a:lumMod val="75000"/>
                </a:schemeClr>
              </a:solidFill>
            </a:endParaRPr>
          </a:p>
        </p:txBody>
      </p:sp>
    </p:spTree>
    <p:extLst>
      <p:ext uri="{BB962C8B-B14F-4D97-AF65-F5344CB8AC3E}">
        <p14:creationId xmlns:p14="http://schemas.microsoft.com/office/powerpoint/2010/main" val="2543431606"/>
      </p:ext>
    </p:extLst>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CF1669-A53F-AF82-DB84-9729B15C3E7C}"/>
            </a:ext>
          </a:extLst>
        </p:cNvPr>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C3661021-D0C8-1D3F-AA8E-561DFA6736A2}"/>
              </a:ext>
            </a:extLst>
          </p:cNvPr>
          <p:cNvGraphicFramePr>
            <a:graphicFrameLocks noChangeAspect="1"/>
          </p:cNvGraphicFramePr>
          <p:nvPr>
            <p:custDataLst>
              <p:tags r:id="rId1"/>
            </p:custDataLst>
            <p:extLst>
              <p:ext uri="{D42A27DB-BD31-4B8C-83A1-F6EECF244321}">
                <p14:modId xmlns:p14="http://schemas.microsoft.com/office/powerpoint/2010/main" val="395112027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530" imgH="531" progId="TCLayout.ActiveDocument.1">
                  <p:embed/>
                </p:oleObj>
              </mc:Choice>
              <mc:Fallback>
                <p:oleObj name="think-cell Slide" r:id="rId3" imgW="530" imgH="531" progId="TCLayout.ActiveDocument.1">
                  <p:embed/>
                  <p:pic>
                    <p:nvPicPr>
                      <p:cNvPr id="6" name="Object 5" hidden="1">
                        <a:extLst>
                          <a:ext uri="{FF2B5EF4-FFF2-40B4-BE49-F238E27FC236}">
                            <a16:creationId xmlns:a16="http://schemas.microsoft.com/office/drawing/2014/main" id="{C3661021-D0C8-1D3F-AA8E-561DFA6736A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E377C8A1-D638-089C-4B78-E95CB3E421A3}"/>
              </a:ext>
            </a:extLst>
          </p:cNvPr>
          <p:cNvSpPr>
            <a:spLocks noGrp="1"/>
          </p:cNvSpPr>
          <p:nvPr>
            <p:ph type="title"/>
          </p:nvPr>
        </p:nvSpPr>
        <p:spPr>
          <a:xfrm>
            <a:off x="553189" y="350134"/>
            <a:ext cx="12490782" cy="465114"/>
          </a:xfrm>
        </p:spPr>
        <p:txBody>
          <a:bodyPr vert="horz"/>
          <a:lstStyle/>
          <a:p>
            <a:r>
              <a:rPr lang="en-IN" dirty="0"/>
              <a:t>Detailed Mapping with respect to coverage of Roadmap Vs. Engagement (7/7)</a:t>
            </a:r>
          </a:p>
        </p:txBody>
      </p:sp>
      <p:graphicFrame>
        <p:nvGraphicFramePr>
          <p:cNvPr id="42" name="Table 41">
            <a:extLst>
              <a:ext uri="{FF2B5EF4-FFF2-40B4-BE49-F238E27FC236}">
                <a16:creationId xmlns:a16="http://schemas.microsoft.com/office/drawing/2014/main" id="{00A1B2D6-B134-745F-287B-0D9008CA7A86}"/>
              </a:ext>
            </a:extLst>
          </p:cNvPr>
          <p:cNvGraphicFramePr>
            <a:graphicFrameLocks noGrp="1"/>
          </p:cNvGraphicFramePr>
          <p:nvPr>
            <p:extLst>
              <p:ext uri="{D42A27DB-BD31-4B8C-83A1-F6EECF244321}">
                <p14:modId xmlns:p14="http://schemas.microsoft.com/office/powerpoint/2010/main" val="3957116114"/>
              </p:ext>
            </p:extLst>
          </p:nvPr>
        </p:nvGraphicFramePr>
        <p:xfrm>
          <a:off x="648585" y="1241321"/>
          <a:ext cx="11632019" cy="1927900"/>
        </p:xfrm>
        <a:graphic>
          <a:graphicData uri="http://schemas.openxmlformats.org/drawingml/2006/table">
            <a:tbl>
              <a:tblPr/>
              <a:tblGrid>
                <a:gridCol w="645201">
                  <a:extLst>
                    <a:ext uri="{9D8B030D-6E8A-4147-A177-3AD203B41FA5}">
                      <a16:colId xmlns:a16="http://schemas.microsoft.com/office/drawing/2014/main" val="3606631111"/>
                    </a:ext>
                  </a:extLst>
                </a:gridCol>
                <a:gridCol w="4798670">
                  <a:extLst>
                    <a:ext uri="{9D8B030D-6E8A-4147-A177-3AD203B41FA5}">
                      <a16:colId xmlns:a16="http://schemas.microsoft.com/office/drawing/2014/main" val="246797316"/>
                    </a:ext>
                  </a:extLst>
                </a:gridCol>
                <a:gridCol w="903767">
                  <a:extLst>
                    <a:ext uri="{9D8B030D-6E8A-4147-A177-3AD203B41FA5}">
                      <a16:colId xmlns:a16="http://schemas.microsoft.com/office/drawing/2014/main" val="3103273663"/>
                    </a:ext>
                  </a:extLst>
                </a:gridCol>
                <a:gridCol w="5284381">
                  <a:extLst>
                    <a:ext uri="{9D8B030D-6E8A-4147-A177-3AD203B41FA5}">
                      <a16:colId xmlns:a16="http://schemas.microsoft.com/office/drawing/2014/main" val="1533085783"/>
                    </a:ext>
                  </a:extLst>
                </a:gridCol>
              </a:tblGrid>
              <a:tr h="347592">
                <a:tc>
                  <a:txBody>
                    <a:bodyPr/>
                    <a:lstStyle/>
                    <a:p>
                      <a:pPr algn="ctr" fontAlgn="ctr"/>
                      <a:r>
                        <a:rPr lang="en-US" sz="1400" b="1" i="0" u="none" strike="noStrike" dirty="0">
                          <a:solidFill>
                            <a:srgbClr val="FFFFFF"/>
                          </a:solidFill>
                          <a:effectLst/>
                          <a:latin typeface="+mj-lt"/>
                        </a:rPr>
                        <a:t>Ref No</a:t>
                      </a:r>
                    </a:p>
                  </a:txBody>
                  <a:tcPr marL="1532" marR="1532" marT="1532"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F243E"/>
                    </a:solidFill>
                  </a:tcPr>
                </a:tc>
                <a:tc>
                  <a:txBody>
                    <a:bodyPr/>
                    <a:lstStyle/>
                    <a:p>
                      <a:pPr algn="ctr" fontAlgn="ctr"/>
                      <a:r>
                        <a:rPr lang="en-US" sz="1400" b="1" i="0" u="none" strike="noStrike" dirty="0">
                          <a:solidFill>
                            <a:srgbClr val="FFFFFF"/>
                          </a:solidFill>
                          <a:effectLst/>
                          <a:latin typeface="+mj-lt"/>
                        </a:rPr>
                        <a:t>Commission’s Activities as outlined in ERC Roadmap</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F243E"/>
                    </a:solidFill>
                  </a:tcPr>
                </a:tc>
                <a:tc>
                  <a:txBody>
                    <a:bodyPr/>
                    <a:lstStyle/>
                    <a:p>
                      <a:pPr algn="ctr" fontAlgn="ctr"/>
                      <a:r>
                        <a:rPr lang="en-US" sz="1400" b="1" i="0" u="none" strike="noStrike" dirty="0">
                          <a:solidFill>
                            <a:srgbClr val="FFFFFF"/>
                          </a:solidFill>
                          <a:effectLst/>
                          <a:latin typeface="+mj-lt"/>
                        </a:rPr>
                        <a:t>Mapping in </a:t>
                      </a:r>
                      <a:r>
                        <a:rPr lang="en-US" sz="1400" b="1" i="0" u="none" strike="noStrike" dirty="0" err="1">
                          <a:solidFill>
                            <a:srgbClr val="FFFFFF"/>
                          </a:solidFill>
                          <a:effectLst/>
                          <a:latin typeface="+mj-lt"/>
                        </a:rPr>
                        <a:t>RfP</a:t>
                      </a:r>
                      <a:endParaRPr lang="en-US" sz="1400" b="1" i="0" u="none" strike="noStrike" dirty="0">
                        <a:solidFill>
                          <a:srgbClr val="FFFFFF"/>
                        </a:solidFill>
                        <a:effectLst/>
                        <a:latin typeface="+mj-lt"/>
                      </a:endParaRP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F243E"/>
                    </a:solidFill>
                  </a:tcPr>
                </a:tc>
                <a:tc>
                  <a:txBody>
                    <a:bodyPr/>
                    <a:lstStyle/>
                    <a:p>
                      <a:pPr algn="ctr" fontAlgn="ctr"/>
                      <a:r>
                        <a:rPr lang="en-US" sz="1400" b="1" i="0" u="none" strike="noStrike" dirty="0">
                          <a:solidFill>
                            <a:srgbClr val="FFFFFF"/>
                          </a:solidFill>
                          <a:effectLst/>
                          <a:latin typeface="+mj-lt"/>
                        </a:rPr>
                        <a:t>Coverage in MCA </a:t>
                      </a:r>
                      <a:r>
                        <a:rPr lang="en-US" sz="1400" b="1" i="0" u="none" strike="noStrike" dirty="0" err="1">
                          <a:solidFill>
                            <a:srgbClr val="FFFFFF"/>
                          </a:solidFill>
                          <a:effectLst/>
                          <a:latin typeface="+mj-lt"/>
                        </a:rPr>
                        <a:t>RfP</a:t>
                      </a:r>
                      <a:endParaRPr lang="en-US" sz="1400" b="1" i="0" u="none" strike="noStrike" dirty="0">
                        <a:solidFill>
                          <a:srgbClr val="FFFFFF"/>
                        </a:solidFill>
                        <a:effectLst/>
                        <a:latin typeface="+mj-lt"/>
                      </a:endParaRPr>
                    </a:p>
                  </a:txBody>
                  <a:tcPr marL="1532" marR="1532" marT="153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0F243E"/>
                    </a:solidFill>
                  </a:tcPr>
                </a:tc>
                <a:extLst>
                  <a:ext uri="{0D108BD9-81ED-4DB2-BD59-A6C34878D82A}">
                    <a16:rowId xmlns:a16="http://schemas.microsoft.com/office/drawing/2014/main" val="3974825971"/>
                  </a:ext>
                </a:extLst>
              </a:tr>
              <a:tr h="174418">
                <a:tc>
                  <a:txBody>
                    <a:bodyPr/>
                    <a:lstStyle/>
                    <a:p>
                      <a:pPr algn="ctr" fontAlgn="ctr"/>
                      <a:r>
                        <a:rPr lang="en-US" sz="1400" b="1" i="0" u="none" strike="noStrike" dirty="0">
                          <a:solidFill>
                            <a:srgbClr val="000000"/>
                          </a:solidFill>
                          <a:effectLst/>
                          <a:latin typeface="+mj-lt"/>
                        </a:rPr>
                        <a:t>4.2.10</a:t>
                      </a:r>
                    </a:p>
                  </a:txBody>
                  <a:tcPr marL="1532" marR="1532" marT="1532"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BBB59"/>
                    </a:solidFill>
                  </a:tcPr>
                </a:tc>
                <a:tc>
                  <a:txBody>
                    <a:bodyPr/>
                    <a:lstStyle/>
                    <a:p>
                      <a:pPr algn="l" fontAlgn="ctr"/>
                      <a:r>
                        <a:rPr lang="en-US" sz="1400" b="1" i="0" u="none" strike="noStrike" dirty="0">
                          <a:solidFill>
                            <a:srgbClr val="000000"/>
                          </a:solidFill>
                          <a:effectLst/>
                          <a:latin typeface="+mj-lt"/>
                        </a:rPr>
                        <a:t>Service Charges</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BBB59"/>
                    </a:solidFill>
                  </a:tcPr>
                </a:tc>
                <a:tc>
                  <a:txBody>
                    <a:bodyPr/>
                    <a:lstStyle/>
                    <a:p>
                      <a:pPr algn="ctr" fontAlgn="ctr"/>
                      <a:r>
                        <a:rPr lang="en-US" sz="1400" b="1" i="0" u="none" strike="noStrike" dirty="0">
                          <a:solidFill>
                            <a:srgbClr val="000000"/>
                          </a:solidFill>
                          <a:effectLst/>
                          <a:latin typeface="+mj-lt"/>
                        </a:rPr>
                        <a:t> </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BBB59"/>
                    </a:solidFill>
                  </a:tcPr>
                </a:tc>
                <a:tc>
                  <a:txBody>
                    <a:bodyPr/>
                    <a:lstStyle/>
                    <a:p>
                      <a:pPr algn="ctr" fontAlgn="ctr"/>
                      <a:r>
                        <a:rPr lang="en-US" sz="1400" b="1" i="0" u="none" strike="noStrike" dirty="0">
                          <a:solidFill>
                            <a:srgbClr val="000000"/>
                          </a:solidFill>
                          <a:effectLst/>
                          <a:latin typeface="+mj-lt"/>
                        </a:rPr>
                        <a:t> </a:t>
                      </a:r>
                    </a:p>
                  </a:txBody>
                  <a:tcPr marL="1532" marR="1532" marT="153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BBB59"/>
                    </a:solidFill>
                  </a:tcPr>
                </a:tc>
                <a:extLst>
                  <a:ext uri="{0D108BD9-81ED-4DB2-BD59-A6C34878D82A}">
                    <a16:rowId xmlns:a16="http://schemas.microsoft.com/office/drawing/2014/main" val="2791159393"/>
                  </a:ext>
                </a:extLst>
              </a:tr>
              <a:tr h="347592">
                <a:tc>
                  <a:txBody>
                    <a:bodyPr/>
                    <a:lstStyle/>
                    <a:p>
                      <a:pPr algn="ctr" fontAlgn="ctr"/>
                      <a:r>
                        <a:rPr lang="en-US" sz="1400" b="0" i="0" u="none" strike="noStrike" dirty="0">
                          <a:solidFill>
                            <a:srgbClr val="000000"/>
                          </a:solidFill>
                          <a:effectLst/>
                          <a:latin typeface="+mj-lt"/>
                        </a:rPr>
                        <a:t>41</a:t>
                      </a:r>
                    </a:p>
                  </a:txBody>
                  <a:tcPr marL="1532" marR="1532" marT="1532"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Amendment of provision(s) relate to service charges as necessary</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mj-lt"/>
                        </a:rPr>
                        <a:t>14</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Engage with NEA during update of regulatory accounts, cost-of-service analysis, tariff application preparation</a:t>
                      </a:r>
                    </a:p>
                  </a:txBody>
                  <a:tcPr marL="1532" marR="1532" marT="153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601396793"/>
                  </a:ext>
                </a:extLst>
              </a:tr>
              <a:tr h="174418">
                <a:tc>
                  <a:txBody>
                    <a:bodyPr/>
                    <a:lstStyle/>
                    <a:p>
                      <a:pPr algn="ctr" fontAlgn="ctr"/>
                      <a:r>
                        <a:rPr lang="en-US" sz="1400" b="1" i="0" u="none" strike="noStrike" dirty="0">
                          <a:solidFill>
                            <a:srgbClr val="000000"/>
                          </a:solidFill>
                          <a:effectLst/>
                          <a:latin typeface="+mj-lt"/>
                        </a:rPr>
                        <a:t>4.2.11</a:t>
                      </a:r>
                    </a:p>
                  </a:txBody>
                  <a:tcPr marL="1532" marR="1532" marT="1532" marB="0" anchor="ctr">
                    <a:lnL w="12700" cap="flat" cmpd="sng" algn="ctr">
                      <a:solidFill>
                        <a:schemeClr val="tx1"/>
                      </a:solidFill>
                      <a:prstDash val="solid"/>
                      <a:round/>
                      <a:headEnd type="none" w="med" len="med"/>
                      <a:tailEnd type="none" w="med" len="med"/>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BBB59"/>
                    </a:solidFill>
                  </a:tcPr>
                </a:tc>
                <a:tc>
                  <a:txBody>
                    <a:bodyPr/>
                    <a:lstStyle/>
                    <a:p>
                      <a:pPr algn="l" fontAlgn="ctr"/>
                      <a:r>
                        <a:rPr lang="en-US" sz="1400" b="1" i="0" u="none" strike="noStrike">
                          <a:solidFill>
                            <a:srgbClr val="000000"/>
                          </a:solidFill>
                          <a:effectLst/>
                          <a:latin typeface="+mj-lt"/>
                        </a:rPr>
                        <a:t>Conducting Public Hearing</a:t>
                      </a:r>
                    </a:p>
                  </a:txBody>
                  <a:tcPr marL="1532" marR="1532" marT="1532" marB="0"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BBB59"/>
                    </a:solidFill>
                  </a:tcPr>
                </a:tc>
                <a:tc>
                  <a:txBody>
                    <a:bodyPr/>
                    <a:lstStyle/>
                    <a:p>
                      <a:pPr algn="ctr" fontAlgn="ctr"/>
                      <a:r>
                        <a:rPr lang="en-US" sz="1400" b="1" i="0" u="none" strike="noStrike">
                          <a:solidFill>
                            <a:srgbClr val="000000"/>
                          </a:solidFill>
                          <a:effectLst/>
                          <a:latin typeface="+mj-lt"/>
                        </a:rPr>
                        <a:t> </a:t>
                      </a:r>
                    </a:p>
                  </a:txBody>
                  <a:tcPr marL="1532" marR="1532" marT="1532" marB="0" anchor="ctr">
                    <a:lnL>
                      <a:noFill/>
                    </a:lnL>
                    <a:lnR>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BBB59"/>
                    </a:solidFill>
                  </a:tcPr>
                </a:tc>
                <a:tc>
                  <a:txBody>
                    <a:bodyPr/>
                    <a:lstStyle/>
                    <a:p>
                      <a:pPr algn="ctr" fontAlgn="ctr"/>
                      <a:r>
                        <a:rPr lang="en-US" sz="1400" b="1" i="0" u="none" strike="noStrike" dirty="0">
                          <a:solidFill>
                            <a:srgbClr val="000000"/>
                          </a:solidFill>
                          <a:effectLst/>
                          <a:latin typeface="+mj-lt"/>
                        </a:rPr>
                        <a:t> </a:t>
                      </a:r>
                    </a:p>
                  </a:txBody>
                  <a:tcPr marL="1532" marR="1532" marT="1532" marB="0" anchor="ctr">
                    <a:lnL>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9BBB59"/>
                    </a:solidFill>
                  </a:tcPr>
                </a:tc>
                <a:extLst>
                  <a:ext uri="{0D108BD9-81ED-4DB2-BD59-A6C34878D82A}">
                    <a16:rowId xmlns:a16="http://schemas.microsoft.com/office/drawing/2014/main" val="3893309043"/>
                  </a:ext>
                </a:extLst>
              </a:tr>
              <a:tr h="520767">
                <a:tc>
                  <a:txBody>
                    <a:bodyPr/>
                    <a:lstStyle/>
                    <a:p>
                      <a:pPr algn="ctr" fontAlgn="ctr"/>
                      <a:r>
                        <a:rPr lang="en-US" sz="1400" b="0" i="0" u="none" strike="noStrike" dirty="0">
                          <a:solidFill>
                            <a:srgbClr val="000000"/>
                          </a:solidFill>
                          <a:effectLst/>
                          <a:latin typeface="+mj-lt"/>
                        </a:rPr>
                        <a:t>42</a:t>
                      </a:r>
                    </a:p>
                  </a:txBody>
                  <a:tcPr marL="1532" marR="1532" marT="1532" marB="0" anchor="ctr">
                    <a:lnL w="12700" cap="flat" cmpd="sng" algn="ctr">
                      <a:solidFill>
                        <a:schemeClr val="tx1"/>
                      </a:solidFill>
                      <a:prstDash val="solid"/>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Periodically hold public hearings to address public grievances in all provinces</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400" b="0" i="0" u="none" strike="noStrike" dirty="0">
                          <a:solidFill>
                            <a:srgbClr val="000000"/>
                          </a:solidFill>
                          <a:effectLst/>
                          <a:latin typeface="+mj-lt"/>
                        </a:rPr>
                        <a:t>11</a:t>
                      </a:r>
                    </a:p>
                  </a:txBody>
                  <a:tcPr marL="1532" marR="1532" marT="1532" marB="0" anchor="ctr">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fontAlgn="ctr"/>
                      <a:r>
                        <a:rPr lang="en-US" sz="1400" b="0" i="0" u="none" strike="noStrike" dirty="0">
                          <a:solidFill>
                            <a:srgbClr val="000000"/>
                          </a:solidFill>
                          <a:effectLst/>
                          <a:latin typeface="+mj-lt"/>
                        </a:rPr>
                        <a:t>Develop &amp; implement public engagement &amp; consultation policies &amp; processes to ensure regular, transparent communication with power stakeholders &amp; the public</a:t>
                      </a:r>
                    </a:p>
                  </a:txBody>
                  <a:tcPr marL="1532" marR="1532" marT="1532" marB="0" anchor="ctr">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23258667"/>
                  </a:ext>
                </a:extLst>
              </a:tr>
            </a:tbl>
          </a:graphicData>
        </a:graphic>
      </p:graphicFrame>
      <p:sp>
        <p:nvSpPr>
          <p:cNvPr id="2" name="TextBox 1">
            <a:extLst>
              <a:ext uri="{FF2B5EF4-FFF2-40B4-BE49-F238E27FC236}">
                <a16:creationId xmlns:a16="http://schemas.microsoft.com/office/drawing/2014/main" id="{9279D279-F8FC-4D77-BF6E-F7C82208C51F}"/>
              </a:ext>
            </a:extLst>
          </p:cNvPr>
          <p:cNvSpPr txBox="1"/>
          <p:nvPr/>
        </p:nvSpPr>
        <p:spPr>
          <a:xfrm>
            <a:off x="10399923" y="7160964"/>
            <a:ext cx="1880681" cy="184666"/>
          </a:xfrm>
          <a:prstGeom prst="rect">
            <a:avLst/>
          </a:prstGeom>
          <a:solidFill>
            <a:schemeClr val="bg2"/>
          </a:solidFill>
        </p:spPr>
        <p:txBody>
          <a:bodyPr wrap="square" lIns="0" tIns="0" rIns="0" bIns="0" rtlCol="0">
            <a:spAutoFit/>
          </a:bodyPr>
          <a:lstStyle/>
          <a:p>
            <a:pPr algn="ctr">
              <a:spcBef>
                <a:spcPts val="600"/>
              </a:spcBef>
              <a:buSzPct val="100000"/>
            </a:pPr>
            <a:r>
              <a:rPr lang="en-US" sz="1200" b="1" dirty="0">
                <a:solidFill>
                  <a:schemeClr val="accent3">
                    <a:lumMod val="75000"/>
                  </a:schemeClr>
                </a:solidFill>
                <a:hlinkClick r:id="rId5" action="ppaction://hlinksldjump"/>
              </a:rPr>
              <a:t>BACK TO MAIN SLIDE</a:t>
            </a:r>
            <a:endParaRPr lang="en-US" sz="1200" b="1" dirty="0">
              <a:solidFill>
                <a:schemeClr val="accent3">
                  <a:lumMod val="75000"/>
                </a:schemeClr>
              </a:solidFill>
            </a:endParaRPr>
          </a:p>
        </p:txBody>
      </p:sp>
    </p:spTree>
    <p:extLst>
      <p:ext uri="{BB962C8B-B14F-4D97-AF65-F5344CB8AC3E}">
        <p14:creationId xmlns:p14="http://schemas.microsoft.com/office/powerpoint/2010/main" val="3110751766"/>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r0LmpPjHTq2U0Z67rHnPlA"/>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1_Deloitte 16_9 onscreen">
  <a:themeElements>
    <a:clrScheme name="Deloitte colors">
      <a:dk1>
        <a:sysClr val="windowText" lastClr="000000"/>
      </a:dk1>
      <a:lt1>
        <a:sysClr val="window" lastClr="FFFFFF"/>
      </a:lt1>
      <a:dk2>
        <a:srgbClr val="53565A"/>
      </a:dk2>
      <a:lt2>
        <a:srgbClr val="D0D0CE"/>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53565A"/>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_Blank_Template_16_9" id="{590E97A3-4408-485A-95E8-81133B6C641E}" vid="{A7A7DD32-BEFD-4667-AB23-4AFD4B9FDC4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88ac10d5-d499-482e-8b56-6ab71e10844d">
      <Terms xmlns="http://schemas.microsoft.com/office/infopath/2007/PartnerControls"/>
    </lcf76f155ced4ddcb4097134ff3c332f>
    <TaxCatchAll xmlns="b34fac16-a9a4-4d97-96d6-3d67277b3bbb"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6EABACCD3B39C49923CC76F9A3899B0" ma:contentTypeVersion="10" ma:contentTypeDescription="Create a new document." ma:contentTypeScope="" ma:versionID="888edbca11eac38050b29462c56b3d83">
  <xsd:schema xmlns:xsd="http://www.w3.org/2001/XMLSchema" xmlns:xs="http://www.w3.org/2001/XMLSchema" xmlns:p="http://schemas.microsoft.com/office/2006/metadata/properties" xmlns:ns2="88ac10d5-d499-482e-8b56-6ab71e10844d" xmlns:ns3="b34fac16-a9a4-4d97-96d6-3d67277b3bbb" targetNamespace="http://schemas.microsoft.com/office/2006/metadata/properties" ma:root="true" ma:fieldsID="b2578cae4076c3a00574eaa070b195d6" ns2:_="" ns3:_="">
    <xsd:import namespace="88ac10d5-d499-482e-8b56-6ab71e10844d"/>
    <xsd:import namespace="b34fac16-a9a4-4d97-96d6-3d67277b3bb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ac10d5-d499-482e-8b56-6ab71e1084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34fac16-a9a4-4d97-96d6-3d67277b3bb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26a010e-ed09-4f8f-afe2-969c013c94e7}" ma:internalName="TaxCatchAll" ma:showField="CatchAllData" ma:web="b34fac16-a9a4-4d97-96d6-3d67277b3bb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E4BF101-9CF0-4E56-886B-DA00D1617B30}">
  <ds:schemaRefs>
    <ds:schemaRef ds:uri="http://purl.org/dc/terms/"/>
    <ds:schemaRef ds:uri="http://schemas.microsoft.com/office/2006/documentManagement/types"/>
    <ds:schemaRef ds:uri="http://schemas.microsoft.com/office/2006/metadata/properties"/>
    <ds:schemaRef ds:uri="http://purl.org/dc/elements/1.1/"/>
    <ds:schemaRef ds:uri="c9286996-694e-477d-a7aa-46f8b2667f29"/>
    <ds:schemaRef ds:uri="http://purl.org/dc/dcmitype/"/>
    <ds:schemaRef ds:uri="http://schemas.microsoft.com/office/infopath/2007/PartnerControls"/>
    <ds:schemaRef ds:uri="http://schemas.openxmlformats.org/package/2006/metadata/core-properties"/>
    <ds:schemaRef ds:uri="85509309-b833-4aa2-87f6-6adf118ac530"/>
    <ds:schemaRef ds:uri="http://www.w3.org/XML/1998/namespace"/>
  </ds:schemaRefs>
</ds:datastoreItem>
</file>

<file path=customXml/itemProps2.xml><?xml version="1.0" encoding="utf-8"?>
<ds:datastoreItem xmlns:ds="http://schemas.openxmlformats.org/officeDocument/2006/customXml" ds:itemID="{5840D739-5959-49AC-92D7-192AF482ED8E}">
  <ds:schemaRefs>
    <ds:schemaRef ds:uri="http://schemas.microsoft.com/sharepoint/v3/contenttype/forms"/>
  </ds:schemaRefs>
</ds:datastoreItem>
</file>

<file path=customXml/itemProps3.xml><?xml version="1.0" encoding="utf-8"?>
<ds:datastoreItem xmlns:ds="http://schemas.openxmlformats.org/officeDocument/2006/customXml" ds:itemID="{7147C26D-FA53-46D1-83FD-BF53BA014F74}"/>
</file>

<file path=docProps/app.xml><?xml version="1.0" encoding="utf-8"?>
<Properties xmlns="http://schemas.openxmlformats.org/officeDocument/2006/extended-properties" xmlns:vt="http://schemas.openxmlformats.org/officeDocument/2006/docPropsVTypes">
  <Template>Deloitte_Blank_Template_16_9</Template>
  <TotalTime>17605</TotalTime>
  <Words>9452</Words>
  <Application>Microsoft Office PowerPoint</Application>
  <PresentationFormat>Custom</PresentationFormat>
  <Paragraphs>1927</Paragraphs>
  <Slides>60</Slides>
  <Notes>2</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60</vt:i4>
      </vt:variant>
    </vt:vector>
  </HeadingPairs>
  <TitlesOfParts>
    <vt:vector size="68" baseType="lpstr">
      <vt:lpstr>Arial</vt:lpstr>
      <vt:lpstr>Calibri</vt:lpstr>
      <vt:lpstr>Times New Roman</vt:lpstr>
      <vt:lpstr>Verdana</vt:lpstr>
      <vt:lpstr>Wingdings</vt:lpstr>
      <vt:lpstr>Wingdings 2</vt:lpstr>
      <vt:lpstr>1_Deloitte 16_9 onscreen</vt:lpstr>
      <vt:lpstr>think-cell Slide</vt:lpstr>
      <vt:lpstr>PowerPoint Presentation</vt:lpstr>
      <vt:lpstr>CONTENTS</vt:lpstr>
      <vt:lpstr>Key Objectives &amp; Support Areas identified</vt:lpstr>
      <vt:lpstr>Key Objectives of the Engagement</vt:lpstr>
      <vt:lpstr>Scope of Work – Key Support Areas for ERC</vt:lpstr>
      <vt:lpstr>Scope of Work – Major Deliverables</vt:lpstr>
      <vt:lpstr>ERC Five Year Roadmap</vt:lpstr>
      <vt:lpstr>Background - Current Challenges</vt:lpstr>
      <vt:lpstr>Key Intended Outcomes of the Roadmap</vt:lpstr>
      <vt:lpstr>Regulatory Priorities Identified by ERC in Five Year Roadmap (2024-29) (1/2)</vt:lpstr>
      <vt:lpstr>Regulatory Priorities Identified by ERC in Five Year Roadmap (2024-29) (2/2)</vt:lpstr>
      <vt:lpstr>ERC Five Year Roadmap Snapshot</vt:lpstr>
      <vt:lpstr>Status Update on Inception Report</vt:lpstr>
      <vt:lpstr>Approach for Inception Report</vt:lpstr>
      <vt:lpstr>Modules identified based on Scope of Work</vt:lpstr>
      <vt:lpstr>Inclusions in line with ERC Roadmap</vt:lpstr>
      <vt:lpstr>ASSOCIATED TASKS AND ACTIVITIES</vt:lpstr>
      <vt:lpstr>Module A: Financial Independence and Sustainability</vt:lpstr>
      <vt:lpstr>Module A: Financial Independence and Sustainability </vt:lpstr>
      <vt:lpstr>Module B: Implementation of RIMS and DMS</vt:lpstr>
      <vt:lpstr>Module B: Implementation of RIMS and DMS </vt:lpstr>
      <vt:lpstr>Module C: Training and Capacity Building</vt:lpstr>
      <vt:lpstr>Module C: Training and Capacity Building (1/3) </vt:lpstr>
      <vt:lpstr>Module C: Training and Capacity Building (2/3) </vt:lpstr>
      <vt:lpstr>Module C: Training and Capacity Building (3/3) </vt:lpstr>
      <vt:lpstr>Module C: Tentative Timeline</vt:lpstr>
      <vt:lpstr>Module D: Development of Bylaws/ Directives/ Rules</vt:lpstr>
      <vt:lpstr>Module D: Development of Bylaws/ Directives/ Rules (1/4) </vt:lpstr>
      <vt:lpstr>Module D: Development of Bylaws/ Directives/ Rules (2/4) </vt:lpstr>
      <vt:lpstr>Module D: Development of Bylaws/ Directives/ Rules (3/4) </vt:lpstr>
      <vt:lpstr>Module D: Development of Bylaws/ Directives/ Rules (4/4) </vt:lpstr>
      <vt:lpstr>Module D: Tentative Timeline (1/2) </vt:lpstr>
      <vt:lpstr>Module D: Tentative Timeline (2/2) </vt:lpstr>
      <vt:lpstr>Module E: Support in Tariff and Other related Activities</vt:lpstr>
      <vt:lpstr>Module E: Support in Tariff and Other related Activities (1/3) </vt:lpstr>
      <vt:lpstr>Module E: Support in Tariff and Other related Activities (2/3) </vt:lpstr>
      <vt:lpstr>Module E: Support in Tariff and Other related Activities (3/3) </vt:lpstr>
      <vt:lpstr>Module F: Policies and Process</vt:lpstr>
      <vt:lpstr>Module F: Policies and Process (1/2) </vt:lpstr>
      <vt:lpstr>Module F: Policies and Process (2/2) </vt:lpstr>
      <vt:lpstr>Module F: Tentative Timeline </vt:lpstr>
      <vt:lpstr>Module G: PPA &amp; Contractual Activities</vt:lpstr>
      <vt:lpstr>Module G: PPA &amp; Contractual Activities </vt:lpstr>
      <vt:lpstr>Module G: Tentative Timeline </vt:lpstr>
      <vt:lpstr>Module H: Miscellaneous Tasks &amp; Activities</vt:lpstr>
      <vt:lpstr>Module H: Miscellaneous Tasks &amp; Activities </vt:lpstr>
      <vt:lpstr>Module H: Tentative Timeline </vt:lpstr>
      <vt:lpstr>OTHER DISCUSSION POINTS</vt:lpstr>
      <vt:lpstr>Way Forward and few Discussion Points</vt:lpstr>
      <vt:lpstr>PowerPoint Presentation</vt:lpstr>
      <vt:lpstr>Scope of Work – Detailed support areas and time allocation</vt:lpstr>
      <vt:lpstr>Deliverables – Year 1</vt:lpstr>
      <vt:lpstr>Deliverables – Year 2</vt:lpstr>
      <vt:lpstr>Detailed Mapping with respect to coverage of Roadmap Vs. Engagement (1/7)</vt:lpstr>
      <vt:lpstr>Detailed Mapping with respect to coverage of Roadmap Vs. Engagement (2/7)</vt:lpstr>
      <vt:lpstr>Detailed Mapping with respect to coverage of Roadmap Vs. Engagement (3/7)</vt:lpstr>
      <vt:lpstr>Detailed Mapping with respect to coverage of Roadmap Vs. Engagement (4/7)</vt:lpstr>
      <vt:lpstr>Detailed Mapping with respect to coverage of Roadmap Vs. Engagement (5/7)</vt:lpstr>
      <vt:lpstr>Detailed Mapping with respect to coverage of Roadmap Vs. Engagement (6/7)</vt:lpstr>
      <vt:lpstr>Detailed Mapping with respect to coverage of Roadmap Vs. Engagement (7/7)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Khiroria, Adit</dc:creator>
  <cp:lastModifiedBy>Goenka, Amit</cp:lastModifiedBy>
  <cp:revision>78</cp:revision>
  <cp:lastPrinted>2017-03-01T11:55:08Z</cp:lastPrinted>
  <dcterms:created xsi:type="dcterms:W3CDTF">2024-07-25T06:59:01Z</dcterms:created>
  <dcterms:modified xsi:type="dcterms:W3CDTF">2024-09-24T05:35:11Z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0x01010046EABACCD3B39C49923CC76F9A3899B0</vt:lpwstr>
  </property>
  <property fmtid="{D5CDD505-2E9C-101B-9397-08002B2CF9AE}" pid="3" name="_dlc_DocIdItemGuid">
    <vt:lpwstr>5a3771e1-9eac-4107-aab8-cb01ed80b2ad</vt:lpwstr>
  </property>
  <property fmtid="{D5CDD505-2E9C-101B-9397-08002B2CF9AE}" pid="4" name="Local Content Type">
    <vt:lpwstr/>
  </property>
  <property fmtid="{D5CDD505-2E9C-101B-9397-08002B2CF9AE}" pid="5" name="TaxKeyword">
    <vt:lpwstr/>
  </property>
  <property fmtid="{D5CDD505-2E9C-101B-9397-08002B2CF9AE}" pid="6" name="Geography">
    <vt:lpwstr>18;#India (52387)|a87c33bf-1037-46ea-adf3-4e511a076333</vt:lpwstr>
  </property>
  <property fmtid="{D5CDD505-2E9C-101B-9397-08002B2CF9AE}" pid="7" name="Global Client Services">
    <vt:lpwstr/>
  </property>
  <property fmtid="{D5CDD505-2E9C-101B-9397-08002B2CF9AE}" pid="8" name="Local Industry">
    <vt:lpwstr/>
  </property>
  <property fmtid="{D5CDD505-2E9C-101B-9397-08002B2CF9AE}" pid="9" name="Global Industry">
    <vt:lpwstr/>
  </property>
  <property fmtid="{D5CDD505-2E9C-101B-9397-08002B2CF9AE}" pid="10" name="Global Content Type">
    <vt:lpwstr/>
  </property>
  <property fmtid="{D5CDD505-2E9C-101B-9397-08002B2CF9AE}" pid="11" name="LanguageB">
    <vt:lpwstr>2;#English|b169a262-1aaa-4ccb-9acf-78a36c1d9bab</vt:lpwstr>
  </property>
  <property fmtid="{D5CDD505-2E9C-101B-9397-08002B2CF9AE}" pid="12" name="Local Client Services">
    <vt:lpwstr/>
  </property>
  <property fmtid="{D5CDD505-2E9C-101B-9397-08002B2CF9AE}" pid="13" name="MSIP_Label_ea60d57e-af5b-4752-ac57-3e4f28ca11dc_Enabled">
    <vt:lpwstr>true</vt:lpwstr>
  </property>
  <property fmtid="{D5CDD505-2E9C-101B-9397-08002B2CF9AE}" pid="14" name="MSIP_Label_ea60d57e-af5b-4752-ac57-3e4f28ca11dc_SetDate">
    <vt:lpwstr>2024-07-25T07:44:24Z</vt:lpwstr>
  </property>
  <property fmtid="{D5CDD505-2E9C-101B-9397-08002B2CF9AE}" pid="15" name="MSIP_Label_ea60d57e-af5b-4752-ac57-3e4f28ca11dc_Method">
    <vt:lpwstr>Standard</vt:lpwstr>
  </property>
  <property fmtid="{D5CDD505-2E9C-101B-9397-08002B2CF9AE}" pid="16" name="MSIP_Label_ea60d57e-af5b-4752-ac57-3e4f28ca11dc_Name">
    <vt:lpwstr>ea60d57e-af5b-4752-ac57-3e4f28ca11dc</vt:lpwstr>
  </property>
  <property fmtid="{D5CDD505-2E9C-101B-9397-08002B2CF9AE}" pid="17" name="MSIP_Label_ea60d57e-af5b-4752-ac57-3e4f28ca11dc_SiteId">
    <vt:lpwstr>36da45f1-dd2c-4d1f-af13-5abe46b99921</vt:lpwstr>
  </property>
  <property fmtid="{D5CDD505-2E9C-101B-9397-08002B2CF9AE}" pid="18" name="MSIP_Label_ea60d57e-af5b-4752-ac57-3e4f28ca11dc_ActionId">
    <vt:lpwstr>a551b32c-05aa-4ac9-a942-a05916afa656</vt:lpwstr>
  </property>
  <property fmtid="{D5CDD505-2E9C-101B-9397-08002B2CF9AE}" pid="19" name="MSIP_Label_ea60d57e-af5b-4752-ac57-3e4f28ca11dc_ContentBits">
    <vt:lpwstr>0</vt:lpwstr>
  </property>
</Properties>
</file>